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4"/>
    <p:sldMasterId id="2147483649" r:id="rId5"/>
  </p:sldMasterIdLst>
  <p:notesMasterIdLst>
    <p:notesMasterId r:id="rId23"/>
  </p:notesMasterIdLst>
  <p:handoutMasterIdLst>
    <p:handoutMasterId r:id="rId24"/>
  </p:handoutMasterIdLst>
  <p:sldIdLst>
    <p:sldId id="256" r:id="rId6"/>
    <p:sldId id="259" r:id="rId7"/>
    <p:sldId id="261" r:id="rId8"/>
    <p:sldId id="260" r:id="rId9"/>
    <p:sldId id="262" r:id="rId10"/>
    <p:sldId id="263" r:id="rId11"/>
    <p:sldId id="264" r:id="rId12"/>
    <p:sldId id="265" r:id="rId13"/>
    <p:sldId id="269" r:id="rId14"/>
    <p:sldId id="271" r:id="rId15"/>
    <p:sldId id="268" r:id="rId16"/>
    <p:sldId id="275" r:id="rId17"/>
    <p:sldId id="272" r:id="rId18"/>
    <p:sldId id="273" r:id="rId19"/>
    <p:sldId id="274" r:id="rId20"/>
    <p:sldId id="276" r:id="rId21"/>
    <p:sldId id="277" r:id="rId22"/>
  </p:sldIdLst>
  <p:sldSz cx="10080625" cy="7559675"/>
  <p:notesSz cx="7772400" cy="10058400"/>
  <p:defaultTextStyle>
    <a:defPPr>
      <a:defRPr lang="en-GB"/>
    </a:defPPr>
    <a:lvl1pPr algn="l" defTabSz="449263"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742950" indent="-285750" algn="l" defTabSz="449263"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1143000" indent="-228600" algn="l" defTabSz="449263"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600200" indent="-228600" algn="l" defTabSz="449263"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2057400" indent="-228600" algn="l" defTabSz="449263"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1010C4"/>
    <a:srgbClr val="7F0055"/>
    <a:srgbClr val="005032"/>
    <a:srgbClr val="990033"/>
    <a:srgbClr val="660033"/>
    <a:srgbClr val="00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EF58D2-E9D2-8498-5CF5-AE8C8526CD89}" v="11" dt="2020-05-06T10:59:02.991"/>
    <p1510:client id="{629E6C92-BA61-C1C3-3BE6-611BA071D6CD}" v="14" dt="2020-05-06T07:33:42.916"/>
    <p1510:client id="{B9D035D4-FCC5-43A1-B741-B60626F943E7}" v="1261" dt="2020-05-06T11:44:55.251"/>
    <p1510:client id="{DD8C22D2-AC70-2A4A-CBF0-EFA91397F222}" v="43" dt="2020-05-06T11:44:24.5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589"/>
  </p:normalViewPr>
  <p:slideViewPr>
    <p:cSldViewPr>
      <p:cViewPr varScale="1">
        <p:scale>
          <a:sx n="109" d="100"/>
          <a:sy n="109" d="100"/>
        </p:scale>
        <p:origin x="1424" y="184"/>
      </p:cViewPr>
      <p:guideLst>
        <p:guide orient="horz" pos="2160"/>
        <p:guide pos="2880"/>
      </p:guideLst>
    </p:cSldViewPr>
  </p:slideViewPr>
  <p:outlineViewPr>
    <p:cViewPr varScale="1">
      <p:scale>
        <a:sx n="170" d="200"/>
        <a:sy n="170" d="200"/>
      </p:scale>
      <p:origin x="-780" y="-84"/>
    </p:cViewPr>
  </p:outlineViewPr>
  <p:notesTextViewPr>
    <p:cViewPr>
      <p:scale>
        <a:sx n="3" d="2"/>
        <a:sy n="3" d="2"/>
      </p:scale>
      <p:origin x="0" y="0"/>
    </p:cViewPr>
  </p:notesTextViewPr>
  <p:notesViewPr>
    <p:cSldViewPr>
      <p:cViewPr varScale="1">
        <p:scale>
          <a:sx n="59" d="100"/>
          <a:sy n="59" d="100"/>
        </p:scale>
        <p:origin x="-175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8BE51B9-412B-4747-A407-AF65544A7233}"/>
              </a:ext>
            </a:extLst>
          </p:cNvPr>
          <p:cNvSpPr>
            <a:spLocks noGrp="1"/>
          </p:cNvSpPr>
          <p:nvPr>
            <p:ph type="hdr" sz="quarter"/>
          </p:nvPr>
        </p:nvSpPr>
        <p:spPr>
          <a:xfrm>
            <a:off x="0" y="0"/>
            <a:ext cx="3368675" cy="504825"/>
          </a:xfrm>
          <a:prstGeom prst="rect">
            <a:avLst/>
          </a:prstGeom>
        </p:spPr>
        <p:txBody>
          <a:bodyPr vert="horz" lIns="91440" tIns="45720" rIns="91440" bIns="45720" rtlCol="0"/>
          <a:lstStyle>
            <a:lvl1pPr algn="l" eaLnBrk="1" hangingPunct="1">
              <a:defRPr sz="1200" smtClean="0">
                <a:latin typeface="Arial" charset="0"/>
                <a:ea typeface="ＭＳ Ｐゴシック" charset="-128"/>
              </a:defRPr>
            </a:lvl1pPr>
          </a:lstStyle>
          <a:p>
            <a:pPr>
              <a:defRPr/>
            </a:pPr>
            <a:endParaRPr lang="en-US" dirty="0"/>
          </a:p>
        </p:txBody>
      </p:sp>
      <p:sp>
        <p:nvSpPr>
          <p:cNvPr id="3" name="Date Placeholder 2">
            <a:extLst>
              <a:ext uri="{FF2B5EF4-FFF2-40B4-BE49-F238E27FC236}">
                <a16:creationId xmlns:a16="http://schemas.microsoft.com/office/drawing/2014/main" id="{C7E0657A-3590-43EE-9D4A-8DF10A2A4228}"/>
              </a:ext>
            </a:extLst>
          </p:cNvPr>
          <p:cNvSpPr>
            <a:spLocks noGrp="1"/>
          </p:cNvSpPr>
          <p:nvPr>
            <p:ph type="dt" sz="quarter" idx="1"/>
          </p:nvPr>
        </p:nvSpPr>
        <p:spPr>
          <a:xfrm>
            <a:off x="4402138" y="0"/>
            <a:ext cx="3368675" cy="504825"/>
          </a:xfrm>
          <a:prstGeom prst="rect">
            <a:avLst/>
          </a:prstGeom>
        </p:spPr>
        <p:txBody>
          <a:bodyPr vert="horz" lIns="91440" tIns="45720" rIns="91440" bIns="45720" rtlCol="0"/>
          <a:lstStyle>
            <a:lvl1pPr algn="r" eaLnBrk="1" hangingPunct="1">
              <a:defRPr sz="1200" smtClean="0">
                <a:latin typeface="Arial" charset="0"/>
                <a:ea typeface="ＭＳ Ｐゴシック" charset="-128"/>
              </a:defRPr>
            </a:lvl1pPr>
          </a:lstStyle>
          <a:p>
            <a:pPr>
              <a:defRPr/>
            </a:pPr>
            <a:fld id="{679265DE-68F7-4667-B873-E4F7F2262F84}" type="datetimeFigureOut">
              <a:rPr lang="en-US"/>
              <a:pPr>
                <a:defRPr/>
              </a:pPr>
              <a:t>5/11/26</a:t>
            </a:fld>
            <a:endParaRPr lang="en-US" dirty="0"/>
          </a:p>
        </p:txBody>
      </p:sp>
      <p:sp>
        <p:nvSpPr>
          <p:cNvPr id="4" name="Footer Placeholder 3">
            <a:extLst>
              <a:ext uri="{FF2B5EF4-FFF2-40B4-BE49-F238E27FC236}">
                <a16:creationId xmlns:a16="http://schemas.microsoft.com/office/drawing/2014/main" id="{1E5E1939-6BB6-4D81-95DE-72196B5E049A}"/>
              </a:ext>
            </a:extLst>
          </p:cNvPr>
          <p:cNvSpPr>
            <a:spLocks noGrp="1"/>
          </p:cNvSpPr>
          <p:nvPr>
            <p:ph type="ftr" sz="quarter" idx="2"/>
          </p:nvPr>
        </p:nvSpPr>
        <p:spPr>
          <a:xfrm>
            <a:off x="0" y="9553575"/>
            <a:ext cx="3368675" cy="504825"/>
          </a:xfrm>
          <a:prstGeom prst="rect">
            <a:avLst/>
          </a:prstGeom>
        </p:spPr>
        <p:txBody>
          <a:bodyPr vert="horz" lIns="91440" tIns="45720" rIns="91440" bIns="45720" rtlCol="0" anchor="b"/>
          <a:lstStyle>
            <a:lvl1pPr algn="l" eaLnBrk="1" hangingPunct="1">
              <a:defRPr sz="1200" smtClean="0">
                <a:latin typeface="Arial" charset="0"/>
                <a:ea typeface="ＭＳ Ｐゴシック" charset="-128"/>
              </a:defRPr>
            </a:lvl1pPr>
          </a:lstStyle>
          <a:p>
            <a:pPr>
              <a:defRPr/>
            </a:pPr>
            <a:endParaRPr lang="en-US" dirty="0"/>
          </a:p>
        </p:txBody>
      </p:sp>
      <p:sp>
        <p:nvSpPr>
          <p:cNvPr id="5" name="Slide Number Placeholder 4">
            <a:extLst>
              <a:ext uri="{FF2B5EF4-FFF2-40B4-BE49-F238E27FC236}">
                <a16:creationId xmlns:a16="http://schemas.microsoft.com/office/drawing/2014/main" id="{92D123C3-F480-4D21-AECC-FD8512B50F1F}"/>
              </a:ext>
            </a:extLst>
          </p:cNvPr>
          <p:cNvSpPr>
            <a:spLocks noGrp="1"/>
          </p:cNvSpPr>
          <p:nvPr>
            <p:ph type="sldNum" sz="quarter" idx="3"/>
          </p:nvPr>
        </p:nvSpPr>
        <p:spPr>
          <a:xfrm>
            <a:off x="4402138" y="9553575"/>
            <a:ext cx="3368675" cy="504825"/>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C9BE61FF-9D9F-4C8A-A5C6-F54575910032}" type="slidenum">
              <a:rPr lang="en-US" altLang="nl-NL"/>
              <a:pPr/>
              <a:t>‹#›</a:t>
            </a:fld>
            <a:endParaRPr lang="en-US" altLang="nl-NL"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38" name="AutoShape 1">
            <a:extLst>
              <a:ext uri="{FF2B5EF4-FFF2-40B4-BE49-F238E27FC236}">
                <a16:creationId xmlns:a16="http://schemas.microsoft.com/office/drawing/2014/main" id="{347F6385-264C-47BD-84C4-C4651A30DFE8}"/>
              </a:ext>
            </a:extLst>
          </p:cNvPr>
          <p:cNvSpPr>
            <a:spLocks noChangeArrowheads="1"/>
          </p:cNvSpPr>
          <p:nvPr/>
        </p:nvSpPr>
        <p:spPr bwMode="auto">
          <a:xfrm>
            <a:off x="0" y="0"/>
            <a:ext cx="7772400" cy="10058400"/>
          </a:xfrm>
          <a:prstGeom prst="roundRect">
            <a:avLst>
              <a:gd name="adj" fmla="val 19"/>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a:lnSpc>
                <a:spcPct val="93000"/>
              </a:lnSpc>
              <a:buClr>
                <a:srgbClr val="000000"/>
              </a:buClr>
              <a:buSzPct val="100000"/>
              <a:buFont typeface="Times New Roman" panose="02020603050405020304" pitchFamily="18" charset="0"/>
              <a:buNone/>
            </a:pPr>
            <a:endParaRPr lang="nl-BE" altLang="nl-NL"/>
          </a:p>
        </p:txBody>
      </p:sp>
      <p:sp>
        <p:nvSpPr>
          <p:cNvPr id="14339" name="Text Box 2">
            <a:extLst>
              <a:ext uri="{FF2B5EF4-FFF2-40B4-BE49-F238E27FC236}">
                <a16:creationId xmlns:a16="http://schemas.microsoft.com/office/drawing/2014/main" id="{50371C3B-B825-4A1C-8338-4D1200D9C4D6}"/>
              </a:ext>
            </a:extLst>
          </p:cNvPr>
          <p:cNvSpPr txBox="1">
            <a:spLocks noChangeArrowheads="1"/>
          </p:cNvSpPr>
          <p:nvPr/>
        </p:nvSpPr>
        <p:spPr bwMode="auto">
          <a:xfrm>
            <a:off x="0" y="0"/>
            <a:ext cx="3368675"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a:lnSpc>
                <a:spcPct val="93000"/>
              </a:lnSpc>
              <a:buClr>
                <a:srgbClr val="000000"/>
              </a:buClr>
              <a:buSzPct val="100000"/>
              <a:buFont typeface="Times New Roman" panose="02020603050405020304" pitchFamily="18" charset="0"/>
              <a:buNone/>
            </a:pPr>
            <a:endParaRPr lang="nl-BE" altLang="nl-NL"/>
          </a:p>
        </p:txBody>
      </p:sp>
      <p:sp>
        <p:nvSpPr>
          <p:cNvPr id="14340" name="Text Box 3">
            <a:extLst>
              <a:ext uri="{FF2B5EF4-FFF2-40B4-BE49-F238E27FC236}">
                <a16:creationId xmlns:a16="http://schemas.microsoft.com/office/drawing/2014/main" id="{A7798913-A0CC-4B0C-A81E-5DE703A62353}"/>
              </a:ext>
            </a:extLst>
          </p:cNvPr>
          <p:cNvSpPr txBox="1">
            <a:spLocks noChangeArrowheads="1"/>
          </p:cNvSpPr>
          <p:nvPr/>
        </p:nvSpPr>
        <p:spPr bwMode="auto">
          <a:xfrm>
            <a:off x="4403725" y="0"/>
            <a:ext cx="3368675"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a:lnSpc>
                <a:spcPct val="93000"/>
              </a:lnSpc>
              <a:buClr>
                <a:srgbClr val="000000"/>
              </a:buClr>
              <a:buSzPct val="100000"/>
              <a:buFont typeface="Times New Roman" panose="02020603050405020304" pitchFamily="18" charset="0"/>
              <a:buNone/>
            </a:pPr>
            <a:endParaRPr lang="nl-BE" altLang="nl-NL"/>
          </a:p>
        </p:txBody>
      </p:sp>
      <p:sp>
        <p:nvSpPr>
          <p:cNvPr id="14341" name="Rectangle 4">
            <a:extLst>
              <a:ext uri="{FF2B5EF4-FFF2-40B4-BE49-F238E27FC236}">
                <a16:creationId xmlns:a16="http://schemas.microsoft.com/office/drawing/2014/main" id="{D0805229-1E00-444F-9A23-609B0182D095}"/>
              </a:ext>
            </a:extLst>
          </p:cNvPr>
          <p:cNvSpPr>
            <a:spLocks noGrp="1" noRot="1" noChangeAspect="1" noChangeArrowheads="1"/>
          </p:cNvSpPr>
          <p:nvPr>
            <p:ph type="sldImg"/>
          </p:nvPr>
        </p:nvSpPr>
        <p:spPr bwMode="auto">
          <a:xfrm>
            <a:off x="1295400" y="754063"/>
            <a:ext cx="5180013" cy="377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sp>
      <p:sp>
        <p:nvSpPr>
          <p:cNvPr id="3077" name="Rectangle 5">
            <a:extLst>
              <a:ext uri="{FF2B5EF4-FFF2-40B4-BE49-F238E27FC236}">
                <a16:creationId xmlns:a16="http://schemas.microsoft.com/office/drawing/2014/main" id="{9EC53D64-C220-4493-8CDC-9F702B7CE1F8}"/>
              </a:ext>
            </a:extLst>
          </p:cNvPr>
          <p:cNvSpPr>
            <a:spLocks noGrp="1" noChangeArrowheads="1"/>
          </p:cNvSpPr>
          <p:nvPr>
            <p:ph type="body"/>
          </p:nvPr>
        </p:nvSpPr>
        <p:spPr bwMode="auto">
          <a:xfrm>
            <a:off x="1036638" y="4776788"/>
            <a:ext cx="5697537" cy="4524375"/>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p>
            <a:pPr lvl="0"/>
            <a:endParaRPr lang="nl-BE" noProof="0"/>
          </a:p>
        </p:txBody>
      </p:sp>
      <p:sp>
        <p:nvSpPr>
          <p:cNvPr id="14343" name="Text Box 6">
            <a:extLst>
              <a:ext uri="{FF2B5EF4-FFF2-40B4-BE49-F238E27FC236}">
                <a16:creationId xmlns:a16="http://schemas.microsoft.com/office/drawing/2014/main" id="{77270C67-A9B5-49F6-B93F-D6419F2590D4}"/>
              </a:ext>
            </a:extLst>
          </p:cNvPr>
          <p:cNvSpPr txBox="1">
            <a:spLocks noChangeArrowheads="1"/>
          </p:cNvSpPr>
          <p:nvPr/>
        </p:nvSpPr>
        <p:spPr bwMode="auto">
          <a:xfrm>
            <a:off x="0" y="9555163"/>
            <a:ext cx="3368675"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a:lnSpc>
                <a:spcPct val="93000"/>
              </a:lnSpc>
              <a:buClr>
                <a:srgbClr val="000000"/>
              </a:buClr>
              <a:buSzPct val="100000"/>
              <a:buFont typeface="Times New Roman" panose="02020603050405020304" pitchFamily="18" charset="0"/>
              <a:buNone/>
            </a:pPr>
            <a:endParaRPr lang="nl-BE" altLang="nl-NL"/>
          </a:p>
        </p:txBody>
      </p:sp>
      <p:sp>
        <p:nvSpPr>
          <p:cNvPr id="3079" name="Rectangle 7">
            <a:extLst>
              <a:ext uri="{FF2B5EF4-FFF2-40B4-BE49-F238E27FC236}">
                <a16:creationId xmlns:a16="http://schemas.microsoft.com/office/drawing/2014/main" id="{0DBC6D4E-C77A-4486-AB86-348A6FD9E483}"/>
              </a:ext>
            </a:extLst>
          </p:cNvPr>
          <p:cNvSpPr>
            <a:spLocks noGrp="1" noChangeArrowheads="1"/>
          </p:cNvSpPr>
          <p:nvPr>
            <p:ph type="sldNum"/>
          </p:nvPr>
        </p:nvSpPr>
        <p:spPr bwMode="auto">
          <a:xfrm>
            <a:off x="4403725" y="9555163"/>
            <a:ext cx="3367088" cy="501650"/>
          </a:xfrm>
          <a:prstGeom prst="rect">
            <a:avLst/>
          </a:prstGeom>
          <a:noFill/>
          <a:ln w="9525">
            <a:noFill/>
            <a:round/>
            <a:headEnd/>
            <a:tailEnd/>
          </a:ln>
          <a:effectLst/>
        </p:spPr>
        <p:txBody>
          <a:bodyPr vert="horz" wrap="square" lIns="90000" tIns="46800" rIns="90000" bIns="46800" numCol="1" anchor="b" anchorCtr="0" compatLnSpc="1">
            <a:prstTxWarp prst="textNoShape">
              <a:avLst/>
            </a:prstTxWarp>
          </a:bodyPr>
          <a:lstStyle>
            <a:lvl1pPr algn="r" eaLnBrk="1">
              <a:buClr>
                <a:srgbClr val="000000"/>
              </a:buClr>
              <a:buSzPct val="45000"/>
              <a:buFont typeface="Wingdings" panose="05000000000000000000" pitchFamily="2" charset="2"/>
              <a:buNone/>
              <a:tabLst>
                <a:tab pos="723900" algn="l"/>
                <a:tab pos="1447800" algn="l"/>
                <a:tab pos="2171700" algn="l"/>
                <a:tab pos="2895600" algn="l"/>
              </a:tabLst>
              <a:defRPr sz="1200">
                <a:solidFill>
                  <a:srgbClr val="000000"/>
                </a:solidFill>
                <a:latin typeface="Times New Roman" panose="02020603050405020304" pitchFamily="18" charset="0"/>
              </a:defRPr>
            </a:lvl1pPr>
          </a:lstStyle>
          <a:p>
            <a:fld id="{41003A27-1CC8-4560-B898-55C77735A875}" type="slidenum">
              <a:rPr lang="en-US" altLang="nl-NL"/>
              <a:pPr/>
              <a:t>‹#›</a:t>
            </a:fld>
            <a:endParaRPr lang="en-US" altLang="nl-NL" dirty="0"/>
          </a:p>
        </p:txBody>
      </p:sp>
    </p:spTree>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ＭＳ Ｐゴシック" charset="0"/>
        <a:cs typeface="ＭＳ Ｐゴシック" charset="0"/>
      </a:defRPr>
    </a:lvl1pPr>
    <a:lvl2pPr marL="742950" indent="-28575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ＭＳ Ｐゴシック" charset="0"/>
        <a:cs typeface="+mn-cs"/>
      </a:defRPr>
    </a:lvl2pPr>
    <a:lvl3pPr marL="11430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ＭＳ Ｐゴシック" charset="0"/>
        <a:cs typeface="+mn-cs"/>
      </a:defRPr>
    </a:lvl3pPr>
    <a:lvl4pPr marL="16002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ＭＳ Ｐゴシック" charset="0"/>
        <a:cs typeface="+mn-cs"/>
      </a:defRPr>
    </a:lvl4pPr>
    <a:lvl5pPr marL="20574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4779FF02-AAF9-453E-98D0-4D8413CD8BE3}"/>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SzPct val="45000"/>
              <a:buFont typeface="Wingdings" panose="05000000000000000000" pitchFamily="2" charset="2"/>
              <a:buNone/>
            </a:pPr>
            <a:fld id="{7BC27210-4769-4010-B97A-FB84804EAA67}" type="slidenum">
              <a:rPr lang="en-US" altLang="nl-NL">
                <a:cs typeface="WenQuanYi Zen Hei" charset="0"/>
              </a:rPr>
              <a:pPr>
                <a:spcBef>
                  <a:spcPct val="0"/>
                </a:spcBef>
                <a:buSzPct val="45000"/>
                <a:buFont typeface="Wingdings" panose="05000000000000000000" pitchFamily="2" charset="2"/>
                <a:buNone/>
              </a:pPr>
              <a:t>1</a:t>
            </a:fld>
            <a:endParaRPr lang="en-US" altLang="nl-NL">
              <a:cs typeface="WenQuanYi Zen Hei" charset="0"/>
            </a:endParaRPr>
          </a:p>
        </p:txBody>
      </p:sp>
      <p:sp>
        <p:nvSpPr>
          <p:cNvPr id="16387" name="Text Box 1">
            <a:extLst>
              <a:ext uri="{FF2B5EF4-FFF2-40B4-BE49-F238E27FC236}">
                <a16:creationId xmlns:a16="http://schemas.microsoft.com/office/drawing/2014/main" id="{F3EDDD9F-4E31-4271-BFB6-85860D73EB35}"/>
              </a:ext>
            </a:extLst>
          </p:cNvPr>
          <p:cNvSpPr txBox="1">
            <a:spLocks noChangeArrowheads="1"/>
          </p:cNvSpPr>
          <p:nvPr/>
        </p:nvSpPr>
        <p:spPr bwMode="auto">
          <a:xfrm>
            <a:off x="4403725" y="9555163"/>
            <a:ext cx="3368675"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a:spcBef>
                <a:spcPct val="0"/>
              </a:spcBef>
              <a:buSzPct val="45000"/>
              <a:buFont typeface="Wingdings" panose="05000000000000000000" pitchFamily="2" charset="2"/>
              <a:buNone/>
            </a:pPr>
            <a:fld id="{BC9A813B-673C-4A43-BA6C-BF285B9E1E95}" type="slidenum">
              <a:rPr lang="en-US" altLang="nl-NL">
                <a:latin typeface="Arial" panose="020B0604020202020204" pitchFamily="34" charset="0"/>
                <a:cs typeface="WenQuanYi Zen Hei" charset="0"/>
              </a:rPr>
              <a:pPr algn="r" eaLnBrk="1">
                <a:spcBef>
                  <a:spcPct val="0"/>
                </a:spcBef>
                <a:buSzPct val="45000"/>
                <a:buFont typeface="Wingdings" panose="05000000000000000000" pitchFamily="2" charset="2"/>
                <a:buNone/>
              </a:pPr>
              <a:t>1</a:t>
            </a:fld>
            <a:endParaRPr lang="en-US" altLang="nl-NL">
              <a:latin typeface="Arial" panose="020B0604020202020204" pitchFamily="34" charset="0"/>
              <a:cs typeface="WenQuanYi Zen Hei" charset="0"/>
            </a:endParaRPr>
          </a:p>
        </p:txBody>
      </p:sp>
      <p:sp>
        <p:nvSpPr>
          <p:cNvPr id="16388" name="Rectangle 2">
            <a:extLst>
              <a:ext uri="{FF2B5EF4-FFF2-40B4-BE49-F238E27FC236}">
                <a16:creationId xmlns:a16="http://schemas.microsoft.com/office/drawing/2014/main" id="{0312298E-4A75-4936-BBA5-627790F4804B}"/>
              </a:ext>
            </a:extLst>
          </p:cNvPr>
          <p:cNvSpPr>
            <a:spLocks noGrp="1" noRot="1" noChangeAspect="1" noChangeArrowheads="1" noTextEdit="1"/>
          </p:cNvSpPr>
          <p:nvPr>
            <p:ph type="sldImg"/>
          </p:nvPr>
        </p:nvSpPr>
        <p:spPr>
          <a:xfrm>
            <a:off x="1371600" y="754063"/>
            <a:ext cx="5029200" cy="3771900"/>
          </a:xfrm>
          <a:solidFill>
            <a:srgbClr val="FFFFFF"/>
          </a:solidFill>
          <a:ln>
            <a:solidFill>
              <a:srgbClr val="000000"/>
            </a:solidFill>
            <a:miter lim="800000"/>
            <a:headEnd/>
            <a:tailEnd/>
          </a:ln>
        </p:spPr>
      </p:sp>
      <p:sp>
        <p:nvSpPr>
          <p:cNvPr id="16389" name="Rectangle 3">
            <a:extLst>
              <a:ext uri="{FF2B5EF4-FFF2-40B4-BE49-F238E27FC236}">
                <a16:creationId xmlns:a16="http://schemas.microsoft.com/office/drawing/2014/main" id="{DD943D64-9FC9-43E8-B40C-14F2CFDFEC01}"/>
              </a:ext>
            </a:extLst>
          </p:cNvPr>
          <p:cNvSpPr>
            <a:spLocks noGrp="1" noChangeArrowheads="1"/>
          </p:cNvSpPr>
          <p:nvPr>
            <p:ph type="body" idx="1"/>
          </p:nvPr>
        </p:nvSpPr>
        <p:spPr>
          <a:xfrm>
            <a:off x="1036638" y="4776788"/>
            <a:ext cx="5699125" cy="45275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nl-BE" altLang="nl-NL">
              <a:latin typeface="Times New Roman" panose="02020603050405020304" pitchFamily="18" charset="0"/>
              <a:ea typeface="ＭＳ Ｐゴシック" panose="020B0600070205080204"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5650" y="2347913"/>
            <a:ext cx="8569325" cy="1620837"/>
          </a:xfrm>
        </p:spPr>
        <p:txBody>
          <a:bodyPr/>
          <a:lstStyle/>
          <a:p>
            <a:r>
              <a:rPr lang="en-US"/>
              <a:t>Click to edit Master title style</a:t>
            </a:r>
            <a:endParaRPr lang="nl-BE"/>
          </a:p>
        </p:txBody>
      </p:sp>
      <p:sp>
        <p:nvSpPr>
          <p:cNvPr id="3" name="Subtitle 2"/>
          <p:cNvSpPr>
            <a:spLocks noGrp="1"/>
          </p:cNvSpPr>
          <p:nvPr>
            <p:ph type="subTitle" idx="1"/>
          </p:nvPr>
        </p:nvSpPr>
        <p:spPr>
          <a:xfrm>
            <a:off x="1512888" y="4283075"/>
            <a:ext cx="7056437" cy="1931988"/>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nl-BE"/>
          </a:p>
        </p:txBody>
      </p:sp>
      <p:sp>
        <p:nvSpPr>
          <p:cNvPr id="4" name="Rectangle 4">
            <a:extLst>
              <a:ext uri="{FF2B5EF4-FFF2-40B4-BE49-F238E27FC236}">
                <a16:creationId xmlns:a16="http://schemas.microsoft.com/office/drawing/2014/main" id="{72146190-8D58-4C89-9A43-C5106FFD4015}"/>
              </a:ext>
            </a:extLst>
          </p:cNvPr>
          <p:cNvSpPr>
            <a:spLocks noGrp="1" noChangeArrowheads="1"/>
          </p:cNvSpPr>
          <p:nvPr>
            <p:ph type="dt" idx="10"/>
          </p:nvPr>
        </p:nvSpPr>
        <p:spPr>
          <a:ln/>
        </p:spPr>
        <p:txBody>
          <a:bodyPr/>
          <a:lstStyle>
            <a:lvl1pPr>
              <a:defRPr/>
            </a:lvl1pPr>
          </a:lstStyle>
          <a:p>
            <a:pPr>
              <a:defRPr/>
            </a:pPr>
            <a:endParaRPr lang="en-GB" dirty="0"/>
          </a:p>
        </p:txBody>
      </p:sp>
      <p:sp>
        <p:nvSpPr>
          <p:cNvPr id="5" name="Rectangle 5">
            <a:extLst>
              <a:ext uri="{FF2B5EF4-FFF2-40B4-BE49-F238E27FC236}">
                <a16:creationId xmlns:a16="http://schemas.microsoft.com/office/drawing/2014/main" id="{79C7295D-8C83-4C5F-BB94-765E9BA4FE4A}"/>
              </a:ext>
            </a:extLst>
          </p:cNvPr>
          <p:cNvSpPr>
            <a:spLocks noGrp="1" noChangeArrowheads="1"/>
          </p:cNvSpPr>
          <p:nvPr>
            <p:ph type="ftr" idx="11"/>
          </p:nvPr>
        </p:nvSpPr>
        <p:spPr>
          <a:ln/>
        </p:spPr>
        <p:txBody>
          <a:bodyPr/>
          <a:lstStyle>
            <a:lvl1pPr>
              <a:defRPr/>
            </a:lvl1pPr>
          </a:lstStyle>
          <a:p>
            <a:pPr>
              <a:defRPr/>
            </a:pPr>
            <a:r>
              <a:rPr lang="nl-BE"/>
              <a:t>Practicum Computer Graphics: Bollen &amp; Cilinders</a:t>
            </a:r>
            <a:endParaRPr lang="en-GB" dirty="0"/>
          </a:p>
        </p:txBody>
      </p:sp>
      <p:sp>
        <p:nvSpPr>
          <p:cNvPr id="6" name="Rectangle 6">
            <a:extLst>
              <a:ext uri="{FF2B5EF4-FFF2-40B4-BE49-F238E27FC236}">
                <a16:creationId xmlns:a16="http://schemas.microsoft.com/office/drawing/2014/main" id="{2A7693BA-436A-4920-8B05-371DB29960DF}"/>
              </a:ext>
            </a:extLst>
          </p:cNvPr>
          <p:cNvSpPr>
            <a:spLocks noGrp="1" noChangeArrowheads="1"/>
          </p:cNvSpPr>
          <p:nvPr>
            <p:ph type="sldNum" idx="12"/>
          </p:nvPr>
        </p:nvSpPr>
        <p:spPr>
          <a:ln/>
        </p:spPr>
        <p:txBody>
          <a:bodyPr/>
          <a:lstStyle>
            <a:lvl1pPr>
              <a:defRPr/>
            </a:lvl1pPr>
          </a:lstStyle>
          <a:p>
            <a:fld id="{7AF42930-B678-4DD7-9212-C1925351058F}" type="slidenum">
              <a:rPr lang="en-GB" altLang="nl-NL"/>
              <a:pPr/>
              <a:t>‹#›</a:t>
            </a:fld>
            <a:endParaRPr lang="en-GB" altLang="nl-NL" dirty="0"/>
          </a:p>
        </p:txBody>
      </p:sp>
    </p:spTree>
    <p:extLst>
      <p:ext uri="{BB962C8B-B14F-4D97-AF65-F5344CB8AC3E}">
        <p14:creationId xmlns:p14="http://schemas.microsoft.com/office/powerpoint/2010/main" val="7977843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BE"/>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nl-BE" dirty="0"/>
          </a:p>
        </p:txBody>
      </p:sp>
      <p:sp>
        <p:nvSpPr>
          <p:cNvPr id="4" name="Rectangle 4">
            <a:extLst>
              <a:ext uri="{FF2B5EF4-FFF2-40B4-BE49-F238E27FC236}">
                <a16:creationId xmlns:a16="http://schemas.microsoft.com/office/drawing/2014/main" id="{92345547-0B21-4589-943A-C52FDB157FE9}"/>
              </a:ext>
            </a:extLst>
          </p:cNvPr>
          <p:cNvSpPr>
            <a:spLocks noGrp="1" noChangeArrowheads="1"/>
          </p:cNvSpPr>
          <p:nvPr>
            <p:ph type="dt" idx="10"/>
          </p:nvPr>
        </p:nvSpPr>
        <p:spPr/>
        <p:txBody>
          <a:bodyPr/>
          <a:lstStyle>
            <a:lvl1pPr>
              <a:defRPr/>
            </a:lvl1pPr>
          </a:lstStyle>
          <a:p>
            <a:pPr>
              <a:defRPr/>
            </a:pPr>
            <a:endParaRPr lang="en-GB" dirty="0"/>
          </a:p>
        </p:txBody>
      </p:sp>
      <p:sp>
        <p:nvSpPr>
          <p:cNvPr id="5" name="Rectangle 5">
            <a:extLst>
              <a:ext uri="{FF2B5EF4-FFF2-40B4-BE49-F238E27FC236}">
                <a16:creationId xmlns:a16="http://schemas.microsoft.com/office/drawing/2014/main" id="{8ACDA8DE-C1B3-44AC-9258-564AFE53784A}"/>
              </a:ext>
            </a:extLst>
          </p:cNvPr>
          <p:cNvSpPr>
            <a:spLocks noGrp="1" noChangeArrowheads="1"/>
          </p:cNvSpPr>
          <p:nvPr>
            <p:ph type="ftr" idx="11"/>
          </p:nvPr>
        </p:nvSpPr>
        <p:spPr>
          <a:xfrm>
            <a:off x="4319588" y="7199313"/>
            <a:ext cx="5221287" cy="358775"/>
          </a:xfrm>
        </p:spPr>
        <p:txBody>
          <a:bodyPr/>
          <a:lstStyle>
            <a:lvl1pPr algn="r">
              <a:defRPr/>
            </a:lvl1pPr>
          </a:lstStyle>
          <a:p>
            <a:pPr>
              <a:defRPr/>
            </a:pPr>
            <a:r>
              <a:rPr lang="nl-BE"/>
              <a:t>Practicum Computer Graphics: Bollen &amp; Cilinders</a:t>
            </a:r>
            <a:endParaRPr lang="en-GB" dirty="0"/>
          </a:p>
        </p:txBody>
      </p:sp>
      <p:sp>
        <p:nvSpPr>
          <p:cNvPr id="6" name="Rectangle 6">
            <a:extLst>
              <a:ext uri="{FF2B5EF4-FFF2-40B4-BE49-F238E27FC236}">
                <a16:creationId xmlns:a16="http://schemas.microsoft.com/office/drawing/2014/main" id="{5E377039-51C3-45F1-A7B0-49BAB45470C7}"/>
              </a:ext>
            </a:extLst>
          </p:cNvPr>
          <p:cNvSpPr>
            <a:spLocks noGrp="1" noChangeArrowheads="1"/>
          </p:cNvSpPr>
          <p:nvPr>
            <p:ph type="sldNum" idx="12"/>
          </p:nvPr>
        </p:nvSpPr>
        <p:spPr/>
        <p:txBody>
          <a:bodyPr/>
          <a:lstStyle>
            <a:lvl1pPr>
              <a:defRPr/>
            </a:lvl1pPr>
          </a:lstStyle>
          <a:p>
            <a:fld id="{5985BA86-DB34-49E2-8140-976ADC44C4D6}" type="slidenum">
              <a:rPr lang="en-GB" altLang="nl-NL"/>
              <a:pPr/>
              <a:t>‹#›</a:t>
            </a:fld>
            <a:endParaRPr lang="en-GB" altLang="nl-NL" dirty="0"/>
          </a:p>
        </p:txBody>
      </p:sp>
    </p:spTree>
    <p:extLst>
      <p:ext uri="{BB962C8B-B14F-4D97-AF65-F5344CB8AC3E}">
        <p14:creationId xmlns:p14="http://schemas.microsoft.com/office/powerpoint/2010/main" val="25105873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54032" y="3005120"/>
            <a:ext cx="8567738" cy="1501775"/>
          </a:xfrm>
        </p:spPr>
        <p:txBody>
          <a:bodyPr anchor="t"/>
          <a:lstStyle>
            <a:lvl1pPr algn="l">
              <a:defRPr sz="3200" b="1" cap="none" baseline="0"/>
            </a:lvl1pPr>
          </a:lstStyle>
          <a:p>
            <a:r>
              <a:rPr lang="en-US" dirty="0"/>
              <a:t>Click to edit Master title style</a:t>
            </a:r>
            <a:endParaRPr lang="nl-BE" dirty="0"/>
          </a:p>
        </p:txBody>
      </p:sp>
      <p:sp>
        <p:nvSpPr>
          <p:cNvPr id="3" name="Text Placeholder 2"/>
          <p:cNvSpPr>
            <a:spLocks noGrp="1"/>
          </p:cNvSpPr>
          <p:nvPr>
            <p:ph type="body" idx="1"/>
          </p:nvPr>
        </p:nvSpPr>
        <p:spPr>
          <a:xfrm>
            <a:off x="754032" y="1350945"/>
            <a:ext cx="8567738" cy="1654175"/>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DE367A11-22E6-43B8-92F8-AD02A4A36371}"/>
              </a:ext>
            </a:extLst>
          </p:cNvPr>
          <p:cNvSpPr>
            <a:spLocks noGrp="1" noChangeArrowheads="1"/>
          </p:cNvSpPr>
          <p:nvPr>
            <p:ph type="dt" idx="10"/>
          </p:nvPr>
        </p:nvSpPr>
        <p:spPr>
          <a:ln/>
        </p:spPr>
        <p:txBody>
          <a:bodyPr/>
          <a:lstStyle>
            <a:lvl1pPr>
              <a:defRPr/>
            </a:lvl1pPr>
          </a:lstStyle>
          <a:p>
            <a:pPr>
              <a:defRPr/>
            </a:pPr>
            <a:endParaRPr lang="en-GB" dirty="0"/>
          </a:p>
        </p:txBody>
      </p:sp>
      <p:sp>
        <p:nvSpPr>
          <p:cNvPr id="5" name="Rectangle 5">
            <a:extLst>
              <a:ext uri="{FF2B5EF4-FFF2-40B4-BE49-F238E27FC236}">
                <a16:creationId xmlns:a16="http://schemas.microsoft.com/office/drawing/2014/main" id="{9E88CA2D-34F5-45C4-BECA-765377373424}"/>
              </a:ext>
            </a:extLst>
          </p:cNvPr>
          <p:cNvSpPr>
            <a:spLocks noGrp="1" noChangeArrowheads="1"/>
          </p:cNvSpPr>
          <p:nvPr>
            <p:ph type="ftr" idx="11"/>
          </p:nvPr>
        </p:nvSpPr>
        <p:spPr>
          <a:ln/>
        </p:spPr>
        <p:txBody>
          <a:bodyPr/>
          <a:lstStyle>
            <a:lvl1pPr>
              <a:defRPr/>
            </a:lvl1pPr>
          </a:lstStyle>
          <a:p>
            <a:pPr>
              <a:defRPr/>
            </a:pPr>
            <a:r>
              <a:rPr lang="nl-BE"/>
              <a:t>Practicum Computer Graphics: Bollen &amp; Cilinders</a:t>
            </a:r>
            <a:endParaRPr lang="en-GB" dirty="0"/>
          </a:p>
        </p:txBody>
      </p:sp>
      <p:sp>
        <p:nvSpPr>
          <p:cNvPr id="6" name="Rectangle 6">
            <a:extLst>
              <a:ext uri="{FF2B5EF4-FFF2-40B4-BE49-F238E27FC236}">
                <a16:creationId xmlns:a16="http://schemas.microsoft.com/office/drawing/2014/main" id="{932BB56B-C983-40C0-B3F7-26D2B4C4B7B5}"/>
              </a:ext>
            </a:extLst>
          </p:cNvPr>
          <p:cNvSpPr>
            <a:spLocks noGrp="1" noChangeArrowheads="1"/>
          </p:cNvSpPr>
          <p:nvPr>
            <p:ph type="sldNum" idx="12"/>
          </p:nvPr>
        </p:nvSpPr>
        <p:spPr>
          <a:ln/>
        </p:spPr>
        <p:txBody>
          <a:bodyPr/>
          <a:lstStyle>
            <a:lvl1pPr>
              <a:defRPr/>
            </a:lvl1pPr>
          </a:lstStyle>
          <a:p>
            <a:fld id="{93832F6D-655C-4235-84E6-D02988A8F48A}" type="slidenum">
              <a:rPr lang="en-GB" altLang="nl-NL"/>
              <a:pPr/>
              <a:t>‹#›</a:t>
            </a:fld>
            <a:endParaRPr lang="en-GB" altLang="nl-NL" dirty="0"/>
          </a:p>
        </p:txBody>
      </p:sp>
    </p:spTree>
    <p:extLst>
      <p:ext uri="{BB962C8B-B14F-4D97-AF65-F5344CB8AC3E}">
        <p14:creationId xmlns:p14="http://schemas.microsoft.com/office/powerpoint/2010/main" val="39927251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BE"/>
          </a:p>
        </p:txBody>
      </p:sp>
      <p:sp>
        <p:nvSpPr>
          <p:cNvPr id="3" name="Content Placeholder 2"/>
          <p:cNvSpPr>
            <a:spLocks noGrp="1"/>
          </p:cNvSpPr>
          <p:nvPr>
            <p:ph sz="half" idx="1"/>
          </p:nvPr>
        </p:nvSpPr>
        <p:spPr>
          <a:xfrm>
            <a:off x="503238" y="1260475"/>
            <a:ext cx="4440237" cy="49879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Content Placeholder 3"/>
          <p:cNvSpPr>
            <a:spLocks noGrp="1"/>
          </p:cNvSpPr>
          <p:nvPr>
            <p:ph sz="half" idx="2"/>
          </p:nvPr>
        </p:nvSpPr>
        <p:spPr>
          <a:xfrm>
            <a:off x="5095875" y="1260475"/>
            <a:ext cx="4441825" cy="49879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5" name="Rectangle 4">
            <a:extLst>
              <a:ext uri="{FF2B5EF4-FFF2-40B4-BE49-F238E27FC236}">
                <a16:creationId xmlns:a16="http://schemas.microsoft.com/office/drawing/2014/main" id="{ADE44763-7272-4789-B4B1-E15463E72545}"/>
              </a:ext>
            </a:extLst>
          </p:cNvPr>
          <p:cNvSpPr>
            <a:spLocks noGrp="1" noChangeArrowheads="1"/>
          </p:cNvSpPr>
          <p:nvPr>
            <p:ph type="dt" idx="10"/>
          </p:nvPr>
        </p:nvSpPr>
        <p:spPr>
          <a:ln/>
        </p:spPr>
        <p:txBody>
          <a:bodyPr/>
          <a:lstStyle>
            <a:lvl1pPr>
              <a:defRPr/>
            </a:lvl1pPr>
          </a:lstStyle>
          <a:p>
            <a:pPr>
              <a:defRPr/>
            </a:pPr>
            <a:endParaRPr lang="en-GB" dirty="0"/>
          </a:p>
        </p:txBody>
      </p:sp>
      <p:sp>
        <p:nvSpPr>
          <p:cNvPr id="6" name="Rectangle 5">
            <a:extLst>
              <a:ext uri="{FF2B5EF4-FFF2-40B4-BE49-F238E27FC236}">
                <a16:creationId xmlns:a16="http://schemas.microsoft.com/office/drawing/2014/main" id="{CA8A9ED3-6307-46ED-90CB-02C452A252AE}"/>
              </a:ext>
            </a:extLst>
          </p:cNvPr>
          <p:cNvSpPr>
            <a:spLocks noGrp="1" noChangeArrowheads="1"/>
          </p:cNvSpPr>
          <p:nvPr>
            <p:ph type="ftr" idx="11"/>
          </p:nvPr>
        </p:nvSpPr>
        <p:spPr>
          <a:ln/>
        </p:spPr>
        <p:txBody>
          <a:bodyPr/>
          <a:lstStyle>
            <a:lvl1pPr>
              <a:defRPr/>
            </a:lvl1pPr>
          </a:lstStyle>
          <a:p>
            <a:pPr>
              <a:defRPr/>
            </a:pPr>
            <a:r>
              <a:rPr lang="nl-BE"/>
              <a:t>Practicum Computer Graphics: Bollen &amp; Cilinders</a:t>
            </a:r>
            <a:endParaRPr lang="en-GB" dirty="0"/>
          </a:p>
        </p:txBody>
      </p:sp>
      <p:sp>
        <p:nvSpPr>
          <p:cNvPr id="7" name="Rectangle 6">
            <a:extLst>
              <a:ext uri="{FF2B5EF4-FFF2-40B4-BE49-F238E27FC236}">
                <a16:creationId xmlns:a16="http://schemas.microsoft.com/office/drawing/2014/main" id="{9E655193-AEFB-4155-B817-5BDAC6490327}"/>
              </a:ext>
            </a:extLst>
          </p:cNvPr>
          <p:cNvSpPr>
            <a:spLocks noGrp="1" noChangeArrowheads="1"/>
          </p:cNvSpPr>
          <p:nvPr>
            <p:ph type="sldNum" idx="12"/>
          </p:nvPr>
        </p:nvSpPr>
        <p:spPr>
          <a:ln/>
        </p:spPr>
        <p:txBody>
          <a:bodyPr/>
          <a:lstStyle>
            <a:lvl1pPr>
              <a:defRPr/>
            </a:lvl1pPr>
          </a:lstStyle>
          <a:p>
            <a:fld id="{694EAA09-2051-45A5-B607-93DB77AA767C}" type="slidenum">
              <a:rPr lang="en-GB" altLang="nl-NL"/>
              <a:pPr/>
              <a:t>‹#›</a:t>
            </a:fld>
            <a:endParaRPr lang="en-GB" altLang="nl-NL" dirty="0"/>
          </a:p>
        </p:txBody>
      </p:sp>
    </p:spTree>
    <p:extLst>
      <p:ext uri="{BB962C8B-B14F-4D97-AF65-F5344CB8AC3E}">
        <p14:creationId xmlns:p14="http://schemas.microsoft.com/office/powerpoint/2010/main" val="5971920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4825" y="303213"/>
            <a:ext cx="9072563" cy="1258887"/>
          </a:xfrm>
        </p:spPr>
        <p:txBody>
          <a:bodyPr/>
          <a:lstStyle>
            <a:lvl1pPr>
              <a:defRPr/>
            </a:lvl1pPr>
          </a:lstStyle>
          <a:p>
            <a:r>
              <a:rPr lang="en-US"/>
              <a:t>Click to edit Master title style</a:t>
            </a:r>
            <a:endParaRPr lang="nl-BE"/>
          </a:p>
        </p:txBody>
      </p:sp>
      <p:sp>
        <p:nvSpPr>
          <p:cNvPr id="3" name="Text Placeholder 2"/>
          <p:cNvSpPr>
            <a:spLocks noGrp="1"/>
          </p:cNvSpPr>
          <p:nvPr>
            <p:ph type="body" idx="1"/>
          </p:nvPr>
        </p:nvSpPr>
        <p:spPr>
          <a:xfrm>
            <a:off x="504825" y="1692275"/>
            <a:ext cx="4452938" cy="7048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04825" y="2397125"/>
            <a:ext cx="4452938" cy="43561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5" name="Text Placeholder 4"/>
          <p:cNvSpPr>
            <a:spLocks noGrp="1"/>
          </p:cNvSpPr>
          <p:nvPr>
            <p:ph type="body" sz="quarter" idx="3"/>
          </p:nvPr>
        </p:nvSpPr>
        <p:spPr>
          <a:xfrm>
            <a:off x="5121275" y="1692275"/>
            <a:ext cx="4456113" cy="7048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21275" y="2397125"/>
            <a:ext cx="4456113" cy="43561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7" name="Rectangle 4">
            <a:extLst>
              <a:ext uri="{FF2B5EF4-FFF2-40B4-BE49-F238E27FC236}">
                <a16:creationId xmlns:a16="http://schemas.microsoft.com/office/drawing/2014/main" id="{E1F6BB01-B5A8-49D7-8CB7-112767F02CD7}"/>
              </a:ext>
            </a:extLst>
          </p:cNvPr>
          <p:cNvSpPr>
            <a:spLocks noGrp="1" noChangeArrowheads="1"/>
          </p:cNvSpPr>
          <p:nvPr>
            <p:ph type="dt" idx="10"/>
          </p:nvPr>
        </p:nvSpPr>
        <p:spPr>
          <a:ln/>
        </p:spPr>
        <p:txBody>
          <a:bodyPr/>
          <a:lstStyle>
            <a:lvl1pPr>
              <a:defRPr/>
            </a:lvl1pPr>
          </a:lstStyle>
          <a:p>
            <a:pPr>
              <a:defRPr/>
            </a:pPr>
            <a:endParaRPr lang="en-GB" dirty="0"/>
          </a:p>
        </p:txBody>
      </p:sp>
      <p:sp>
        <p:nvSpPr>
          <p:cNvPr id="8" name="Rectangle 5">
            <a:extLst>
              <a:ext uri="{FF2B5EF4-FFF2-40B4-BE49-F238E27FC236}">
                <a16:creationId xmlns:a16="http://schemas.microsoft.com/office/drawing/2014/main" id="{EF3F472B-CF9F-450C-9E39-D71FAE8C6F12}"/>
              </a:ext>
            </a:extLst>
          </p:cNvPr>
          <p:cNvSpPr>
            <a:spLocks noGrp="1" noChangeArrowheads="1"/>
          </p:cNvSpPr>
          <p:nvPr>
            <p:ph type="ftr" idx="11"/>
          </p:nvPr>
        </p:nvSpPr>
        <p:spPr>
          <a:ln/>
        </p:spPr>
        <p:txBody>
          <a:bodyPr/>
          <a:lstStyle>
            <a:lvl1pPr>
              <a:defRPr/>
            </a:lvl1pPr>
          </a:lstStyle>
          <a:p>
            <a:pPr>
              <a:defRPr/>
            </a:pPr>
            <a:r>
              <a:rPr lang="nl-BE"/>
              <a:t>Practicum Computer Graphics: Bollen &amp; Cilinders</a:t>
            </a:r>
            <a:endParaRPr lang="en-GB" dirty="0"/>
          </a:p>
        </p:txBody>
      </p:sp>
      <p:sp>
        <p:nvSpPr>
          <p:cNvPr id="9" name="Rectangle 6">
            <a:extLst>
              <a:ext uri="{FF2B5EF4-FFF2-40B4-BE49-F238E27FC236}">
                <a16:creationId xmlns:a16="http://schemas.microsoft.com/office/drawing/2014/main" id="{7E8B6BCB-0A2F-497E-A952-3EFBBF9F4DDA}"/>
              </a:ext>
            </a:extLst>
          </p:cNvPr>
          <p:cNvSpPr>
            <a:spLocks noGrp="1" noChangeArrowheads="1"/>
          </p:cNvSpPr>
          <p:nvPr>
            <p:ph type="sldNum" idx="12"/>
          </p:nvPr>
        </p:nvSpPr>
        <p:spPr>
          <a:ln/>
        </p:spPr>
        <p:txBody>
          <a:bodyPr/>
          <a:lstStyle>
            <a:lvl1pPr>
              <a:defRPr/>
            </a:lvl1pPr>
          </a:lstStyle>
          <a:p>
            <a:fld id="{2A2E98D3-1594-417F-88B6-A13D94F7C3B2}" type="slidenum">
              <a:rPr lang="en-GB" altLang="nl-NL"/>
              <a:pPr/>
              <a:t>‹#›</a:t>
            </a:fld>
            <a:endParaRPr lang="en-GB" altLang="nl-NL" dirty="0"/>
          </a:p>
        </p:txBody>
      </p:sp>
    </p:spTree>
    <p:extLst>
      <p:ext uri="{BB962C8B-B14F-4D97-AF65-F5344CB8AC3E}">
        <p14:creationId xmlns:p14="http://schemas.microsoft.com/office/powerpoint/2010/main" val="2048942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BE"/>
          </a:p>
        </p:txBody>
      </p:sp>
      <p:sp>
        <p:nvSpPr>
          <p:cNvPr id="3" name="Rectangle 4">
            <a:extLst>
              <a:ext uri="{FF2B5EF4-FFF2-40B4-BE49-F238E27FC236}">
                <a16:creationId xmlns:a16="http://schemas.microsoft.com/office/drawing/2014/main" id="{5E7689E1-2D02-46B2-9EF0-003B160F05F0}"/>
              </a:ext>
            </a:extLst>
          </p:cNvPr>
          <p:cNvSpPr>
            <a:spLocks noGrp="1" noChangeArrowheads="1"/>
          </p:cNvSpPr>
          <p:nvPr>
            <p:ph type="dt" idx="10"/>
          </p:nvPr>
        </p:nvSpPr>
        <p:spPr>
          <a:ln/>
        </p:spPr>
        <p:txBody>
          <a:bodyPr/>
          <a:lstStyle>
            <a:lvl1pPr>
              <a:defRPr/>
            </a:lvl1pPr>
          </a:lstStyle>
          <a:p>
            <a:pPr>
              <a:defRPr/>
            </a:pPr>
            <a:endParaRPr lang="en-GB" dirty="0"/>
          </a:p>
        </p:txBody>
      </p:sp>
      <p:sp>
        <p:nvSpPr>
          <p:cNvPr id="4" name="Rectangle 5">
            <a:extLst>
              <a:ext uri="{FF2B5EF4-FFF2-40B4-BE49-F238E27FC236}">
                <a16:creationId xmlns:a16="http://schemas.microsoft.com/office/drawing/2014/main" id="{DE75AF6F-F83B-461A-8935-9903F03B7D9B}"/>
              </a:ext>
            </a:extLst>
          </p:cNvPr>
          <p:cNvSpPr>
            <a:spLocks noGrp="1" noChangeArrowheads="1"/>
          </p:cNvSpPr>
          <p:nvPr>
            <p:ph type="ftr" idx="11"/>
          </p:nvPr>
        </p:nvSpPr>
        <p:spPr>
          <a:ln/>
        </p:spPr>
        <p:txBody>
          <a:bodyPr/>
          <a:lstStyle>
            <a:lvl1pPr>
              <a:defRPr/>
            </a:lvl1pPr>
          </a:lstStyle>
          <a:p>
            <a:pPr>
              <a:defRPr/>
            </a:pPr>
            <a:r>
              <a:rPr lang="nl-BE"/>
              <a:t>Practicum Computer Graphics: Bollen &amp; Cilinders</a:t>
            </a:r>
            <a:endParaRPr lang="en-GB" dirty="0"/>
          </a:p>
        </p:txBody>
      </p:sp>
      <p:sp>
        <p:nvSpPr>
          <p:cNvPr id="5" name="Rectangle 6">
            <a:extLst>
              <a:ext uri="{FF2B5EF4-FFF2-40B4-BE49-F238E27FC236}">
                <a16:creationId xmlns:a16="http://schemas.microsoft.com/office/drawing/2014/main" id="{854C8C0D-E0FC-4880-8B2C-7556B24B4703}"/>
              </a:ext>
            </a:extLst>
          </p:cNvPr>
          <p:cNvSpPr>
            <a:spLocks noGrp="1" noChangeArrowheads="1"/>
          </p:cNvSpPr>
          <p:nvPr>
            <p:ph type="sldNum" idx="12"/>
          </p:nvPr>
        </p:nvSpPr>
        <p:spPr>
          <a:ln/>
        </p:spPr>
        <p:txBody>
          <a:bodyPr/>
          <a:lstStyle>
            <a:lvl1pPr>
              <a:defRPr/>
            </a:lvl1pPr>
          </a:lstStyle>
          <a:p>
            <a:fld id="{73497A2C-5E3B-48B3-BB3C-59A17AD3EB48}" type="slidenum">
              <a:rPr lang="en-GB" altLang="nl-NL"/>
              <a:pPr/>
              <a:t>‹#›</a:t>
            </a:fld>
            <a:endParaRPr lang="en-GB" altLang="nl-NL" dirty="0"/>
          </a:p>
        </p:txBody>
      </p:sp>
    </p:spTree>
    <p:extLst>
      <p:ext uri="{BB962C8B-B14F-4D97-AF65-F5344CB8AC3E}">
        <p14:creationId xmlns:p14="http://schemas.microsoft.com/office/powerpoint/2010/main" val="5011242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1DE41312-5F51-4BFC-9695-4CBD7A53581B}"/>
              </a:ext>
            </a:extLst>
          </p:cNvPr>
          <p:cNvSpPr>
            <a:spLocks noGrp="1" noChangeArrowheads="1"/>
          </p:cNvSpPr>
          <p:nvPr>
            <p:ph type="dt" idx="10"/>
          </p:nvPr>
        </p:nvSpPr>
        <p:spPr>
          <a:ln/>
        </p:spPr>
        <p:txBody>
          <a:bodyPr/>
          <a:lstStyle>
            <a:lvl1pPr>
              <a:defRPr/>
            </a:lvl1pPr>
          </a:lstStyle>
          <a:p>
            <a:pPr>
              <a:defRPr/>
            </a:pPr>
            <a:endParaRPr lang="en-GB" dirty="0"/>
          </a:p>
        </p:txBody>
      </p:sp>
      <p:sp>
        <p:nvSpPr>
          <p:cNvPr id="3" name="Rectangle 5">
            <a:extLst>
              <a:ext uri="{FF2B5EF4-FFF2-40B4-BE49-F238E27FC236}">
                <a16:creationId xmlns:a16="http://schemas.microsoft.com/office/drawing/2014/main" id="{F8A39814-0838-4558-8CA4-858DDC637934}"/>
              </a:ext>
            </a:extLst>
          </p:cNvPr>
          <p:cNvSpPr>
            <a:spLocks noGrp="1" noChangeArrowheads="1"/>
          </p:cNvSpPr>
          <p:nvPr>
            <p:ph type="ftr" idx="11"/>
          </p:nvPr>
        </p:nvSpPr>
        <p:spPr>
          <a:ln/>
        </p:spPr>
        <p:txBody>
          <a:bodyPr/>
          <a:lstStyle>
            <a:lvl1pPr>
              <a:defRPr/>
            </a:lvl1pPr>
          </a:lstStyle>
          <a:p>
            <a:pPr>
              <a:defRPr/>
            </a:pPr>
            <a:r>
              <a:rPr lang="nl-BE"/>
              <a:t>Practicum Computer Graphics: Bollen &amp; Cilinders</a:t>
            </a:r>
            <a:endParaRPr lang="en-GB" dirty="0"/>
          </a:p>
        </p:txBody>
      </p:sp>
      <p:sp>
        <p:nvSpPr>
          <p:cNvPr id="4" name="Rectangle 6">
            <a:extLst>
              <a:ext uri="{FF2B5EF4-FFF2-40B4-BE49-F238E27FC236}">
                <a16:creationId xmlns:a16="http://schemas.microsoft.com/office/drawing/2014/main" id="{16DD3C4E-D5D9-4AC2-A283-7F47B058B6CD}"/>
              </a:ext>
            </a:extLst>
          </p:cNvPr>
          <p:cNvSpPr>
            <a:spLocks noGrp="1" noChangeArrowheads="1"/>
          </p:cNvSpPr>
          <p:nvPr>
            <p:ph type="sldNum" idx="12"/>
          </p:nvPr>
        </p:nvSpPr>
        <p:spPr>
          <a:ln/>
        </p:spPr>
        <p:txBody>
          <a:bodyPr/>
          <a:lstStyle>
            <a:lvl1pPr>
              <a:defRPr/>
            </a:lvl1pPr>
          </a:lstStyle>
          <a:p>
            <a:fld id="{4F383023-6E83-48AB-9453-751E18D9E5C5}" type="slidenum">
              <a:rPr lang="en-GB" altLang="nl-NL"/>
              <a:pPr/>
              <a:t>‹#›</a:t>
            </a:fld>
            <a:endParaRPr lang="en-GB" altLang="nl-NL" dirty="0"/>
          </a:p>
        </p:txBody>
      </p:sp>
    </p:spTree>
    <p:extLst>
      <p:ext uri="{BB962C8B-B14F-4D97-AF65-F5344CB8AC3E}">
        <p14:creationId xmlns:p14="http://schemas.microsoft.com/office/powerpoint/2010/main" val="8942887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4825" y="301625"/>
            <a:ext cx="3316288" cy="1279525"/>
          </a:xfrm>
        </p:spPr>
        <p:txBody>
          <a:bodyPr anchor="b"/>
          <a:lstStyle>
            <a:lvl1pPr algn="l">
              <a:defRPr sz="2000" b="1"/>
            </a:lvl1pPr>
          </a:lstStyle>
          <a:p>
            <a:r>
              <a:rPr lang="en-US"/>
              <a:t>Click to edit Master title style</a:t>
            </a:r>
            <a:endParaRPr lang="nl-BE"/>
          </a:p>
        </p:txBody>
      </p:sp>
      <p:sp>
        <p:nvSpPr>
          <p:cNvPr id="3" name="Content Placeholder 2"/>
          <p:cNvSpPr>
            <a:spLocks noGrp="1"/>
          </p:cNvSpPr>
          <p:nvPr>
            <p:ph idx="1"/>
          </p:nvPr>
        </p:nvSpPr>
        <p:spPr>
          <a:xfrm>
            <a:off x="3941763" y="301625"/>
            <a:ext cx="5635625" cy="64516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Text Placeholder 3"/>
          <p:cNvSpPr>
            <a:spLocks noGrp="1"/>
          </p:cNvSpPr>
          <p:nvPr>
            <p:ph type="body" sz="half" idx="2"/>
          </p:nvPr>
        </p:nvSpPr>
        <p:spPr>
          <a:xfrm>
            <a:off x="504825" y="1581150"/>
            <a:ext cx="3316288" cy="51720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B91FA6F0-EB43-432A-96B6-94AEBCBB53FC}"/>
              </a:ext>
            </a:extLst>
          </p:cNvPr>
          <p:cNvSpPr>
            <a:spLocks noGrp="1" noChangeArrowheads="1"/>
          </p:cNvSpPr>
          <p:nvPr>
            <p:ph type="dt" idx="10"/>
          </p:nvPr>
        </p:nvSpPr>
        <p:spPr>
          <a:ln/>
        </p:spPr>
        <p:txBody>
          <a:bodyPr/>
          <a:lstStyle>
            <a:lvl1pPr>
              <a:defRPr/>
            </a:lvl1pPr>
          </a:lstStyle>
          <a:p>
            <a:pPr>
              <a:defRPr/>
            </a:pPr>
            <a:endParaRPr lang="en-GB" dirty="0"/>
          </a:p>
        </p:txBody>
      </p:sp>
      <p:sp>
        <p:nvSpPr>
          <p:cNvPr id="6" name="Rectangle 5">
            <a:extLst>
              <a:ext uri="{FF2B5EF4-FFF2-40B4-BE49-F238E27FC236}">
                <a16:creationId xmlns:a16="http://schemas.microsoft.com/office/drawing/2014/main" id="{AAAC5BE5-BDF4-4963-B2E0-51717823C62E}"/>
              </a:ext>
            </a:extLst>
          </p:cNvPr>
          <p:cNvSpPr>
            <a:spLocks noGrp="1" noChangeArrowheads="1"/>
          </p:cNvSpPr>
          <p:nvPr>
            <p:ph type="ftr" idx="11"/>
          </p:nvPr>
        </p:nvSpPr>
        <p:spPr>
          <a:ln/>
        </p:spPr>
        <p:txBody>
          <a:bodyPr/>
          <a:lstStyle>
            <a:lvl1pPr>
              <a:defRPr/>
            </a:lvl1pPr>
          </a:lstStyle>
          <a:p>
            <a:pPr>
              <a:defRPr/>
            </a:pPr>
            <a:r>
              <a:rPr lang="nl-BE"/>
              <a:t>Practicum Computer Graphics: Bollen &amp; Cilinders</a:t>
            </a:r>
            <a:endParaRPr lang="en-GB" dirty="0"/>
          </a:p>
        </p:txBody>
      </p:sp>
      <p:sp>
        <p:nvSpPr>
          <p:cNvPr id="7" name="Rectangle 6">
            <a:extLst>
              <a:ext uri="{FF2B5EF4-FFF2-40B4-BE49-F238E27FC236}">
                <a16:creationId xmlns:a16="http://schemas.microsoft.com/office/drawing/2014/main" id="{EAD7DAB3-463B-4785-802C-F2732E7F3D8C}"/>
              </a:ext>
            </a:extLst>
          </p:cNvPr>
          <p:cNvSpPr>
            <a:spLocks noGrp="1" noChangeArrowheads="1"/>
          </p:cNvSpPr>
          <p:nvPr>
            <p:ph type="sldNum" idx="12"/>
          </p:nvPr>
        </p:nvSpPr>
        <p:spPr>
          <a:ln/>
        </p:spPr>
        <p:txBody>
          <a:bodyPr/>
          <a:lstStyle>
            <a:lvl1pPr>
              <a:defRPr/>
            </a:lvl1pPr>
          </a:lstStyle>
          <a:p>
            <a:fld id="{EB841DC6-3C4F-4E7D-96EE-2BB78B927BB0}" type="slidenum">
              <a:rPr lang="en-GB" altLang="nl-NL"/>
              <a:pPr/>
              <a:t>‹#›</a:t>
            </a:fld>
            <a:endParaRPr lang="en-GB" altLang="nl-NL" dirty="0"/>
          </a:p>
        </p:txBody>
      </p:sp>
    </p:spTree>
    <p:extLst>
      <p:ext uri="{BB962C8B-B14F-4D97-AF65-F5344CB8AC3E}">
        <p14:creationId xmlns:p14="http://schemas.microsoft.com/office/powerpoint/2010/main" val="4201642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76438" y="5291138"/>
            <a:ext cx="6048375" cy="625475"/>
          </a:xfrm>
        </p:spPr>
        <p:txBody>
          <a:bodyPr anchor="b"/>
          <a:lstStyle>
            <a:lvl1pPr algn="l">
              <a:defRPr sz="2000" b="1"/>
            </a:lvl1pPr>
          </a:lstStyle>
          <a:p>
            <a:r>
              <a:rPr lang="en-US"/>
              <a:t>Click to edit Master title style</a:t>
            </a:r>
            <a:endParaRPr lang="nl-BE"/>
          </a:p>
        </p:txBody>
      </p:sp>
      <p:sp>
        <p:nvSpPr>
          <p:cNvPr id="3" name="Picture Placeholder 2"/>
          <p:cNvSpPr>
            <a:spLocks noGrp="1"/>
          </p:cNvSpPr>
          <p:nvPr>
            <p:ph type="pic" idx="1"/>
          </p:nvPr>
        </p:nvSpPr>
        <p:spPr>
          <a:xfrm>
            <a:off x="1976438" y="674688"/>
            <a:ext cx="6048375" cy="45370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nl-BE" noProof="0"/>
          </a:p>
        </p:txBody>
      </p:sp>
      <p:sp>
        <p:nvSpPr>
          <p:cNvPr id="4" name="Text Placeholder 3"/>
          <p:cNvSpPr>
            <a:spLocks noGrp="1"/>
          </p:cNvSpPr>
          <p:nvPr>
            <p:ph type="body" sz="half" idx="2"/>
          </p:nvPr>
        </p:nvSpPr>
        <p:spPr>
          <a:xfrm>
            <a:off x="1976438" y="5916613"/>
            <a:ext cx="6048375" cy="8874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B5B110D9-951D-4D89-A82E-B6308396DEBC}"/>
              </a:ext>
            </a:extLst>
          </p:cNvPr>
          <p:cNvSpPr>
            <a:spLocks noGrp="1" noChangeArrowheads="1"/>
          </p:cNvSpPr>
          <p:nvPr>
            <p:ph type="dt" idx="10"/>
          </p:nvPr>
        </p:nvSpPr>
        <p:spPr>
          <a:ln/>
        </p:spPr>
        <p:txBody>
          <a:bodyPr/>
          <a:lstStyle>
            <a:lvl1pPr>
              <a:defRPr/>
            </a:lvl1pPr>
          </a:lstStyle>
          <a:p>
            <a:pPr>
              <a:defRPr/>
            </a:pPr>
            <a:endParaRPr lang="en-GB" dirty="0"/>
          </a:p>
        </p:txBody>
      </p:sp>
      <p:sp>
        <p:nvSpPr>
          <p:cNvPr id="6" name="Rectangle 5">
            <a:extLst>
              <a:ext uri="{FF2B5EF4-FFF2-40B4-BE49-F238E27FC236}">
                <a16:creationId xmlns:a16="http://schemas.microsoft.com/office/drawing/2014/main" id="{F5A8CF56-86CA-4160-B680-47033852E5A5}"/>
              </a:ext>
            </a:extLst>
          </p:cNvPr>
          <p:cNvSpPr>
            <a:spLocks noGrp="1" noChangeArrowheads="1"/>
          </p:cNvSpPr>
          <p:nvPr>
            <p:ph type="ftr" idx="11"/>
          </p:nvPr>
        </p:nvSpPr>
        <p:spPr>
          <a:ln/>
        </p:spPr>
        <p:txBody>
          <a:bodyPr/>
          <a:lstStyle>
            <a:lvl1pPr>
              <a:defRPr/>
            </a:lvl1pPr>
          </a:lstStyle>
          <a:p>
            <a:pPr>
              <a:defRPr/>
            </a:pPr>
            <a:r>
              <a:rPr lang="nl-BE"/>
              <a:t>Practicum Computer Graphics: Bollen &amp; Cilinders</a:t>
            </a:r>
            <a:endParaRPr lang="en-GB" dirty="0"/>
          </a:p>
        </p:txBody>
      </p:sp>
      <p:sp>
        <p:nvSpPr>
          <p:cNvPr id="7" name="Rectangle 6">
            <a:extLst>
              <a:ext uri="{FF2B5EF4-FFF2-40B4-BE49-F238E27FC236}">
                <a16:creationId xmlns:a16="http://schemas.microsoft.com/office/drawing/2014/main" id="{C4ADFE45-828D-4973-A693-D68B3201B9FB}"/>
              </a:ext>
            </a:extLst>
          </p:cNvPr>
          <p:cNvSpPr>
            <a:spLocks noGrp="1" noChangeArrowheads="1"/>
          </p:cNvSpPr>
          <p:nvPr>
            <p:ph type="sldNum" idx="12"/>
          </p:nvPr>
        </p:nvSpPr>
        <p:spPr>
          <a:ln/>
        </p:spPr>
        <p:txBody>
          <a:bodyPr/>
          <a:lstStyle>
            <a:lvl1pPr>
              <a:defRPr/>
            </a:lvl1pPr>
          </a:lstStyle>
          <a:p>
            <a:fld id="{27FED44D-3C61-4140-9CF8-6C19D31BFE6E}" type="slidenum">
              <a:rPr lang="en-GB" altLang="nl-NL"/>
              <a:pPr/>
              <a:t>‹#›</a:t>
            </a:fld>
            <a:endParaRPr lang="en-GB" altLang="nl-NL" dirty="0"/>
          </a:p>
        </p:txBody>
      </p:sp>
    </p:spTree>
    <p:extLst>
      <p:ext uri="{BB962C8B-B14F-4D97-AF65-F5344CB8AC3E}">
        <p14:creationId xmlns:p14="http://schemas.microsoft.com/office/powerpoint/2010/main" val="14534020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BE"/>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Rectangle 4">
            <a:extLst>
              <a:ext uri="{FF2B5EF4-FFF2-40B4-BE49-F238E27FC236}">
                <a16:creationId xmlns:a16="http://schemas.microsoft.com/office/drawing/2014/main" id="{9D1401BF-8362-4290-8AAB-93D931E1980F}"/>
              </a:ext>
            </a:extLst>
          </p:cNvPr>
          <p:cNvSpPr>
            <a:spLocks noGrp="1" noChangeArrowheads="1"/>
          </p:cNvSpPr>
          <p:nvPr>
            <p:ph type="dt" idx="10"/>
          </p:nvPr>
        </p:nvSpPr>
        <p:spPr>
          <a:ln/>
        </p:spPr>
        <p:txBody>
          <a:bodyPr/>
          <a:lstStyle>
            <a:lvl1pPr>
              <a:defRPr/>
            </a:lvl1pPr>
          </a:lstStyle>
          <a:p>
            <a:pPr>
              <a:defRPr/>
            </a:pPr>
            <a:endParaRPr lang="en-GB" dirty="0"/>
          </a:p>
        </p:txBody>
      </p:sp>
      <p:sp>
        <p:nvSpPr>
          <p:cNvPr id="5" name="Rectangle 5">
            <a:extLst>
              <a:ext uri="{FF2B5EF4-FFF2-40B4-BE49-F238E27FC236}">
                <a16:creationId xmlns:a16="http://schemas.microsoft.com/office/drawing/2014/main" id="{676F958A-CF84-47C1-A539-83DF7C64D0B0}"/>
              </a:ext>
            </a:extLst>
          </p:cNvPr>
          <p:cNvSpPr>
            <a:spLocks noGrp="1" noChangeArrowheads="1"/>
          </p:cNvSpPr>
          <p:nvPr>
            <p:ph type="ftr" idx="11"/>
          </p:nvPr>
        </p:nvSpPr>
        <p:spPr>
          <a:ln/>
        </p:spPr>
        <p:txBody>
          <a:bodyPr/>
          <a:lstStyle>
            <a:lvl1pPr>
              <a:defRPr/>
            </a:lvl1pPr>
          </a:lstStyle>
          <a:p>
            <a:pPr>
              <a:defRPr/>
            </a:pPr>
            <a:r>
              <a:rPr lang="nl-BE"/>
              <a:t>Practicum Computer Graphics: Bollen &amp; Cilinders</a:t>
            </a:r>
            <a:endParaRPr lang="en-GB" dirty="0"/>
          </a:p>
        </p:txBody>
      </p:sp>
      <p:sp>
        <p:nvSpPr>
          <p:cNvPr id="6" name="Rectangle 6">
            <a:extLst>
              <a:ext uri="{FF2B5EF4-FFF2-40B4-BE49-F238E27FC236}">
                <a16:creationId xmlns:a16="http://schemas.microsoft.com/office/drawing/2014/main" id="{F67D8C4B-F856-4A3A-9E40-06E559B15868}"/>
              </a:ext>
            </a:extLst>
          </p:cNvPr>
          <p:cNvSpPr>
            <a:spLocks noGrp="1" noChangeArrowheads="1"/>
          </p:cNvSpPr>
          <p:nvPr>
            <p:ph type="sldNum" idx="12"/>
          </p:nvPr>
        </p:nvSpPr>
        <p:spPr>
          <a:ln/>
        </p:spPr>
        <p:txBody>
          <a:bodyPr/>
          <a:lstStyle>
            <a:lvl1pPr>
              <a:defRPr/>
            </a:lvl1pPr>
          </a:lstStyle>
          <a:p>
            <a:fld id="{BC38DDFD-FF4E-47BB-BF5C-CA90BB235FE3}" type="slidenum">
              <a:rPr lang="en-GB" altLang="nl-NL"/>
              <a:pPr/>
              <a:t>‹#›</a:t>
            </a:fld>
            <a:endParaRPr lang="en-GB" altLang="nl-NL" dirty="0"/>
          </a:p>
        </p:txBody>
      </p:sp>
    </p:spTree>
    <p:extLst>
      <p:ext uri="{BB962C8B-B14F-4D97-AF65-F5344CB8AC3E}">
        <p14:creationId xmlns:p14="http://schemas.microsoft.com/office/powerpoint/2010/main" val="3121019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280275" y="179388"/>
            <a:ext cx="2259013" cy="6069012"/>
          </a:xfrm>
        </p:spPr>
        <p:txBody>
          <a:bodyPr vert="eaVert"/>
          <a:lstStyle/>
          <a:p>
            <a:r>
              <a:rPr lang="en-US"/>
              <a:t>Click to edit Master title style</a:t>
            </a:r>
            <a:endParaRPr lang="nl-BE"/>
          </a:p>
        </p:txBody>
      </p:sp>
      <p:sp>
        <p:nvSpPr>
          <p:cNvPr id="3" name="Vertical Text Placeholder 2"/>
          <p:cNvSpPr>
            <a:spLocks noGrp="1"/>
          </p:cNvSpPr>
          <p:nvPr>
            <p:ph type="body" orient="vert" idx="1"/>
          </p:nvPr>
        </p:nvSpPr>
        <p:spPr>
          <a:xfrm>
            <a:off x="503238" y="179388"/>
            <a:ext cx="6624637" cy="60690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Rectangle 4">
            <a:extLst>
              <a:ext uri="{FF2B5EF4-FFF2-40B4-BE49-F238E27FC236}">
                <a16:creationId xmlns:a16="http://schemas.microsoft.com/office/drawing/2014/main" id="{4AD4E5E6-CEE9-41CE-9B47-AB0730C6191E}"/>
              </a:ext>
            </a:extLst>
          </p:cNvPr>
          <p:cNvSpPr>
            <a:spLocks noGrp="1" noChangeArrowheads="1"/>
          </p:cNvSpPr>
          <p:nvPr>
            <p:ph type="dt" idx="10"/>
          </p:nvPr>
        </p:nvSpPr>
        <p:spPr>
          <a:ln/>
        </p:spPr>
        <p:txBody>
          <a:bodyPr/>
          <a:lstStyle>
            <a:lvl1pPr>
              <a:defRPr/>
            </a:lvl1pPr>
          </a:lstStyle>
          <a:p>
            <a:pPr>
              <a:defRPr/>
            </a:pPr>
            <a:endParaRPr lang="en-GB" dirty="0"/>
          </a:p>
        </p:txBody>
      </p:sp>
      <p:sp>
        <p:nvSpPr>
          <p:cNvPr id="5" name="Rectangle 5">
            <a:extLst>
              <a:ext uri="{FF2B5EF4-FFF2-40B4-BE49-F238E27FC236}">
                <a16:creationId xmlns:a16="http://schemas.microsoft.com/office/drawing/2014/main" id="{977CE53E-4FF6-45F9-B8F6-A9A9AFEDB525}"/>
              </a:ext>
            </a:extLst>
          </p:cNvPr>
          <p:cNvSpPr>
            <a:spLocks noGrp="1" noChangeArrowheads="1"/>
          </p:cNvSpPr>
          <p:nvPr>
            <p:ph type="ftr" idx="11"/>
          </p:nvPr>
        </p:nvSpPr>
        <p:spPr>
          <a:ln/>
        </p:spPr>
        <p:txBody>
          <a:bodyPr/>
          <a:lstStyle>
            <a:lvl1pPr>
              <a:defRPr/>
            </a:lvl1pPr>
          </a:lstStyle>
          <a:p>
            <a:pPr>
              <a:defRPr/>
            </a:pPr>
            <a:r>
              <a:rPr lang="nl-BE"/>
              <a:t>Practicum Computer Graphics: Bollen &amp; Cilinders</a:t>
            </a:r>
            <a:endParaRPr lang="en-GB" dirty="0"/>
          </a:p>
        </p:txBody>
      </p:sp>
      <p:sp>
        <p:nvSpPr>
          <p:cNvPr id="6" name="Rectangle 6">
            <a:extLst>
              <a:ext uri="{FF2B5EF4-FFF2-40B4-BE49-F238E27FC236}">
                <a16:creationId xmlns:a16="http://schemas.microsoft.com/office/drawing/2014/main" id="{855FD7B4-39D8-4388-8DBB-7A0FFFAC437A}"/>
              </a:ext>
            </a:extLst>
          </p:cNvPr>
          <p:cNvSpPr>
            <a:spLocks noGrp="1" noChangeArrowheads="1"/>
          </p:cNvSpPr>
          <p:nvPr>
            <p:ph type="sldNum" idx="12"/>
          </p:nvPr>
        </p:nvSpPr>
        <p:spPr>
          <a:ln/>
        </p:spPr>
        <p:txBody>
          <a:bodyPr/>
          <a:lstStyle>
            <a:lvl1pPr>
              <a:defRPr/>
            </a:lvl1pPr>
          </a:lstStyle>
          <a:p>
            <a:fld id="{D1669749-5E76-49AE-A208-14A6F6FD4530}" type="slidenum">
              <a:rPr lang="en-GB" altLang="nl-NL"/>
              <a:pPr/>
              <a:t>‹#›</a:t>
            </a:fld>
            <a:endParaRPr lang="en-GB" altLang="nl-NL" dirty="0"/>
          </a:p>
        </p:txBody>
      </p:sp>
    </p:spTree>
    <p:extLst>
      <p:ext uri="{BB962C8B-B14F-4D97-AF65-F5344CB8AC3E}">
        <p14:creationId xmlns:p14="http://schemas.microsoft.com/office/powerpoint/2010/main" val="8759953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5650" y="2347913"/>
            <a:ext cx="8569325" cy="1620837"/>
          </a:xfrm>
        </p:spPr>
        <p:txBody>
          <a:bodyPr/>
          <a:lstStyle/>
          <a:p>
            <a:r>
              <a:rPr lang="en-US"/>
              <a:t>Click to edit Master title style</a:t>
            </a:r>
            <a:endParaRPr lang="nl-BE"/>
          </a:p>
        </p:txBody>
      </p:sp>
      <p:sp>
        <p:nvSpPr>
          <p:cNvPr id="3" name="Subtitle 2"/>
          <p:cNvSpPr>
            <a:spLocks noGrp="1"/>
          </p:cNvSpPr>
          <p:nvPr>
            <p:ph type="subTitle" idx="1"/>
          </p:nvPr>
        </p:nvSpPr>
        <p:spPr>
          <a:xfrm>
            <a:off x="1512888" y="4283075"/>
            <a:ext cx="7056437" cy="1931988"/>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nl-BE"/>
          </a:p>
        </p:txBody>
      </p:sp>
    </p:spTree>
    <p:extLst>
      <p:ext uri="{BB962C8B-B14F-4D97-AF65-F5344CB8AC3E}">
        <p14:creationId xmlns:p14="http://schemas.microsoft.com/office/powerpoint/2010/main" val="32202834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BE"/>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Tree>
    <p:extLst>
      <p:ext uri="{BB962C8B-B14F-4D97-AF65-F5344CB8AC3E}">
        <p14:creationId xmlns:p14="http://schemas.microsoft.com/office/powerpoint/2010/main" val="13609716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6925" y="4857750"/>
            <a:ext cx="8567738" cy="1501775"/>
          </a:xfrm>
        </p:spPr>
        <p:txBody>
          <a:bodyPr anchor="t"/>
          <a:lstStyle>
            <a:lvl1pPr algn="l">
              <a:defRPr sz="4000" b="1" cap="all"/>
            </a:lvl1pPr>
          </a:lstStyle>
          <a:p>
            <a:r>
              <a:rPr lang="en-US"/>
              <a:t>Click to edit Master title style</a:t>
            </a:r>
            <a:endParaRPr lang="nl-BE"/>
          </a:p>
        </p:txBody>
      </p:sp>
      <p:sp>
        <p:nvSpPr>
          <p:cNvPr id="3" name="Text Placeholder 2"/>
          <p:cNvSpPr>
            <a:spLocks noGrp="1"/>
          </p:cNvSpPr>
          <p:nvPr>
            <p:ph type="body" idx="1"/>
          </p:nvPr>
        </p:nvSpPr>
        <p:spPr>
          <a:xfrm>
            <a:off x="796925" y="3203575"/>
            <a:ext cx="8567738" cy="1654175"/>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7793320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BE"/>
          </a:p>
        </p:txBody>
      </p:sp>
      <p:sp>
        <p:nvSpPr>
          <p:cNvPr id="3" name="Content Placeholder 2"/>
          <p:cNvSpPr>
            <a:spLocks noGrp="1"/>
          </p:cNvSpPr>
          <p:nvPr>
            <p:ph sz="half" idx="1"/>
          </p:nvPr>
        </p:nvSpPr>
        <p:spPr>
          <a:xfrm>
            <a:off x="698500" y="1181100"/>
            <a:ext cx="4260850" cy="49879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Content Placeholder 3"/>
          <p:cNvSpPr>
            <a:spLocks noGrp="1"/>
          </p:cNvSpPr>
          <p:nvPr>
            <p:ph sz="half" idx="2"/>
          </p:nvPr>
        </p:nvSpPr>
        <p:spPr>
          <a:xfrm>
            <a:off x="5111750" y="1181100"/>
            <a:ext cx="4262438" cy="49879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Tree>
    <p:extLst>
      <p:ext uri="{BB962C8B-B14F-4D97-AF65-F5344CB8AC3E}">
        <p14:creationId xmlns:p14="http://schemas.microsoft.com/office/powerpoint/2010/main" val="29384668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4825" y="303213"/>
            <a:ext cx="9072563" cy="1258887"/>
          </a:xfrm>
        </p:spPr>
        <p:txBody>
          <a:bodyPr/>
          <a:lstStyle>
            <a:lvl1pPr>
              <a:defRPr/>
            </a:lvl1pPr>
          </a:lstStyle>
          <a:p>
            <a:r>
              <a:rPr lang="en-US"/>
              <a:t>Click to edit Master title style</a:t>
            </a:r>
            <a:endParaRPr lang="nl-BE"/>
          </a:p>
        </p:txBody>
      </p:sp>
      <p:sp>
        <p:nvSpPr>
          <p:cNvPr id="3" name="Text Placeholder 2"/>
          <p:cNvSpPr>
            <a:spLocks noGrp="1"/>
          </p:cNvSpPr>
          <p:nvPr>
            <p:ph type="body" idx="1"/>
          </p:nvPr>
        </p:nvSpPr>
        <p:spPr>
          <a:xfrm>
            <a:off x="504825" y="1692275"/>
            <a:ext cx="4452938" cy="7048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04825" y="2397125"/>
            <a:ext cx="4452938" cy="43561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5" name="Text Placeholder 4"/>
          <p:cNvSpPr>
            <a:spLocks noGrp="1"/>
          </p:cNvSpPr>
          <p:nvPr>
            <p:ph type="body" sz="quarter" idx="3"/>
          </p:nvPr>
        </p:nvSpPr>
        <p:spPr>
          <a:xfrm>
            <a:off x="5121275" y="1692275"/>
            <a:ext cx="4456113" cy="7048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21275" y="2397125"/>
            <a:ext cx="4456113" cy="43561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Tree>
    <p:extLst>
      <p:ext uri="{BB962C8B-B14F-4D97-AF65-F5344CB8AC3E}">
        <p14:creationId xmlns:p14="http://schemas.microsoft.com/office/powerpoint/2010/main" val="34652383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BE"/>
          </a:p>
        </p:txBody>
      </p:sp>
    </p:spTree>
    <p:extLst>
      <p:ext uri="{BB962C8B-B14F-4D97-AF65-F5344CB8AC3E}">
        <p14:creationId xmlns:p14="http://schemas.microsoft.com/office/powerpoint/2010/main" val="4080581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548983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4825" y="301625"/>
            <a:ext cx="3316288" cy="1279525"/>
          </a:xfrm>
        </p:spPr>
        <p:txBody>
          <a:bodyPr anchor="b"/>
          <a:lstStyle>
            <a:lvl1pPr algn="l">
              <a:defRPr sz="2000" b="1"/>
            </a:lvl1pPr>
          </a:lstStyle>
          <a:p>
            <a:r>
              <a:rPr lang="en-US"/>
              <a:t>Click to edit Master title style</a:t>
            </a:r>
            <a:endParaRPr lang="nl-BE"/>
          </a:p>
        </p:txBody>
      </p:sp>
      <p:sp>
        <p:nvSpPr>
          <p:cNvPr id="3" name="Content Placeholder 2"/>
          <p:cNvSpPr>
            <a:spLocks noGrp="1"/>
          </p:cNvSpPr>
          <p:nvPr>
            <p:ph idx="1"/>
          </p:nvPr>
        </p:nvSpPr>
        <p:spPr>
          <a:xfrm>
            <a:off x="3941763" y="301625"/>
            <a:ext cx="5635625" cy="64516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Text Placeholder 3"/>
          <p:cNvSpPr>
            <a:spLocks noGrp="1"/>
          </p:cNvSpPr>
          <p:nvPr>
            <p:ph type="body" sz="half" idx="2"/>
          </p:nvPr>
        </p:nvSpPr>
        <p:spPr>
          <a:xfrm>
            <a:off x="504825" y="1581150"/>
            <a:ext cx="3316288" cy="51720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1006838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76438" y="5291138"/>
            <a:ext cx="6048375" cy="625475"/>
          </a:xfrm>
        </p:spPr>
        <p:txBody>
          <a:bodyPr anchor="b"/>
          <a:lstStyle>
            <a:lvl1pPr algn="l">
              <a:defRPr sz="2000" b="1"/>
            </a:lvl1pPr>
          </a:lstStyle>
          <a:p>
            <a:r>
              <a:rPr lang="en-US"/>
              <a:t>Click to edit Master title style</a:t>
            </a:r>
            <a:endParaRPr lang="nl-BE"/>
          </a:p>
        </p:txBody>
      </p:sp>
      <p:sp>
        <p:nvSpPr>
          <p:cNvPr id="3" name="Picture Placeholder 2"/>
          <p:cNvSpPr>
            <a:spLocks noGrp="1"/>
          </p:cNvSpPr>
          <p:nvPr>
            <p:ph type="pic" idx="1"/>
          </p:nvPr>
        </p:nvSpPr>
        <p:spPr>
          <a:xfrm>
            <a:off x="1976438" y="674688"/>
            <a:ext cx="6048375" cy="45370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nl-BE" noProof="0"/>
          </a:p>
        </p:txBody>
      </p:sp>
      <p:sp>
        <p:nvSpPr>
          <p:cNvPr id="4" name="Text Placeholder 3"/>
          <p:cNvSpPr>
            <a:spLocks noGrp="1"/>
          </p:cNvSpPr>
          <p:nvPr>
            <p:ph type="body" sz="half" idx="2"/>
          </p:nvPr>
        </p:nvSpPr>
        <p:spPr>
          <a:xfrm>
            <a:off x="1976438" y="5916613"/>
            <a:ext cx="6048375" cy="8874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85847240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BE"/>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Tree>
    <p:extLst>
      <p:ext uri="{BB962C8B-B14F-4D97-AF65-F5344CB8AC3E}">
        <p14:creationId xmlns:p14="http://schemas.microsoft.com/office/powerpoint/2010/main" val="399911535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213600" y="76200"/>
            <a:ext cx="2170113" cy="6092825"/>
          </a:xfrm>
        </p:spPr>
        <p:txBody>
          <a:bodyPr vert="eaVert"/>
          <a:lstStyle/>
          <a:p>
            <a:r>
              <a:rPr lang="en-US"/>
              <a:t>Click to edit Master title style</a:t>
            </a:r>
            <a:endParaRPr lang="nl-BE"/>
          </a:p>
        </p:txBody>
      </p:sp>
      <p:sp>
        <p:nvSpPr>
          <p:cNvPr id="3" name="Vertical Text Placeholder 2"/>
          <p:cNvSpPr>
            <a:spLocks noGrp="1"/>
          </p:cNvSpPr>
          <p:nvPr>
            <p:ph type="body" orient="vert" idx="1"/>
          </p:nvPr>
        </p:nvSpPr>
        <p:spPr>
          <a:xfrm>
            <a:off x="698500" y="76200"/>
            <a:ext cx="6362700" cy="60928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Tree>
    <p:extLst>
      <p:ext uri="{BB962C8B-B14F-4D97-AF65-F5344CB8AC3E}">
        <p14:creationId xmlns:p14="http://schemas.microsoft.com/office/powerpoint/2010/main" val="7840559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1654175" y="76200"/>
            <a:ext cx="7729538" cy="1174750"/>
          </a:xfrm>
        </p:spPr>
        <p:txBody>
          <a:bodyPr/>
          <a:lstStyle/>
          <a:p>
            <a:r>
              <a:rPr lang="en-US"/>
              <a:t>Click to edit Master title style</a:t>
            </a:r>
            <a:endParaRPr lang="nl-BE"/>
          </a:p>
        </p:txBody>
      </p:sp>
    </p:spTree>
    <p:extLst>
      <p:ext uri="{BB962C8B-B14F-4D97-AF65-F5344CB8AC3E}">
        <p14:creationId xmlns:p14="http://schemas.microsoft.com/office/powerpoint/2010/main" val="24452448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26" name="Picture 1">
            <a:extLst>
              <a:ext uri="{FF2B5EF4-FFF2-40B4-BE49-F238E27FC236}">
                <a16:creationId xmlns:a16="http://schemas.microsoft.com/office/drawing/2014/main" id="{A2D5153A-63FB-4CAE-A38D-DA2A92747275}"/>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6840538"/>
            <a:ext cx="10080625"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
        <p:nvSpPr>
          <p:cNvPr id="1027" name="Rectangle 2">
            <a:extLst>
              <a:ext uri="{FF2B5EF4-FFF2-40B4-BE49-F238E27FC236}">
                <a16:creationId xmlns:a16="http://schemas.microsoft.com/office/drawing/2014/main" id="{723F6ABA-3F9D-49CA-95C8-FA28CF6281F3}"/>
              </a:ext>
            </a:extLst>
          </p:cNvPr>
          <p:cNvSpPr>
            <a:spLocks noGrp="1" noChangeArrowheads="1"/>
          </p:cNvSpPr>
          <p:nvPr>
            <p:ph type="title"/>
          </p:nvPr>
        </p:nvSpPr>
        <p:spPr bwMode="auto">
          <a:xfrm>
            <a:off x="1260475" y="179388"/>
            <a:ext cx="8278813" cy="89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ctr" anchorCtr="0" compatLnSpc="1">
            <a:prstTxWarp prst="textNoShape">
              <a:avLst/>
            </a:prstTxWarp>
          </a:bodyPr>
          <a:lstStyle/>
          <a:p>
            <a:pPr lvl="0"/>
            <a:r>
              <a:rPr lang="en-GB" altLang="nl-NL"/>
              <a:t>Click to edit the title text format</a:t>
            </a:r>
          </a:p>
        </p:txBody>
      </p:sp>
      <p:sp>
        <p:nvSpPr>
          <p:cNvPr id="1028" name="Rectangle 3">
            <a:extLst>
              <a:ext uri="{FF2B5EF4-FFF2-40B4-BE49-F238E27FC236}">
                <a16:creationId xmlns:a16="http://schemas.microsoft.com/office/drawing/2014/main" id="{49A71141-509F-42AC-8BAA-A308B4289040}"/>
              </a:ext>
            </a:extLst>
          </p:cNvPr>
          <p:cNvSpPr>
            <a:spLocks noGrp="1" noChangeArrowheads="1"/>
          </p:cNvSpPr>
          <p:nvPr>
            <p:ph type="body" idx="1"/>
          </p:nvPr>
        </p:nvSpPr>
        <p:spPr bwMode="auto">
          <a:xfrm>
            <a:off x="503238" y="1260475"/>
            <a:ext cx="9034462" cy="498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0" tIns="57456" rIns="0" bIns="0" numCol="1" anchor="t" anchorCtr="0" compatLnSpc="1">
            <a:prstTxWarp prst="textNoShape">
              <a:avLst/>
            </a:prstTxWarp>
          </a:bodyPr>
          <a:lstStyle/>
          <a:p>
            <a:pPr lvl="0"/>
            <a:r>
              <a:rPr lang="en-GB" altLang="nl-NL"/>
              <a:t>Click to edit the outline text format</a:t>
            </a:r>
          </a:p>
          <a:p>
            <a:pPr lvl="1"/>
            <a:r>
              <a:rPr lang="en-GB" altLang="nl-NL"/>
              <a:t>Second Outline Level</a:t>
            </a:r>
          </a:p>
          <a:p>
            <a:pPr lvl="2"/>
            <a:r>
              <a:rPr lang="en-GB" altLang="nl-NL"/>
              <a:t>Third Outline Level</a:t>
            </a:r>
          </a:p>
          <a:p>
            <a:pPr lvl="3"/>
            <a:r>
              <a:rPr lang="en-GB" altLang="nl-NL"/>
              <a:t>Fourth Outline Level</a:t>
            </a:r>
          </a:p>
          <a:p>
            <a:pPr lvl="4"/>
            <a:r>
              <a:rPr lang="en-GB" altLang="nl-NL"/>
              <a:t>Fifth Outline Level</a:t>
            </a:r>
          </a:p>
          <a:p>
            <a:pPr lvl="4"/>
            <a:r>
              <a:rPr lang="en-GB" altLang="nl-NL"/>
              <a:t>Sixth Outline Level</a:t>
            </a:r>
          </a:p>
          <a:p>
            <a:pPr lvl="4"/>
            <a:r>
              <a:rPr lang="en-GB" altLang="nl-NL"/>
              <a:t>Seventh Outline Level</a:t>
            </a:r>
          </a:p>
          <a:p>
            <a:pPr lvl="4"/>
            <a:r>
              <a:rPr lang="en-GB" altLang="nl-NL"/>
              <a:t>Eighth Outline Level</a:t>
            </a:r>
          </a:p>
          <a:p>
            <a:pPr lvl="4"/>
            <a:r>
              <a:rPr lang="en-GB" altLang="nl-NL"/>
              <a:t>Ninth Outline Level</a:t>
            </a:r>
          </a:p>
        </p:txBody>
      </p:sp>
      <p:sp>
        <p:nvSpPr>
          <p:cNvPr id="2" name="Rectangle 4">
            <a:extLst>
              <a:ext uri="{FF2B5EF4-FFF2-40B4-BE49-F238E27FC236}">
                <a16:creationId xmlns:a16="http://schemas.microsoft.com/office/drawing/2014/main" id="{19723656-48DE-4476-BA9B-6D72CFE9EBD9}"/>
              </a:ext>
            </a:extLst>
          </p:cNvPr>
          <p:cNvSpPr>
            <a:spLocks noGrp="1" noChangeArrowheads="1"/>
          </p:cNvSpPr>
          <p:nvPr>
            <p:ph type="dt"/>
          </p:nvPr>
        </p:nvSpPr>
        <p:spPr bwMode="auto">
          <a:xfrm>
            <a:off x="2332038" y="7380288"/>
            <a:ext cx="2346325" cy="519112"/>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lvl1pPr eaLnBrk="1" hangingPunct="0">
              <a:lnSpc>
                <a:spcPct val="108000"/>
              </a:lnSpc>
              <a:buClr>
                <a:srgbClr val="000000"/>
              </a:buClr>
              <a:buSzPct val="100000"/>
              <a:buFont typeface="Times New Roman" pitchFamily="16" charset="0"/>
              <a:buNone/>
              <a:tabLst>
                <a:tab pos="723900" algn="l"/>
                <a:tab pos="1447800" algn="l"/>
                <a:tab pos="2171700" algn="l"/>
              </a:tabLst>
              <a:defRPr sz="1400">
                <a:solidFill>
                  <a:srgbClr val="000000"/>
                </a:solidFill>
                <a:latin typeface="+mn-lt"/>
                <a:ea typeface="+mn-ea"/>
                <a:cs typeface="DejaVu Sans" charset="0"/>
              </a:defRPr>
            </a:lvl1pPr>
          </a:lstStyle>
          <a:p>
            <a:pPr>
              <a:defRPr/>
            </a:pPr>
            <a:endParaRPr lang="en-GB" dirty="0"/>
          </a:p>
        </p:txBody>
      </p:sp>
      <p:sp>
        <p:nvSpPr>
          <p:cNvPr id="1029" name="Rectangle 5">
            <a:extLst>
              <a:ext uri="{FF2B5EF4-FFF2-40B4-BE49-F238E27FC236}">
                <a16:creationId xmlns:a16="http://schemas.microsoft.com/office/drawing/2014/main" id="{B4ECBC5F-E3DF-41CC-A447-580B1B0ED8AC}"/>
              </a:ext>
            </a:extLst>
          </p:cNvPr>
          <p:cNvSpPr>
            <a:spLocks noGrp="1" noChangeArrowheads="1"/>
          </p:cNvSpPr>
          <p:nvPr>
            <p:ph type="ftr"/>
          </p:nvPr>
        </p:nvSpPr>
        <p:spPr bwMode="auto">
          <a:xfrm>
            <a:off x="4319588" y="7199313"/>
            <a:ext cx="4992687" cy="358775"/>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lvl1pPr algn="ctr" eaLnBrk="1" hangingPunct="0">
              <a:lnSpc>
                <a:spcPct val="108000"/>
              </a:lnSpc>
              <a:buClr>
                <a:srgbClr val="000000"/>
              </a:buClr>
              <a:buSzPct val="100000"/>
              <a:buFont typeface="Times New Roman" pitchFamily="16" charset="0"/>
              <a:buNone/>
              <a:tabLst>
                <a:tab pos="723900" algn="l"/>
                <a:tab pos="1447800" algn="l"/>
                <a:tab pos="2171700" algn="l"/>
                <a:tab pos="2895600" algn="l"/>
                <a:tab pos="3619500" algn="l"/>
                <a:tab pos="4343400" algn="l"/>
              </a:tabLst>
              <a:defRPr sz="1400" i="1">
                <a:solidFill>
                  <a:srgbClr val="FFFFFF"/>
                </a:solidFill>
                <a:latin typeface="+mn-lt"/>
                <a:ea typeface="+mn-ea"/>
                <a:cs typeface="DejaVu Sans" charset="0"/>
              </a:defRPr>
            </a:lvl1pPr>
          </a:lstStyle>
          <a:p>
            <a:pPr>
              <a:defRPr/>
            </a:pPr>
            <a:r>
              <a:rPr lang="nl-BE"/>
              <a:t>Practicum Computer Graphics: Bollen &amp; Cilinders</a:t>
            </a:r>
            <a:endParaRPr lang="en-GB" dirty="0"/>
          </a:p>
        </p:txBody>
      </p:sp>
      <p:sp>
        <p:nvSpPr>
          <p:cNvPr id="1030" name="Rectangle 6">
            <a:extLst>
              <a:ext uri="{FF2B5EF4-FFF2-40B4-BE49-F238E27FC236}">
                <a16:creationId xmlns:a16="http://schemas.microsoft.com/office/drawing/2014/main" id="{377088D2-9692-4141-928D-4FCA26B75B95}"/>
              </a:ext>
            </a:extLst>
          </p:cNvPr>
          <p:cNvSpPr>
            <a:spLocks noGrp="1" noChangeArrowheads="1"/>
          </p:cNvSpPr>
          <p:nvPr>
            <p:ph type="sldNum"/>
          </p:nvPr>
        </p:nvSpPr>
        <p:spPr bwMode="auto">
          <a:xfrm>
            <a:off x="9720263" y="7199313"/>
            <a:ext cx="1068387" cy="358775"/>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lvl1pPr eaLnBrk="1">
              <a:lnSpc>
                <a:spcPct val="108000"/>
              </a:lnSpc>
              <a:buClr>
                <a:srgbClr val="000000"/>
              </a:buClr>
              <a:buSzPct val="100000"/>
              <a:buFont typeface="Times New Roman" panose="02020603050405020304" pitchFamily="18" charset="0"/>
              <a:buNone/>
              <a:defRPr sz="1400">
                <a:solidFill>
                  <a:srgbClr val="FFFFFF"/>
                </a:solidFill>
                <a:latin typeface="FreeSans" pitchFamily="32" charset="0"/>
              </a:defRPr>
            </a:lvl1pPr>
          </a:lstStyle>
          <a:p>
            <a:fld id="{805C43D4-931E-4FAB-AF7A-6C799EBA6591}" type="slidenum">
              <a:rPr lang="en-GB" altLang="nl-NL"/>
              <a:pPr/>
              <a:t>‹#›</a:t>
            </a:fld>
            <a:endParaRPr lang="en-GB" altLang="nl-NL" dirty="0"/>
          </a:p>
        </p:txBody>
      </p:sp>
      <p:pic>
        <p:nvPicPr>
          <p:cNvPr id="1032" name="Picture 7">
            <a:extLst>
              <a:ext uri="{FF2B5EF4-FFF2-40B4-BE49-F238E27FC236}">
                <a16:creationId xmlns:a16="http://schemas.microsoft.com/office/drawing/2014/main" id="{9165ABB6-4267-417C-A2EC-8FF3FAE8A83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50825" y="260350"/>
            <a:ext cx="892175"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pic>
        <p:nvPicPr>
          <p:cNvPr id="1033" name="Picture 8">
            <a:extLst>
              <a:ext uri="{FF2B5EF4-FFF2-40B4-BE49-F238E27FC236}">
                <a16:creationId xmlns:a16="http://schemas.microsoft.com/office/drawing/2014/main" id="{44C898C1-3DFC-41CA-A389-6A01DA36F285}"/>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432300" y="4843463"/>
            <a:ext cx="1322388" cy="132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Tree>
  </p:cSld>
  <p:clrMap bg1="lt1" tx1="dk1" bg2="lt2" tx2="dk2" accent1="accent1" accent2="accent2" accent3="accent3" accent4="accent4" accent5="accent5" accent6="accent6" hlink="hlink" folHlink="folHlink"/>
  <p:sldLayoutIdLst>
    <p:sldLayoutId id="2147484226" r:id="rId1"/>
    <p:sldLayoutId id="2147484248" r:id="rId2"/>
    <p:sldLayoutId id="2147484227" r:id="rId3"/>
    <p:sldLayoutId id="2147484228" r:id="rId4"/>
    <p:sldLayoutId id="2147484229" r:id="rId5"/>
    <p:sldLayoutId id="2147484230" r:id="rId6"/>
    <p:sldLayoutId id="2147484231" r:id="rId7"/>
    <p:sldLayoutId id="2147484232" r:id="rId8"/>
    <p:sldLayoutId id="2147484233" r:id="rId9"/>
    <p:sldLayoutId id="2147484234" r:id="rId10"/>
    <p:sldLayoutId id="2147484235" r:id="rId11"/>
  </p:sldLayoutIdLst>
  <p:hf hdr="0" dt="0"/>
  <p:txStyles>
    <p:titleStyle>
      <a:lvl1pPr algn="l" defTabSz="449263" rtl="0" eaLnBrk="0" fontAlgn="base" hangingPunct="0">
        <a:lnSpc>
          <a:spcPct val="108000"/>
        </a:lnSpc>
        <a:spcBef>
          <a:spcPct val="0"/>
        </a:spcBef>
        <a:spcAft>
          <a:spcPct val="0"/>
        </a:spcAft>
        <a:buClr>
          <a:srgbClr val="000000"/>
        </a:buClr>
        <a:buSzPct val="100000"/>
        <a:buFont typeface="Times New Roman" panose="02020603050405020304" pitchFamily="18" charset="0"/>
        <a:defRPr sz="2800" b="1">
          <a:solidFill>
            <a:srgbClr val="003D64"/>
          </a:solidFill>
          <a:latin typeface="+mj-lt"/>
          <a:ea typeface="ＭＳ Ｐゴシック" charset="0"/>
          <a:cs typeface="+mj-cs"/>
        </a:defRPr>
      </a:lvl1pPr>
      <a:lvl2pPr algn="l" defTabSz="449263" rtl="0" eaLnBrk="0" fontAlgn="base" hangingPunct="0">
        <a:lnSpc>
          <a:spcPct val="108000"/>
        </a:lnSpc>
        <a:spcBef>
          <a:spcPct val="0"/>
        </a:spcBef>
        <a:spcAft>
          <a:spcPct val="0"/>
        </a:spcAft>
        <a:buClr>
          <a:srgbClr val="000000"/>
        </a:buClr>
        <a:buSzPct val="100000"/>
        <a:buFont typeface="Times New Roman" panose="02020603050405020304" pitchFamily="18" charset="0"/>
        <a:defRPr sz="2800" b="1">
          <a:solidFill>
            <a:srgbClr val="003D64"/>
          </a:solidFill>
          <a:latin typeface="FreeSans" pitchFamily="32" charset="0"/>
          <a:ea typeface="ＭＳ Ｐゴシック" charset="0"/>
          <a:cs typeface="WenQuanYi Zen Hei" charset="0"/>
        </a:defRPr>
      </a:lvl2pPr>
      <a:lvl3pPr algn="l" defTabSz="449263" rtl="0" eaLnBrk="0" fontAlgn="base" hangingPunct="0">
        <a:lnSpc>
          <a:spcPct val="108000"/>
        </a:lnSpc>
        <a:spcBef>
          <a:spcPct val="0"/>
        </a:spcBef>
        <a:spcAft>
          <a:spcPct val="0"/>
        </a:spcAft>
        <a:buClr>
          <a:srgbClr val="000000"/>
        </a:buClr>
        <a:buSzPct val="100000"/>
        <a:buFont typeface="Times New Roman" panose="02020603050405020304" pitchFamily="18" charset="0"/>
        <a:defRPr sz="2800" b="1">
          <a:solidFill>
            <a:srgbClr val="003D64"/>
          </a:solidFill>
          <a:latin typeface="FreeSans" pitchFamily="32" charset="0"/>
          <a:ea typeface="ＭＳ Ｐゴシック" charset="0"/>
          <a:cs typeface="WenQuanYi Zen Hei" charset="0"/>
        </a:defRPr>
      </a:lvl3pPr>
      <a:lvl4pPr algn="l" defTabSz="449263" rtl="0" eaLnBrk="0" fontAlgn="base" hangingPunct="0">
        <a:lnSpc>
          <a:spcPct val="108000"/>
        </a:lnSpc>
        <a:spcBef>
          <a:spcPct val="0"/>
        </a:spcBef>
        <a:spcAft>
          <a:spcPct val="0"/>
        </a:spcAft>
        <a:buClr>
          <a:srgbClr val="000000"/>
        </a:buClr>
        <a:buSzPct val="100000"/>
        <a:buFont typeface="Times New Roman" panose="02020603050405020304" pitchFamily="18" charset="0"/>
        <a:defRPr sz="2800" b="1">
          <a:solidFill>
            <a:srgbClr val="003D64"/>
          </a:solidFill>
          <a:latin typeface="FreeSans" pitchFamily="32" charset="0"/>
          <a:ea typeface="ＭＳ Ｐゴシック" charset="0"/>
          <a:cs typeface="WenQuanYi Zen Hei" charset="0"/>
        </a:defRPr>
      </a:lvl4pPr>
      <a:lvl5pPr algn="l" defTabSz="449263" rtl="0" eaLnBrk="0" fontAlgn="base" hangingPunct="0">
        <a:lnSpc>
          <a:spcPct val="108000"/>
        </a:lnSpc>
        <a:spcBef>
          <a:spcPct val="0"/>
        </a:spcBef>
        <a:spcAft>
          <a:spcPct val="0"/>
        </a:spcAft>
        <a:buClr>
          <a:srgbClr val="000000"/>
        </a:buClr>
        <a:buSzPct val="100000"/>
        <a:buFont typeface="Times New Roman" panose="02020603050405020304" pitchFamily="18" charset="0"/>
        <a:defRPr sz="2800" b="1">
          <a:solidFill>
            <a:srgbClr val="003D64"/>
          </a:solidFill>
          <a:latin typeface="FreeSans" pitchFamily="32" charset="0"/>
          <a:ea typeface="ＭＳ Ｐゴシック" charset="0"/>
          <a:cs typeface="WenQuanYi Zen Hei" charset="0"/>
        </a:defRPr>
      </a:lvl5pPr>
      <a:lvl6pPr marL="2514600" indent="-228600" algn="l" defTabSz="449263" rtl="0" fontAlgn="base" hangingPunct="0">
        <a:lnSpc>
          <a:spcPct val="108000"/>
        </a:lnSpc>
        <a:spcBef>
          <a:spcPct val="0"/>
        </a:spcBef>
        <a:spcAft>
          <a:spcPct val="0"/>
        </a:spcAft>
        <a:buClr>
          <a:srgbClr val="000000"/>
        </a:buClr>
        <a:buSzPct val="100000"/>
        <a:buFont typeface="Times New Roman" pitchFamily="16" charset="0"/>
        <a:defRPr sz="2800" b="1">
          <a:solidFill>
            <a:srgbClr val="003D64"/>
          </a:solidFill>
          <a:latin typeface="FreeSans" pitchFamily="32" charset="0"/>
          <a:ea typeface="WenQuanYi Zen Hei" charset="0"/>
          <a:cs typeface="WenQuanYi Zen Hei" charset="0"/>
        </a:defRPr>
      </a:lvl6pPr>
      <a:lvl7pPr marL="2971800" indent="-228600" algn="l" defTabSz="449263" rtl="0" fontAlgn="base" hangingPunct="0">
        <a:lnSpc>
          <a:spcPct val="108000"/>
        </a:lnSpc>
        <a:spcBef>
          <a:spcPct val="0"/>
        </a:spcBef>
        <a:spcAft>
          <a:spcPct val="0"/>
        </a:spcAft>
        <a:buClr>
          <a:srgbClr val="000000"/>
        </a:buClr>
        <a:buSzPct val="100000"/>
        <a:buFont typeface="Times New Roman" pitchFamily="16" charset="0"/>
        <a:defRPr sz="2800" b="1">
          <a:solidFill>
            <a:srgbClr val="003D64"/>
          </a:solidFill>
          <a:latin typeface="FreeSans" pitchFamily="32" charset="0"/>
          <a:ea typeface="WenQuanYi Zen Hei" charset="0"/>
          <a:cs typeface="WenQuanYi Zen Hei" charset="0"/>
        </a:defRPr>
      </a:lvl7pPr>
      <a:lvl8pPr marL="3429000" indent="-228600" algn="l" defTabSz="449263" rtl="0" fontAlgn="base" hangingPunct="0">
        <a:lnSpc>
          <a:spcPct val="108000"/>
        </a:lnSpc>
        <a:spcBef>
          <a:spcPct val="0"/>
        </a:spcBef>
        <a:spcAft>
          <a:spcPct val="0"/>
        </a:spcAft>
        <a:buClr>
          <a:srgbClr val="000000"/>
        </a:buClr>
        <a:buSzPct val="100000"/>
        <a:buFont typeface="Times New Roman" pitchFamily="16" charset="0"/>
        <a:defRPr sz="2800" b="1">
          <a:solidFill>
            <a:srgbClr val="003D64"/>
          </a:solidFill>
          <a:latin typeface="FreeSans" pitchFamily="32" charset="0"/>
          <a:ea typeface="WenQuanYi Zen Hei" charset="0"/>
          <a:cs typeface="WenQuanYi Zen Hei" charset="0"/>
        </a:defRPr>
      </a:lvl8pPr>
      <a:lvl9pPr marL="3886200" indent="-228600" algn="l" defTabSz="449263" rtl="0" fontAlgn="base" hangingPunct="0">
        <a:lnSpc>
          <a:spcPct val="108000"/>
        </a:lnSpc>
        <a:spcBef>
          <a:spcPct val="0"/>
        </a:spcBef>
        <a:spcAft>
          <a:spcPct val="0"/>
        </a:spcAft>
        <a:buClr>
          <a:srgbClr val="000000"/>
        </a:buClr>
        <a:buSzPct val="100000"/>
        <a:buFont typeface="Times New Roman" pitchFamily="16" charset="0"/>
        <a:defRPr sz="2800" b="1">
          <a:solidFill>
            <a:srgbClr val="003D64"/>
          </a:solidFill>
          <a:latin typeface="FreeSans" pitchFamily="32" charset="0"/>
          <a:ea typeface="WenQuanYi Zen Hei" charset="0"/>
          <a:cs typeface="WenQuanYi Zen Hei" charset="0"/>
        </a:defRPr>
      </a:lvl9pPr>
    </p:titleStyle>
    <p:bodyStyle>
      <a:lvl1pPr marL="342900" indent="-342900" algn="l" defTabSz="449263" rtl="0" eaLnBrk="0" fontAlgn="base" hangingPunct="0">
        <a:lnSpc>
          <a:spcPct val="81000"/>
        </a:lnSpc>
        <a:spcBef>
          <a:spcPct val="0"/>
        </a:spcBef>
        <a:spcAft>
          <a:spcPts val="1413"/>
        </a:spcAft>
        <a:buClr>
          <a:srgbClr val="053A60"/>
        </a:buClr>
        <a:buSzPct val="100000"/>
        <a:buFont typeface="Arial" panose="020B0604020202020204" pitchFamily="34" charset="0"/>
        <a:buChar char="•"/>
        <a:defRPr sz="2400" b="1">
          <a:solidFill>
            <a:srgbClr val="003D64"/>
          </a:solidFill>
          <a:latin typeface="+mn-lt"/>
          <a:ea typeface="ＭＳ Ｐゴシック" charset="0"/>
          <a:cs typeface="+mn-cs"/>
        </a:defRPr>
      </a:lvl1pPr>
      <a:lvl2pPr marL="742950" indent="-285750" algn="l" defTabSz="449263" rtl="0" eaLnBrk="0" fontAlgn="base" hangingPunct="0">
        <a:lnSpc>
          <a:spcPct val="81000"/>
        </a:lnSpc>
        <a:spcBef>
          <a:spcPct val="0"/>
        </a:spcBef>
        <a:spcAft>
          <a:spcPts val="1138"/>
        </a:spcAft>
        <a:buClr>
          <a:srgbClr val="053A60"/>
        </a:buClr>
        <a:buSzPct val="100000"/>
        <a:buFont typeface="Times New Roman" panose="02020603050405020304" pitchFamily="18" charset="0"/>
        <a:buChar char="–"/>
        <a:defRPr sz="2200">
          <a:solidFill>
            <a:srgbClr val="003D64"/>
          </a:solidFill>
          <a:latin typeface="+mn-lt"/>
          <a:ea typeface="+mn-ea"/>
          <a:cs typeface="+mn-cs"/>
        </a:defRPr>
      </a:lvl2pPr>
      <a:lvl3pPr marL="1143000" indent="-228600" algn="l" defTabSz="449263" rtl="0" eaLnBrk="0" fontAlgn="base" hangingPunct="0">
        <a:lnSpc>
          <a:spcPct val="81000"/>
        </a:lnSpc>
        <a:spcBef>
          <a:spcPct val="0"/>
        </a:spcBef>
        <a:spcAft>
          <a:spcPts val="850"/>
        </a:spcAft>
        <a:buClr>
          <a:srgbClr val="053A60"/>
        </a:buClr>
        <a:buSzPct val="100000"/>
        <a:buFont typeface="Times New Roman" panose="02020603050405020304" pitchFamily="18" charset="0"/>
        <a:buChar char="•"/>
        <a:defRPr sz="2000">
          <a:solidFill>
            <a:srgbClr val="003D64"/>
          </a:solidFill>
          <a:latin typeface="+mn-lt"/>
          <a:ea typeface="+mn-ea"/>
          <a:cs typeface="+mn-cs"/>
        </a:defRPr>
      </a:lvl3pPr>
      <a:lvl4pPr marL="1600200" indent="-228600" algn="l" defTabSz="449263" rtl="0" eaLnBrk="0" fontAlgn="base" hangingPunct="0">
        <a:lnSpc>
          <a:spcPct val="81000"/>
        </a:lnSpc>
        <a:spcBef>
          <a:spcPct val="0"/>
        </a:spcBef>
        <a:spcAft>
          <a:spcPts val="575"/>
        </a:spcAft>
        <a:buClr>
          <a:srgbClr val="053A60"/>
        </a:buClr>
        <a:buSzPct val="100000"/>
        <a:buFont typeface="Times New Roman" panose="02020603050405020304" pitchFamily="18" charset="0"/>
        <a:buChar char="–"/>
        <a:defRPr sz="2000">
          <a:solidFill>
            <a:srgbClr val="003D64"/>
          </a:solidFill>
          <a:latin typeface="+mn-lt"/>
          <a:ea typeface="+mn-ea"/>
          <a:cs typeface="+mn-cs"/>
        </a:defRPr>
      </a:lvl4pPr>
      <a:lvl5pPr marL="2057400" indent="-228600" algn="l" defTabSz="449263" rtl="0" eaLnBrk="0" fontAlgn="base" hangingPunct="0">
        <a:lnSpc>
          <a:spcPct val="81000"/>
        </a:lnSpc>
        <a:spcBef>
          <a:spcPct val="0"/>
        </a:spcBef>
        <a:spcAft>
          <a:spcPts val="288"/>
        </a:spcAft>
        <a:buClr>
          <a:srgbClr val="053A60"/>
        </a:buClr>
        <a:buSzPct val="100000"/>
        <a:buFont typeface="Times New Roman" panose="02020603050405020304" pitchFamily="18" charset="0"/>
        <a:buChar char="»"/>
        <a:defRPr sz="2000">
          <a:solidFill>
            <a:srgbClr val="003D64"/>
          </a:solidFill>
          <a:latin typeface="+mn-lt"/>
          <a:ea typeface="+mn-ea"/>
          <a:cs typeface="+mn-cs"/>
        </a:defRPr>
      </a:lvl5pPr>
      <a:lvl6pPr marL="2514600" indent="-228600" algn="l" defTabSz="449263" rtl="0" fontAlgn="base" hangingPunct="0">
        <a:lnSpc>
          <a:spcPct val="81000"/>
        </a:lnSpc>
        <a:spcBef>
          <a:spcPct val="0"/>
        </a:spcBef>
        <a:spcAft>
          <a:spcPts val="288"/>
        </a:spcAft>
        <a:buClr>
          <a:srgbClr val="000000"/>
        </a:buClr>
        <a:buSzPct val="100000"/>
        <a:buFont typeface="Times New Roman" pitchFamily="16" charset="0"/>
        <a:defRPr>
          <a:solidFill>
            <a:srgbClr val="003D64"/>
          </a:solidFill>
          <a:latin typeface="+mn-lt"/>
          <a:ea typeface="+mn-ea"/>
          <a:cs typeface="+mn-cs"/>
        </a:defRPr>
      </a:lvl6pPr>
      <a:lvl7pPr marL="2971800" indent="-228600" algn="l" defTabSz="449263" rtl="0" fontAlgn="base" hangingPunct="0">
        <a:lnSpc>
          <a:spcPct val="81000"/>
        </a:lnSpc>
        <a:spcBef>
          <a:spcPct val="0"/>
        </a:spcBef>
        <a:spcAft>
          <a:spcPts val="288"/>
        </a:spcAft>
        <a:buClr>
          <a:srgbClr val="000000"/>
        </a:buClr>
        <a:buSzPct val="100000"/>
        <a:buFont typeface="Times New Roman" pitchFamily="16" charset="0"/>
        <a:defRPr>
          <a:solidFill>
            <a:srgbClr val="003D64"/>
          </a:solidFill>
          <a:latin typeface="+mn-lt"/>
          <a:ea typeface="+mn-ea"/>
          <a:cs typeface="+mn-cs"/>
        </a:defRPr>
      </a:lvl7pPr>
      <a:lvl8pPr marL="3429000" indent="-228600" algn="l" defTabSz="449263" rtl="0" fontAlgn="base" hangingPunct="0">
        <a:lnSpc>
          <a:spcPct val="81000"/>
        </a:lnSpc>
        <a:spcBef>
          <a:spcPct val="0"/>
        </a:spcBef>
        <a:spcAft>
          <a:spcPts val="288"/>
        </a:spcAft>
        <a:buClr>
          <a:srgbClr val="000000"/>
        </a:buClr>
        <a:buSzPct val="100000"/>
        <a:buFont typeface="Times New Roman" pitchFamily="16" charset="0"/>
        <a:defRPr>
          <a:solidFill>
            <a:srgbClr val="003D64"/>
          </a:solidFill>
          <a:latin typeface="+mn-lt"/>
          <a:ea typeface="+mn-ea"/>
          <a:cs typeface="+mn-cs"/>
        </a:defRPr>
      </a:lvl8pPr>
      <a:lvl9pPr marL="3886200" indent="-228600" algn="l" defTabSz="449263" rtl="0" fontAlgn="base" hangingPunct="0">
        <a:lnSpc>
          <a:spcPct val="81000"/>
        </a:lnSpc>
        <a:spcBef>
          <a:spcPct val="0"/>
        </a:spcBef>
        <a:spcAft>
          <a:spcPts val="288"/>
        </a:spcAft>
        <a:buClr>
          <a:srgbClr val="000000"/>
        </a:buClr>
        <a:buSzPct val="100000"/>
        <a:buFont typeface="Times New Roman" pitchFamily="16" charset="0"/>
        <a:defRPr>
          <a:solidFill>
            <a:srgbClr val="003D64"/>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3314" name="Picture 1">
            <a:extLst>
              <a:ext uri="{FF2B5EF4-FFF2-40B4-BE49-F238E27FC236}">
                <a16:creationId xmlns:a16="http://schemas.microsoft.com/office/drawing/2014/main" id="{42A3F32F-D71A-46E7-A55B-4DD67F1CD737}"/>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12813" y="6929438"/>
            <a:ext cx="9166225" cy="63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
        <p:nvSpPr>
          <p:cNvPr id="13315" name="Rectangle 2">
            <a:extLst>
              <a:ext uri="{FF2B5EF4-FFF2-40B4-BE49-F238E27FC236}">
                <a16:creationId xmlns:a16="http://schemas.microsoft.com/office/drawing/2014/main" id="{3C0C1987-19B2-4E34-8938-07CDAD7241E3}"/>
              </a:ext>
            </a:extLst>
          </p:cNvPr>
          <p:cNvSpPr>
            <a:spLocks noGrp="1" noChangeArrowheads="1"/>
          </p:cNvSpPr>
          <p:nvPr>
            <p:ph type="title"/>
          </p:nvPr>
        </p:nvSpPr>
        <p:spPr bwMode="auto">
          <a:xfrm>
            <a:off x="1654175" y="76200"/>
            <a:ext cx="7729538" cy="117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ctr" anchorCtr="0" compatLnSpc="1">
            <a:prstTxWarp prst="textNoShape">
              <a:avLst/>
            </a:prstTxWarp>
          </a:bodyPr>
          <a:lstStyle/>
          <a:p>
            <a:pPr lvl="0"/>
            <a:r>
              <a:rPr lang="en-GB" altLang="nl-NL"/>
              <a:t>Click to edit the title text format</a:t>
            </a:r>
          </a:p>
        </p:txBody>
      </p:sp>
      <p:sp>
        <p:nvSpPr>
          <p:cNvPr id="13316" name="Rectangle 3">
            <a:extLst>
              <a:ext uri="{FF2B5EF4-FFF2-40B4-BE49-F238E27FC236}">
                <a16:creationId xmlns:a16="http://schemas.microsoft.com/office/drawing/2014/main" id="{F603FD8E-8DE0-4004-A3A1-6991F4EE4F4E}"/>
              </a:ext>
            </a:extLst>
          </p:cNvPr>
          <p:cNvSpPr>
            <a:spLocks noGrp="1" noChangeArrowheads="1"/>
          </p:cNvSpPr>
          <p:nvPr>
            <p:ph type="body" idx="1"/>
          </p:nvPr>
        </p:nvSpPr>
        <p:spPr bwMode="auto">
          <a:xfrm>
            <a:off x="698500" y="1181100"/>
            <a:ext cx="8675688" cy="498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lvl="0"/>
            <a:r>
              <a:rPr lang="en-GB" altLang="nl-NL"/>
              <a:t>Click to edit the outline text format</a:t>
            </a:r>
          </a:p>
          <a:p>
            <a:pPr lvl="1"/>
            <a:r>
              <a:rPr lang="en-GB" altLang="nl-NL"/>
              <a:t>Second Outline Level</a:t>
            </a:r>
          </a:p>
          <a:p>
            <a:pPr lvl="2"/>
            <a:r>
              <a:rPr lang="en-GB" altLang="nl-NL"/>
              <a:t>Third Outline Level</a:t>
            </a:r>
          </a:p>
          <a:p>
            <a:pPr lvl="3"/>
            <a:r>
              <a:rPr lang="en-GB" altLang="nl-NL"/>
              <a:t>Fourth Outline Level</a:t>
            </a:r>
          </a:p>
          <a:p>
            <a:pPr lvl="4"/>
            <a:r>
              <a:rPr lang="en-GB" altLang="nl-NL"/>
              <a:t>Fifth Outline Level</a:t>
            </a:r>
          </a:p>
          <a:p>
            <a:pPr lvl="4"/>
            <a:r>
              <a:rPr lang="en-GB" altLang="nl-NL"/>
              <a:t>Sixth Outline Level</a:t>
            </a:r>
          </a:p>
          <a:p>
            <a:pPr lvl="4"/>
            <a:r>
              <a:rPr lang="en-GB" altLang="nl-NL"/>
              <a:t>Seventh Outline Level</a:t>
            </a:r>
          </a:p>
          <a:p>
            <a:pPr lvl="4"/>
            <a:r>
              <a:rPr lang="en-GB" altLang="nl-NL"/>
              <a:t>Eighth Outline Level</a:t>
            </a:r>
          </a:p>
          <a:p>
            <a:pPr lvl="4"/>
            <a:r>
              <a:rPr lang="en-GB" altLang="nl-NL"/>
              <a:t>Ninth Outline Level</a:t>
            </a:r>
          </a:p>
        </p:txBody>
      </p:sp>
    </p:spTree>
  </p:cSld>
  <p:clrMap bg1="lt1" tx1="dk1" bg2="lt2" tx2="dk2" accent1="accent1" accent2="accent2" accent3="accent3" accent4="accent4" accent5="accent5" accent6="accent6" hlink="hlink" folHlink="folHlink"/>
  <p:sldLayoutIdLst>
    <p:sldLayoutId id="2147484236" r:id="rId1"/>
    <p:sldLayoutId id="2147484237" r:id="rId2"/>
    <p:sldLayoutId id="2147484238" r:id="rId3"/>
    <p:sldLayoutId id="2147484239" r:id="rId4"/>
    <p:sldLayoutId id="2147484240" r:id="rId5"/>
    <p:sldLayoutId id="2147484241" r:id="rId6"/>
    <p:sldLayoutId id="2147484242" r:id="rId7"/>
    <p:sldLayoutId id="2147484243" r:id="rId8"/>
    <p:sldLayoutId id="2147484244" r:id="rId9"/>
    <p:sldLayoutId id="2147484245" r:id="rId10"/>
    <p:sldLayoutId id="2147484246" r:id="rId11"/>
    <p:sldLayoutId id="2147484247" r:id="rId12"/>
  </p:sldLayoutIdLst>
  <p:hf hdr="0" dt="0"/>
  <p:txStyles>
    <p:titleStyle>
      <a:lvl1pPr algn="l" defTabSz="449263" rtl="0" eaLnBrk="0" fontAlgn="base" hangingPunct="0">
        <a:spcBef>
          <a:spcPct val="0"/>
        </a:spcBef>
        <a:spcAft>
          <a:spcPct val="0"/>
        </a:spcAft>
        <a:buClr>
          <a:srgbClr val="000000"/>
        </a:buClr>
        <a:buSzPct val="100000"/>
        <a:buFont typeface="Times New Roman" panose="02020603050405020304" pitchFamily="18" charset="0"/>
        <a:defRPr sz="4300">
          <a:solidFill>
            <a:srgbClr val="003D62"/>
          </a:solidFill>
          <a:latin typeface="+mj-lt"/>
          <a:ea typeface="ＭＳ Ｐゴシック" charset="0"/>
          <a:cs typeface="+mj-cs"/>
        </a:defRPr>
      </a:lvl1pPr>
      <a:lvl2pPr algn="l" defTabSz="449263" rtl="0" eaLnBrk="0" fontAlgn="base" hangingPunct="0">
        <a:spcBef>
          <a:spcPct val="0"/>
        </a:spcBef>
        <a:spcAft>
          <a:spcPct val="0"/>
        </a:spcAft>
        <a:buClr>
          <a:srgbClr val="000000"/>
        </a:buClr>
        <a:buSzPct val="100000"/>
        <a:buFont typeface="Times New Roman" panose="02020603050405020304" pitchFamily="18" charset="0"/>
        <a:defRPr sz="4300">
          <a:solidFill>
            <a:srgbClr val="003D62"/>
          </a:solidFill>
          <a:latin typeface="Verdana" pitchFamily="32" charset="0"/>
          <a:ea typeface="ＭＳ Ｐゴシック" charset="0"/>
          <a:cs typeface="DejaVu Sans" charset="0"/>
        </a:defRPr>
      </a:lvl2pPr>
      <a:lvl3pPr algn="l" defTabSz="449263" rtl="0" eaLnBrk="0" fontAlgn="base" hangingPunct="0">
        <a:spcBef>
          <a:spcPct val="0"/>
        </a:spcBef>
        <a:spcAft>
          <a:spcPct val="0"/>
        </a:spcAft>
        <a:buClr>
          <a:srgbClr val="000000"/>
        </a:buClr>
        <a:buSzPct val="100000"/>
        <a:buFont typeface="Times New Roman" panose="02020603050405020304" pitchFamily="18" charset="0"/>
        <a:defRPr sz="4300">
          <a:solidFill>
            <a:srgbClr val="003D62"/>
          </a:solidFill>
          <a:latin typeface="Verdana" pitchFamily="32" charset="0"/>
          <a:ea typeface="ＭＳ Ｐゴシック" charset="0"/>
          <a:cs typeface="DejaVu Sans" charset="0"/>
        </a:defRPr>
      </a:lvl3pPr>
      <a:lvl4pPr algn="l" defTabSz="449263" rtl="0" eaLnBrk="0" fontAlgn="base" hangingPunct="0">
        <a:spcBef>
          <a:spcPct val="0"/>
        </a:spcBef>
        <a:spcAft>
          <a:spcPct val="0"/>
        </a:spcAft>
        <a:buClr>
          <a:srgbClr val="000000"/>
        </a:buClr>
        <a:buSzPct val="100000"/>
        <a:buFont typeface="Times New Roman" panose="02020603050405020304" pitchFamily="18" charset="0"/>
        <a:defRPr sz="4300">
          <a:solidFill>
            <a:srgbClr val="003D62"/>
          </a:solidFill>
          <a:latin typeface="Verdana" pitchFamily="32" charset="0"/>
          <a:ea typeface="ＭＳ Ｐゴシック" charset="0"/>
          <a:cs typeface="DejaVu Sans" charset="0"/>
        </a:defRPr>
      </a:lvl4pPr>
      <a:lvl5pPr algn="l" defTabSz="449263" rtl="0" eaLnBrk="0" fontAlgn="base" hangingPunct="0">
        <a:spcBef>
          <a:spcPct val="0"/>
        </a:spcBef>
        <a:spcAft>
          <a:spcPct val="0"/>
        </a:spcAft>
        <a:buClr>
          <a:srgbClr val="000000"/>
        </a:buClr>
        <a:buSzPct val="100000"/>
        <a:buFont typeface="Times New Roman" panose="02020603050405020304" pitchFamily="18" charset="0"/>
        <a:defRPr sz="4300">
          <a:solidFill>
            <a:srgbClr val="003D62"/>
          </a:solidFill>
          <a:latin typeface="Verdana" pitchFamily="32" charset="0"/>
          <a:ea typeface="ＭＳ Ｐゴシック" charset="0"/>
          <a:cs typeface="DejaVu Sans" charset="0"/>
        </a:defRPr>
      </a:lvl5pPr>
      <a:lvl6pPr marL="2514600" indent="-228600" algn="l" defTabSz="449263" rtl="0" fontAlgn="base">
        <a:spcBef>
          <a:spcPct val="0"/>
        </a:spcBef>
        <a:spcAft>
          <a:spcPct val="0"/>
        </a:spcAft>
        <a:buClr>
          <a:srgbClr val="000000"/>
        </a:buClr>
        <a:buSzPct val="100000"/>
        <a:buFont typeface="Times New Roman" pitchFamily="16" charset="0"/>
        <a:defRPr sz="4300">
          <a:solidFill>
            <a:srgbClr val="003D62"/>
          </a:solidFill>
          <a:latin typeface="Verdana" pitchFamily="32" charset="0"/>
          <a:cs typeface="DejaVu Sans" charset="0"/>
        </a:defRPr>
      </a:lvl6pPr>
      <a:lvl7pPr marL="2971800" indent="-228600" algn="l" defTabSz="449263" rtl="0" fontAlgn="base">
        <a:spcBef>
          <a:spcPct val="0"/>
        </a:spcBef>
        <a:spcAft>
          <a:spcPct val="0"/>
        </a:spcAft>
        <a:buClr>
          <a:srgbClr val="000000"/>
        </a:buClr>
        <a:buSzPct val="100000"/>
        <a:buFont typeface="Times New Roman" pitchFamily="16" charset="0"/>
        <a:defRPr sz="4300">
          <a:solidFill>
            <a:srgbClr val="003D62"/>
          </a:solidFill>
          <a:latin typeface="Verdana" pitchFamily="32" charset="0"/>
          <a:cs typeface="DejaVu Sans" charset="0"/>
        </a:defRPr>
      </a:lvl7pPr>
      <a:lvl8pPr marL="3429000" indent="-228600" algn="l" defTabSz="449263" rtl="0" fontAlgn="base">
        <a:spcBef>
          <a:spcPct val="0"/>
        </a:spcBef>
        <a:spcAft>
          <a:spcPct val="0"/>
        </a:spcAft>
        <a:buClr>
          <a:srgbClr val="000000"/>
        </a:buClr>
        <a:buSzPct val="100000"/>
        <a:buFont typeface="Times New Roman" pitchFamily="16" charset="0"/>
        <a:defRPr sz="4300">
          <a:solidFill>
            <a:srgbClr val="003D62"/>
          </a:solidFill>
          <a:latin typeface="Verdana" pitchFamily="32" charset="0"/>
          <a:cs typeface="DejaVu Sans" charset="0"/>
        </a:defRPr>
      </a:lvl8pPr>
      <a:lvl9pPr marL="3886200" indent="-228600" algn="l" defTabSz="449263" rtl="0" fontAlgn="base">
        <a:spcBef>
          <a:spcPct val="0"/>
        </a:spcBef>
        <a:spcAft>
          <a:spcPct val="0"/>
        </a:spcAft>
        <a:buClr>
          <a:srgbClr val="000000"/>
        </a:buClr>
        <a:buSzPct val="100000"/>
        <a:buFont typeface="Times New Roman" pitchFamily="16" charset="0"/>
        <a:defRPr sz="4300">
          <a:solidFill>
            <a:srgbClr val="003D62"/>
          </a:solidFill>
          <a:latin typeface="Verdana" pitchFamily="32" charset="0"/>
          <a:cs typeface="DejaVu Sans" charset="0"/>
        </a:defRPr>
      </a:lvl9pPr>
    </p:titleStyle>
    <p:bodyStyle>
      <a:lvl1pPr marL="342900" indent="-342900" algn="l" defTabSz="449263" rtl="0" eaLnBrk="0" fontAlgn="base" hangingPunct="0">
        <a:spcBef>
          <a:spcPts val="688"/>
        </a:spcBef>
        <a:spcAft>
          <a:spcPct val="0"/>
        </a:spcAft>
        <a:buClr>
          <a:srgbClr val="000000"/>
        </a:buClr>
        <a:buSzPct val="100000"/>
        <a:buFont typeface="Times New Roman" panose="02020603050405020304" pitchFamily="18" charset="0"/>
        <a:buChar char="•"/>
        <a:defRPr sz="2800">
          <a:solidFill>
            <a:srgbClr val="003D62"/>
          </a:solidFill>
          <a:latin typeface="+mn-lt"/>
          <a:ea typeface="ＭＳ Ｐゴシック" charset="0"/>
          <a:cs typeface="+mn-cs"/>
        </a:defRPr>
      </a:lvl1pPr>
      <a:lvl2pPr marL="742950" indent="-285750" algn="l" defTabSz="449263" rtl="0" eaLnBrk="0" fontAlgn="base" hangingPunct="0">
        <a:spcBef>
          <a:spcPts val="613"/>
        </a:spcBef>
        <a:spcAft>
          <a:spcPct val="0"/>
        </a:spcAft>
        <a:buClr>
          <a:srgbClr val="000000"/>
        </a:buClr>
        <a:buSzPct val="100000"/>
        <a:buFont typeface="Times New Roman" panose="02020603050405020304" pitchFamily="18" charset="0"/>
        <a:buChar char="–"/>
        <a:defRPr sz="2400">
          <a:solidFill>
            <a:srgbClr val="003D62"/>
          </a:solidFill>
          <a:latin typeface="+mn-lt"/>
          <a:ea typeface="DejaVu Sans" charset="0"/>
          <a:cs typeface="+mn-cs"/>
        </a:defRPr>
      </a:lvl2pPr>
      <a:lvl3pPr marL="1143000" indent="-228600" algn="l" defTabSz="449263" rtl="0" eaLnBrk="0" fontAlgn="base" hangingPunct="0">
        <a:spcBef>
          <a:spcPts val="663"/>
        </a:spcBef>
        <a:spcAft>
          <a:spcPct val="0"/>
        </a:spcAft>
        <a:buClr>
          <a:srgbClr val="000000"/>
        </a:buClr>
        <a:buSzPct val="100000"/>
        <a:buFont typeface="Times New Roman" panose="02020603050405020304" pitchFamily="18" charset="0"/>
        <a:buChar char="•"/>
        <a:defRPr sz="2700">
          <a:solidFill>
            <a:srgbClr val="003D62"/>
          </a:solidFill>
          <a:latin typeface="+mn-lt"/>
          <a:ea typeface="DejaVu Sans" charset="0"/>
          <a:cs typeface="+mn-cs"/>
        </a:defRPr>
      </a:lvl3pPr>
      <a:lvl4pPr marL="1600200" indent="-228600" algn="l" defTabSz="449263" rtl="0" eaLnBrk="0" fontAlgn="base" hangingPunct="0">
        <a:spcBef>
          <a:spcPts val="438"/>
        </a:spcBef>
        <a:spcAft>
          <a:spcPct val="0"/>
        </a:spcAft>
        <a:buClr>
          <a:srgbClr val="000000"/>
        </a:buClr>
        <a:buSzPct val="100000"/>
        <a:buFont typeface="Times New Roman" panose="02020603050405020304" pitchFamily="18" charset="0"/>
        <a:buChar char="–"/>
        <a:defRPr sz="2000">
          <a:solidFill>
            <a:srgbClr val="003D62"/>
          </a:solidFill>
          <a:latin typeface="+mn-lt"/>
          <a:ea typeface="DejaVu Sans" charset="0"/>
          <a:cs typeface="+mn-cs"/>
        </a:defRPr>
      </a:lvl4pPr>
      <a:lvl5pPr marL="2057400" indent="-228600" algn="l" defTabSz="449263" rtl="0" eaLnBrk="0" fontAlgn="base" hangingPunct="0">
        <a:spcBef>
          <a:spcPts val="438"/>
        </a:spcBef>
        <a:spcAft>
          <a:spcPct val="0"/>
        </a:spcAft>
        <a:buClr>
          <a:srgbClr val="000000"/>
        </a:buClr>
        <a:buSzPct val="100000"/>
        <a:buFont typeface="Times New Roman" panose="02020603050405020304" pitchFamily="18" charset="0"/>
        <a:buChar char="»"/>
        <a:defRPr sz="2000">
          <a:solidFill>
            <a:srgbClr val="003D62"/>
          </a:solidFill>
          <a:latin typeface="+mn-lt"/>
          <a:ea typeface="DejaVu Sans" charset="0"/>
          <a:cs typeface="+mn-cs"/>
        </a:defRPr>
      </a:lvl5pPr>
      <a:lvl6pPr marL="2514600" indent="-228600" algn="l" defTabSz="449263" rtl="0" fontAlgn="base">
        <a:spcBef>
          <a:spcPts val="438"/>
        </a:spcBef>
        <a:spcAft>
          <a:spcPct val="0"/>
        </a:spcAft>
        <a:buClr>
          <a:srgbClr val="000000"/>
        </a:buClr>
        <a:buSzPct val="100000"/>
        <a:buFont typeface="Times New Roman" pitchFamily="16" charset="0"/>
        <a:defRPr>
          <a:solidFill>
            <a:srgbClr val="003D62"/>
          </a:solidFill>
          <a:latin typeface="+mn-lt"/>
          <a:cs typeface="+mn-cs"/>
        </a:defRPr>
      </a:lvl6pPr>
      <a:lvl7pPr marL="2971800" indent="-228600" algn="l" defTabSz="449263" rtl="0" fontAlgn="base">
        <a:spcBef>
          <a:spcPts val="438"/>
        </a:spcBef>
        <a:spcAft>
          <a:spcPct val="0"/>
        </a:spcAft>
        <a:buClr>
          <a:srgbClr val="000000"/>
        </a:buClr>
        <a:buSzPct val="100000"/>
        <a:buFont typeface="Times New Roman" pitchFamily="16" charset="0"/>
        <a:defRPr>
          <a:solidFill>
            <a:srgbClr val="003D62"/>
          </a:solidFill>
          <a:latin typeface="+mn-lt"/>
          <a:cs typeface="+mn-cs"/>
        </a:defRPr>
      </a:lvl7pPr>
      <a:lvl8pPr marL="3429000" indent="-228600" algn="l" defTabSz="449263" rtl="0" fontAlgn="base">
        <a:spcBef>
          <a:spcPts val="438"/>
        </a:spcBef>
        <a:spcAft>
          <a:spcPct val="0"/>
        </a:spcAft>
        <a:buClr>
          <a:srgbClr val="000000"/>
        </a:buClr>
        <a:buSzPct val="100000"/>
        <a:buFont typeface="Times New Roman" pitchFamily="16" charset="0"/>
        <a:defRPr>
          <a:solidFill>
            <a:srgbClr val="003D62"/>
          </a:solidFill>
          <a:latin typeface="+mn-lt"/>
          <a:cs typeface="+mn-cs"/>
        </a:defRPr>
      </a:lvl8pPr>
      <a:lvl9pPr marL="3886200" indent="-228600" algn="l" defTabSz="449263" rtl="0" fontAlgn="base">
        <a:spcBef>
          <a:spcPts val="438"/>
        </a:spcBef>
        <a:spcAft>
          <a:spcPct val="0"/>
        </a:spcAft>
        <a:buClr>
          <a:srgbClr val="000000"/>
        </a:buClr>
        <a:buSzPct val="100000"/>
        <a:buFont typeface="Times New Roman" pitchFamily="16" charset="0"/>
        <a:defRPr>
          <a:solidFill>
            <a:srgbClr val="003D62"/>
          </a:solidFill>
          <a:latin typeface="+mn-lt"/>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3.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slideLayout" Target="../slideLayouts/slideLayout2.xml"/><Relationship Id="rId1" Type="http://schemas.openxmlformats.org/officeDocument/2006/relationships/tags" Target="../tags/tag4.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1">
            <a:extLst>
              <a:ext uri="{FF2B5EF4-FFF2-40B4-BE49-F238E27FC236}">
                <a16:creationId xmlns:a16="http://schemas.microsoft.com/office/drawing/2014/main" id="{05CFFD28-A63B-475B-B31D-A5AAEC44885A}"/>
              </a:ext>
            </a:extLst>
          </p:cNvPr>
          <p:cNvSpPr>
            <a:spLocks noGrp="1" noChangeArrowheads="1"/>
          </p:cNvSpPr>
          <p:nvPr>
            <p:ph type="title"/>
          </p:nvPr>
        </p:nvSpPr>
        <p:spPr>
          <a:xfrm>
            <a:off x="682625" y="1422400"/>
            <a:ext cx="8677275" cy="571500"/>
          </a:xfrm>
        </p:spPr>
        <p:txBody>
          <a:bodyPr anchor="b"/>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nl-NL" sz="3600" b="1" dirty="0">
                <a:ea typeface="ＭＳ Ｐゴシック" panose="020B0600070205080204" pitchFamily="34" charset="-128"/>
              </a:rPr>
              <a:t>Opdracht </a:t>
            </a:r>
            <a:r>
              <a:rPr lang="nl-BE" altLang="nl-NL" sz="3600" b="1" dirty="0">
                <a:ea typeface="ＭＳ Ｐゴシック" panose="020B0600070205080204" pitchFamily="34" charset="-128"/>
              </a:rPr>
              <a:t>Bollen</a:t>
            </a:r>
            <a:r>
              <a:rPr lang="en-GB" altLang="nl-NL" sz="3600" b="1" dirty="0">
                <a:ea typeface="ＭＳ Ｐゴシック" panose="020B0600070205080204" pitchFamily="34" charset="-128"/>
              </a:rPr>
              <a:t> &amp; </a:t>
            </a:r>
            <a:r>
              <a:rPr lang="en-GB" altLang="nl-NL" sz="3600" b="1" dirty="0" err="1">
                <a:ea typeface="ＭＳ Ｐゴシック" panose="020B0600070205080204" pitchFamily="34" charset="-128"/>
              </a:rPr>
              <a:t>Cilinders</a:t>
            </a:r>
            <a:endParaRPr lang="en-GB" altLang="nl-NL" sz="3600" b="1" dirty="0">
              <a:ea typeface="ＭＳ Ｐゴシック" panose="020B0600070205080204" pitchFamily="34" charset="-128"/>
            </a:endParaRPr>
          </a:p>
        </p:txBody>
      </p:sp>
      <p:sp>
        <p:nvSpPr>
          <p:cNvPr id="15362" name="Text Box 2">
            <a:extLst>
              <a:ext uri="{FF2B5EF4-FFF2-40B4-BE49-F238E27FC236}">
                <a16:creationId xmlns:a16="http://schemas.microsoft.com/office/drawing/2014/main" id="{3E8206F0-29DA-4B16-AEA6-281BFC097760}"/>
              </a:ext>
            </a:extLst>
          </p:cNvPr>
          <p:cNvSpPr txBox="1">
            <a:spLocks noChangeArrowheads="1"/>
          </p:cNvSpPr>
          <p:nvPr/>
        </p:nvSpPr>
        <p:spPr bwMode="auto">
          <a:xfrm>
            <a:off x="682625" y="1993900"/>
            <a:ext cx="8677275"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nchor="t"/>
          <a:lstStyle>
            <a:lvl1pPr>
              <a:spcBef>
                <a:spcPts val="688"/>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3D62"/>
                </a:solidFill>
                <a:latin typeface="Verdana" panose="020B0604030504040204" pitchFamily="34" charset="0"/>
                <a:ea typeface="ＭＳ Ｐゴシック" panose="020B0600070205080204" pitchFamily="34" charset="-128"/>
                <a:cs typeface="DejaVu Sans" charset="0"/>
              </a:defRPr>
            </a:lvl1pPr>
            <a:lvl2pPr>
              <a:spcBef>
                <a:spcPts val="613"/>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3D62"/>
                </a:solidFill>
                <a:latin typeface="Verdana" panose="020B0604030504040204" pitchFamily="34" charset="0"/>
                <a:ea typeface="DejaVu Sans" charset="0"/>
                <a:cs typeface="DejaVu Sans" charset="0"/>
              </a:defRPr>
            </a:lvl2pPr>
            <a:lvl3pPr>
              <a:spcBef>
                <a:spcPts val="663"/>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700">
                <a:solidFill>
                  <a:srgbClr val="003D62"/>
                </a:solidFill>
                <a:latin typeface="Verdana" panose="020B0604030504040204" pitchFamily="34" charset="0"/>
                <a:ea typeface="DejaVu Sans" charset="0"/>
                <a:cs typeface="DejaVu Sans" charset="0"/>
              </a:defRPr>
            </a:lvl3pPr>
            <a:lvl4pPr>
              <a:spcBef>
                <a:spcPts val="438"/>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3D62"/>
                </a:solidFill>
                <a:latin typeface="Verdana" panose="020B0604030504040204" pitchFamily="34" charset="0"/>
                <a:ea typeface="DejaVu Sans" charset="0"/>
                <a:cs typeface="DejaVu Sans" charset="0"/>
              </a:defRPr>
            </a:lvl4pPr>
            <a:lvl5pPr>
              <a:spcBef>
                <a:spcPts val="438"/>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3D62"/>
                </a:solidFill>
                <a:latin typeface="Verdana" panose="020B0604030504040204" pitchFamily="34" charset="0"/>
                <a:ea typeface="DejaVu Sans" charset="0"/>
                <a:cs typeface="DejaVu Sans" charset="0"/>
              </a:defRPr>
            </a:lvl5pPr>
            <a:lvl6pPr marL="2514600" indent="-228600" defTabSz="449263" eaLnBrk="0" fontAlgn="base" hangingPunct="0">
              <a:spcBef>
                <a:spcPts val="438"/>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3D62"/>
                </a:solidFill>
                <a:latin typeface="Verdana" panose="020B0604030504040204" pitchFamily="34" charset="0"/>
                <a:ea typeface="DejaVu Sans" charset="0"/>
                <a:cs typeface="DejaVu Sans" charset="0"/>
              </a:defRPr>
            </a:lvl6pPr>
            <a:lvl7pPr marL="2971800" indent="-228600" defTabSz="449263" eaLnBrk="0" fontAlgn="base" hangingPunct="0">
              <a:spcBef>
                <a:spcPts val="438"/>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3D62"/>
                </a:solidFill>
                <a:latin typeface="Verdana" panose="020B0604030504040204" pitchFamily="34" charset="0"/>
                <a:ea typeface="DejaVu Sans" charset="0"/>
                <a:cs typeface="DejaVu Sans" charset="0"/>
              </a:defRPr>
            </a:lvl7pPr>
            <a:lvl8pPr marL="3429000" indent="-228600" defTabSz="449263" eaLnBrk="0" fontAlgn="base" hangingPunct="0">
              <a:spcBef>
                <a:spcPts val="438"/>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3D62"/>
                </a:solidFill>
                <a:latin typeface="Verdana" panose="020B0604030504040204" pitchFamily="34" charset="0"/>
                <a:ea typeface="DejaVu Sans" charset="0"/>
                <a:cs typeface="DejaVu Sans" charset="0"/>
              </a:defRPr>
            </a:lvl8pPr>
            <a:lvl9pPr marL="3886200" indent="-228600" defTabSz="449263" eaLnBrk="0" fontAlgn="base" hangingPunct="0">
              <a:spcBef>
                <a:spcPts val="438"/>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3D62"/>
                </a:solidFill>
                <a:latin typeface="Verdana" panose="020B0604030504040204" pitchFamily="34" charset="0"/>
                <a:ea typeface="DejaVu Sans" charset="0"/>
                <a:cs typeface="DejaVu Sans" charset="0"/>
              </a:defRPr>
            </a:lvl9pPr>
          </a:lstStyle>
          <a:p>
            <a:pPr eaLnBrk="1" hangingPunct="1">
              <a:spcBef>
                <a:spcPts val="500"/>
              </a:spcBef>
              <a:buClrTx/>
              <a:buNone/>
            </a:pPr>
            <a:r>
              <a:rPr lang="en-GB" altLang="nl-NL" sz="2000" dirty="0">
                <a:solidFill>
                  <a:srgbClr val="7E002F"/>
                </a:solidFill>
                <a:latin typeface="Verdana"/>
                <a:ea typeface="ＭＳ Ｐゴシック"/>
              </a:rPr>
              <a:t>Tim Apers</a:t>
            </a:r>
          </a:p>
        </p:txBody>
      </p:sp>
      <p:pic>
        <p:nvPicPr>
          <p:cNvPr id="15363" name="Picture 5">
            <a:extLst>
              <a:ext uri="{FF2B5EF4-FFF2-40B4-BE49-F238E27FC236}">
                <a16:creationId xmlns:a16="http://schemas.microsoft.com/office/drawing/2014/main" id="{DC445316-5D71-47F2-B0FD-7E2A6E8DDF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125" y="136525"/>
            <a:ext cx="1338263"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pic>
        <p:nvPicPr>
          <p:cNvPr id="15364" name="Picture 5" descr="8_spheres_and_cilinders.bmp">
            <a:extLst>
              <a:ext uri="{FF2B5EF4-FFF2-40B4-BE49-F238E27FC236}">
                <a16:creationId xmlns:a16="http://schemas.microsoft.com/office/drawing/2014/main" id="{B0EE7FD1-44A0-4BAC-8BFE-E853290703E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87020" y="2882670"/>
            <a:ext cx="3771900" cy="3929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Afbeelding 2" descr="Afbeelding met gras, veld, koraal, staand&#10;&#10;Beschrijving is gegenereerd met zeer hoge betrouwbaarheid">
            <a:extLst>
              <a:ext uri="{FF2B5EF4-FFF2-40B4-BE49-F238E27FC236}">
                <a16:creationId xmlns:a16="http://schemas.microsoft.com/office/drawing/2014/main" id="{F83D4589-18C9-462C-A94B-89A9D41BE14A}"/>
              </a:ext>
            </a:extLst>
          </p:cNvPr>
          <p:cNvPicPr>
            <a:picLocks noChangeAspect="1"/>
          </p:cNvPicPr>
          <p:nvPr/>
        </p:nvPicPr>
        <p:blipFill>
          <a:blip r:embed="rId5"/>
          <a:stretch>
            <a:fillRect/>
          </a:stretch>
        </p:blipFill>
        <p:spPr>
          <a:xfrm>
            <a:off x="3994900" y="2090051"/>
            <a:ext cx="6022501" cy="4667008"/>
          </a:xfrm>
          <a:prstGeom prst="rect">
            <a:avLst/>
          </a:prstGeom>
        </p:spPr>
      </p:pic>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4A30B7F-D373-42CC-9492-5056DBC96143}"/>
              </a:ext>
            </a:extLst>
          </p:cNvPr>
          <p:cNvSpPr>
            <a:spLocks noGrp="1"/>
          </p:cNvSpPr>
          <p:nvPr>
            <p:ph type="title"/>
          </p:nvPr>
        </p:nvSpPr>
        <p:spPr/>
        <p:txBody>
          <a:bodyPr/>
          <a:lstStyle/>
          <a:p>
            <a:r>
              <a:rPr lang="nl-BE" altLang="nl-NL">
                <a:ea typeface="ＭＳ Ｐゴシック" panose="020B0600070205080204" pitchFamily="34" charset="-128"/>
              </a:rPr>
              <a:t>Bollen &amp; Cilinders</a:t>
            </a:r>
          </a:p>
        </p:txBody>
      </p:sp>
      <p:sp>
        <p:nvSpPr>
          <p:cNvPr id="17410" name="Content Placeholder 2">
            <a:extLst>
              <a:ext uri="{FF2B5EF4-FFF2-40B4-BE49-F238E27FC236}">
                <a16:creationId xmlns:a16="http://schemas.microsoft.com/office/drawing/2014/main" id="{BE285499-5337-4D77-B034-CD16793644FB}"/>
              </a:ext>
            </a:extLst>
          </p:cNvPr>
          <p:cNvSpPr>
            <a:spLocks noGrp="1"/>
          </p:cNvSpPr>
          <p:nvPr>
            <p:ph idx="1"/>
          </p:nvPr>
        </p:nvSpPr>
        <p:spPr/>
        <p:txBody>
          <a:bodyPr/>
          <a:lstStyle/>
          <a:p>
            <a:r>
              <a:rPr lang="nl-BE" altLang="nl-NL" dirty="0">
                <a:ea typeface="ＭＳ Ｐゴシック" panose="020B0600070205080204" pitchFamily="34" charset="-128"/>
              </a:rPr>
              <a:t>Opdracht: Implementeer een methode/functie om een willekeurige 3D-Lijntekening om te zetten in een 3D-Figuur waarbij:</a:t>
            </a:r>
          </a:p>
          <a:p>
            <a:pPr lvl="1"/>
            <a:r>
              <a:rPr lang="nl-BE" altLang="nl-NL" dirty="0"/>
              <a:t>Alle punten door bollen werden vervangen</a:t>
            </a:r>
          </a:p>
          <a:p>
            <a:pPr lvl="1"/>
            <a:r>
              <a:rPr lang="nl-BE" altLang="nl-NL" dirty="0"/>
              <a:t>Alle lijnstukken door cilinders werden vervangen</a:t>
            </a:r>
          </a:p>
          <a:p>
            <a:pPr lvl="1"/>
            <a:r>
              <a:rPr lang="nl-BE" altLang="nl-NL" dirty="0"/>
              <a:t>Vb:  </a:t>
            </a:r>
            <a:r>
              <a:rPr lang="nl-BE" altLang="nl-NL" sz="1800" b="1" dirty="0">
                <a:solidFill>
                  <a:srgbClr val="7F0055"/>
                </a:solidFill>
                <a:latin typeface="Courier New" panose="02070309020205020404" pitchFamily="49" charset="0"/>
                <a:ea typeface="ＭＳ Ｐゴシック" panose="020B0600070205080204" pitchFamily="34" charset="-128"/>
              </a:rPr>
              <a:t>void</a:t>
            </a:r>
            <a:r>
              <a:rPr lang="nl-BE" altLang="nl-NL" sz="1800" dirty="0">
                <a:solidFill>
                  <a:schemeClr val="tx1"/>
                </a:solidFill>
                <a:latin typeface="Courier New" panose="02070309020205020404" pitchFamily="49" charset="0"/>
                <a:ea typeface="ＭＳ Ｐゴシック" panose="020B0600070205080204" pitchFamily="34" charset="-128"/>
              </a:rPr>
              <a:t> </a:t>
            </a:r>
            <a:r>
              <a:rPr lang="nl-BE" altLang="nl-NL" sz="1800" b="1" dirty="0">
                <a:solidFill>
                  <a:schemeClr val="tx1"/>
                </a:solidFill>
                <a:latin typeface="Courier New" panose="02070309020205020404" pitchFamily="49" charset="0"/>
                <a:ea typeface="ＭＳ Ｐゴシック" panose="020B0600070205080204" pitchFamily="34" charset="-128"/>
              </a:rPr>
              <a:t>generateThickFigure(</a:t>
            </a:r>
            <a:br>
              <a:rPr lang="nl-BE" altLang="nl-NL" sz="1800" dirty="0">
                <a:solidFill>
                  <a:schemeClr val="tx1"/>
                </a:solidFill>
                <a:latin typeface="Courier New" panose="02070309020205020404" pitchFamily="49" charset="0"/>
                <a:ea typeface="ＭＳ Ｐゴシック" panose="020B0600070205080204" pitchFamily="34" charset="-128"/>
              </a:rPr>
            </a:br>
            <a:r>
              <a:rPr lang="nl-BE" altLang="nl-NL" sz="1800" dirty="0">
                <a:solidFill>
                  <a:schemeClr val="tx1"/>
                </a:solidFill>
                <a:latin typeface="Courier New" panose="02070309020205020404" pitchFamily="49" charset="0"/>
                <a:ea typeface="ＭＳ Ｐゴシック" panose="020B0600070205080204" pitchFamily="34" charset="-128"/>
              </a:rPr>
              <a:t>			 </a:t>
            </a:r>
            <a:r>
              <a:rPr lang="nl-BE" altLang="nl-NL" sz="1800" b="1" dirty="0">
                <a:solidFill>
                  <a:srgbClr val="7F0055"/>
                </a:solidFill>
                <a:latin typeface="Courier New" panose="02070309020205020404" pitchFamily="49" charset="0"/>
                <a:ea typeface="ＭＳ Ｐゴシック" panose="020B0600070205080204" pitchFamily="34" charset="-128"/>
              </a:rPr>
              <a:t>const </a:t>
            </a:r>
            <a:r>
              <a:rPr lang="nl-BE" altLang="nl-NL" sz="1800" dirty="0">
                <a:solidFill>
                  <a:srgbClr val="005032"/>
                </a:solidFill>
                <a:latin typeface="Courier New" panose="02070309020205020404" pitchFamily="49" charset="0"/>
                <a:ea typeface="ＭＳ Ｐゴシック" panose="020B0600070205080204" pitchFamily="34" charset="-128"/>
              </a:rPr>
              <a:t>Figure </a:t>
            </a:r>
            <a:r>
              <a:rPr lang="nl-BE" altLang="nl-NL" sz="1800" dirty="0">
                <a:solidFill>
                  <a:schemeClr val="tx1"/>
                </a:solidFill>
                <a:latin typeface="Courier New" panose="02070309020205020404" pitchFamily="49" charset="0"/>
                <a:ea typeface="ＭＳ Ｐゴシック" panose="020B0600070205080204" pitchFamily="34" charset="-128"/>
              </a:rPr>
              <a:t>&amp;lineDrawing,</a:t>
            </a:r>
            <a:br>
              <a:rPr lang="nl-BE" altLang="nl-NL" sz="1800" dirty="0">
                <a:solidFill>
                  <a:schemeClr val="tx1"/>
                </a:solidFill>
                <a:latin typeface="Courier New" panose="02070309020205020404" pitchFamily="49" charset="0"/>
                <a:ea typeface="ＭＳ Ｐゴシック" panose="020B0600070205080204" pitchFamily="34" charset="-128"/>
              </a:rPr>
            </a:br>
            <a:r>
              <a:rPr lang="nl-BE" altLang="nl-NL" sz="1800" dirty="0">
                <a:solidFill>
                  <a:schemeClr val="tx1"/>
                </a:solidFill>
                <a:latin typeface="Courier New" panose="02070309020205020404" pitchFamily="49" charset="0"/>
                <a:ea typeface="ＭＳ Ｐゴシック" panose="020B0600070205080204" pitchFamily="34" charset="-128"/>
              </a:rPr>
              <a:t>			 </a:t>
            </a:r>
            <a:r>
              <a:rPr lang="nl-BE" altLang="nl-NL" sz="1800" dirty="0">
                <a:solidFill>
                  <a:srgbClr val="005032"/>
                </a:solidFill>
                <a:latin typeface="Courier New" panose="02070309020205020404" pitchFamily="49" charset="0"/>
                <a:ea typeface="ＭＳ Ｐゴシック" panose="020B0600070205080204" pitchFamily="34" charset="-128"/>
              </a:rPr>
              <a:t>Figures3D </a:t>
            </a:r>
            <a:r>
              <a:rPr lang="nl-BE" altLang="nl-NL" sz="1800" dirty="0">
                <a:solidFill>
                  <a:schemeClr val="tx1"/>
                </a:solidFill>
                <a:latin typeface="Courier New" panose="02070309020205020404" pitchFamily="49" charset="0"/>
                <a:ea typeface="ＭＳ Ｐゴシック" panose="020B0600070205080204" pitchFamily="34" charset="-128"/>
              </a:rPr>
              <a:t>&amp;resultingFigures,</a:t>
            </a:r>
            <a:br>
              <a:rPr lang="nl-BE" altLang="nl-NL" sz="1800" dirty="0">
                <a:solidFill>
                  <a:schemeClr val="tx1"/>
                </a:solidFill>
                <a:latin typeface="Courier New" panose="02070309020205020404" pitchFamily="49" charset="0"/>
                <a:ea typeface="ＭＳ Ｐゴシック" panose="020B0600070205080204" pitchFamily="34" charset="-128"/>
              </a:rPr>
            </a:br>
            <a:r>
              <a:rPr lang="nl-BE" altLang="nl-NL" sz="1800" dirty="0">
                <a:solidFill>
                  <a:schemeClr val="tx1"/>
                </a:solidFill>
                <a:latin typeface="Courier New" panose="02070309020205020404" pitchFamily="49" charset="0"/>
                <a:ea typeface="ＭＳ Ｐゴシック" panose="020B0600070205080204" pitchFamily="34" charset="-128"/>
              </a:rPr>
              <a:t>			 </a:t>
            </a:r>
            <a:r>
              <a:rPr lang="nl-BE" altLang="nl-NL" sz="1800" b="1" dirty="0">
                <a:solidFill>
                  <a:srgbClr val="7F0055"/>
                </a:solidFill>
                <a:latin typeface="Courier New" panose="02070309020205020404" pitchFamily="49" charset="0"/>
                <a:ea typeface="ＭＳ Ｐゴシック" panose="020B0600070205080204" pitchFamily="34" charset="-128"/>
              </a:rPr>
              <a:t>const double</a:t>
            </a:r>
            <a:r>
              <a:rPr lang="nl-BE" altLang="nl-NL" sz="1800" dirty="0">
                <a:solidFill>
                  <a:schemeClr val="tx1"/>
                </a:solidFill>
                <a:latin typeface="Courier New" panose="02070309020205020404" pitchFamily="49" charset="0"/>
                <a:ea typeface="ＭＳ Ｐゴシック" panose="020B0600070205080204" pitchFamily="34" charset="-128"/>
              </a:rPr>
              <a:t> r, </a:t>
            </a:r>
            <a:r>
              <a:rPr lang="nl-BE" altLang="nl-NL" sz="1800" b="1" dirty="0">
                <a:solidFill>
                  <a:srgbClr val="7F0055"/>
                </a:solidFill>
                <a:latin typeface="Courier New" panose="02070309020205020404" pitchFamily="49" charset="0"/>
                <a:ea typeface="ＭＳ Ｐゴシック" panose="020B0600070205080204" pitchFamily="34" charset="-128"/>
              </a:rPr>
              <a:t>const int</a:t>
            </a:r>
            <a:r>
              <a:rPr lang="nl-BE" altLang="nl-NL" sz="1800" dirty="0">
                <a:solidFill>
                  <a:schemeClr val="tx1"/>
                </a:solidFill>
                <a:latin typeface="Courier New" panose="02070309020205020404" pitchFamily="49" charset="0"/>
                <a:ea typeface="ＭＳ Ｐゴシック" panose="020B0600070205080204" pitchFamily="34" charset="-128"/>
              </a:rPr>
              <a:t> n, </a:t>
            </a:r>
            <a:r>
              <a:rPr lang="nl-BE" altLang="nl-NL" sz="1800" b="1" dirty="0">
                <a:solidFill>
                  <a:srgbClr val="7F0055"/>
                </a:solidFill>
                <a:latin typeface="Courier New" panose="02070309020205020404" pitchFamily="49" charset="0"/>
                <a:ea typeface="ＭＳ Ｐゴシック" panose="020B0600070205080204" pitchFamily="34" charset="-128"/>
              </a:rPr>
              <a:t>const int</a:t>
            </a:r>
            <a:r>
              <a:rPr lang="nl-BE" altLang="nl-NL" sz="1800" dirty="0">
                <a:solidFill>
                  <a:schemeClr val="tx1"/>
                </a:solidFill>
                <a:latin typeface="Courier New" panose="02070309020205020404" pitchFamily="49" charset="0"/>
                <a:ea typeface="ＭＳ Ｐゴシック" panose="020B0600070205080204" pitchFamily="34" charset="-128"/>
              </a:rPr>
              <a:t> m</a:t>
            </a:r>
            <a:r>
              <a:rPr lang="nl-BE" altLang="nl-NL" sz="1800" b="1" dirty="0">
                <a:solidFill>
                  <a:schemeClr val="tx1"/>
                </a:solidFill>
                <a:latin typeface="Courier New" panose="02070309020205020404" pitchFamily="49" charset="0"/>
                <a:ea typeface="ＭＳ Ｐゴシック" panose="020B0600070205080204" pitchFamily="34" charset="-128"/>
              </a:rPr>
              <a:t>)</a:t>
            </a:r>
            <a:r>
              <a:rPr lang="nl-BE" altLang="nl-NL" sz="1800" dirty="0">
                <a:solidFill>
                  <a:schemeClr val="tx1"/>
                </a:solidFill>
                <a:latin typeface="Courier New" panose="02070309020205020404" pitchFamily="49" charset="0"/>
                <a:ea typeface="ＭＳ Ｐゴシック" panose="020B0600070205080204" pitchFamily="34" charset="-128"/>
              </a:rPr>
              <a:t>;</a:t>
            </a:r>
            <a:endParaRPr lang="nl-BE" altLang="nl-NL" sz="1800" dirty="0">
              <a:latin typeface="Courier New" panose="02070309020205020404" pitchFamily="49" charset="0"/>
              <a:ea typeface="ＭＳ Ｐゴシック" panose="020B0600070205080204" pitchFamily="34" charset="-128"/>
            </a:endParaRPr>
          </a:p>
          <a:p>
            <a:endParaRPr lang="nl-BE" altLang="nl-NL" dirty="0">
              <a:ea typeface="ＭＳ Ｐゴシック" panose="020B0600070205080204" pitchFamily="34" charset="-128"/>
            </a:endParaRPr>
          </a:p>
          <a:p>
            <a:endParaRPr lang="nl-BE" altLang="nl-NL" dirty="0">
              <a:ea typeface="ＭＳ Ｐゴシック" panose="020B0600070205080204" pitchFamily="34" charset="-128"/>
            </a:endParaRPr>
          </a:p>
          <a:p>
            <a:r>
              <a:rPr lang="nl-BE" altLang="nl-NL" dirty="0">
                <a:ea typeface="ＭＳ Ｐゴシック" panose="020B0600070205080204" pitchFamily="34" charset="-128"/>
              </a:rPr>
              <a:t>Breid je engine uit zodat deze lijntekeningen en platonische lichamen kan weergeven met </a:t>
            </a:r>
            <a:r>
              <a:rPr lang="nl-BE" altLang="en-US" dirty="0">
                <a:ea typeface="ＭＳ Ｐゴシック" panose="020B0600070205080204" pitchFamily="34" charset="-128"/>
              </a:rPr>
              <a:t>“</a:t>
            </a:r>
            <a:r>
              <a:rPr lang="nl-BE" altLang="nl-NL" dirty="0">
                <a:ea typeface="ＭＳ Ｐゴシック" panose="020B0600070205080204" pitchFamily="34" charset="-128"/>
              </a:rPr>
              <a:t>Bollen &amp; Cilinders</a:t>
            </a:r>
            <a:r>
              <a:rPr lang="nl-BE" altLang="en-US" dirty="0">
                <a:ea typeface="ＭＳ Ｐゴシック" panose="020B0600070205080204" pitchFamily="34" charset="-128"/>
              </a:rPr>
              <a:t>”</a:t>
            </a:r>
            <a:endParaRPr lang="nl-BE" altLang="nl-NL" dirty="0">
              <a:ea typeface="ＭＳ Ｐゴシック" panose="020B0600070205080204" pitchFamily="34" charset="-128"/>
            </a:endParaRPr>
          </a:p>
        </p:txBody>
      </p:sp>
      <p:sp>
        <p:nvSpPr>
          <p:cNvPr id="4" name="Footer Placeholder 3">
            <a:extLst>
              <a:ext uri="{FF2B5EF4-FFF2-40B4-BE49-F238E27FC236}">
                <a16:creationId xmlns:a16="http://schemas.microsoft.com/office/drawing/2014/main" id="{5C440D17-147E-49D2-8BC5-9CA14D4599B7}"/>
              </a:ext>
            </a:extLst>
          </p:cNvPr>
          <p:cNvSpPr>
            <a:spLocks noGrp="1"/>
          </p:cNvSpPr>
          <p:nvPr>
            <p:ph type="ftr" sz="quarter" idx="11"/>
          </p:nvPr>
        </p:nvSpPr>
        <p:spPr/>
        <p:txBody>
          <a:bodyPr/>
          <a:lstStyle/>
          <a:p>
            <a:pPr>
              <a:defRPr/>
            </a:pPr>
            <a:r>
              <a:rPr lang="nl-BE" dirty="0"/>
              <a:t>Practicum Computer </a:t>
            </a:r>
            <a:r>
              <a:rPr lang="nl-BE" dirty="0" err="1"/>
              <a:t>Graphics</a:t>
            </a:r>
            <a:r>
              <a:rPr lang="nl-BE" dirty="0"/>
              <a:t>: Bollen &amp; Cilinders</a:t>
            </a:r>
            <a:endParaRPr lang="en-GB" dirty="0"/>
          </a:p>
        </p:txBody>
      </p:sp>
      <p:sp>
        <p:nvSpPr>
          <p:cNvPr id="17412" name="Slide Number Placeholder 4">
            <a:extLst>
              <a:ext uri="{FF2B5EF4-FFF2-40B4-BE49-F238E27FC236}">
                <a16:creationId xmlns:a16="http://schemas.microsoft.com/office/drawing/2014/main" id="{7159FCA7-1264-4A2F-AD62-6C52E7B3919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lnSpc>
                <a:spcPct val="81000"/>
              </a:lnSpc>
              <a:spcAft>
                <a:spcPts val="1413"/>
              </a:spcAft>
              <a:buClr>
                <a:srgbClr val="053A60"/>
              </a:buClr>
              <a:buSzPct val="100000"/>
              <a:buFont typeface="Arial" panose="020B0604020202020204" pitchFamily="34" charset="0"/>
              <a:buChar char="•"/>
              <a:tabLst>
                <a:tab pos="723900" algn="l"/>
              </a:tabLst>
              <a:defRPr sz="2400" b="1">
                <a:solidFill>
                  <a:srgbClr val="003D64"/>
                </a:solidFill>
                <a:latin typeface="FreeSans" pitchFamily="32" charset="0"/>
                <a:ea typeface="ＭＳ Ｐゴシック" panose="020B0600070205080204" pitchFamily="34" charset="-128"/>
                <a:cs typeface="WenQuanYi Zen Hei" charset="0"/>
              </a:defRPr>
            </a:lvl1pPr>
            <a:lvl2pPr>
              <a:lnSpc>
                <a:spcPct val="81000"/>
              </a:lnSpc>
              <a:spcAft>
                <a:spcPts val="1138"/>
              </a:spcAft>
              <a:buClr>
                <a:srgbClr val="053A60"/>
              </a:buClr>
              <a:buSzPct val="100000"/>
              <a:buFont typeface="Times New Roman" panose="02020603050405020304" pitchFamily="18" charset="0"/>
              <a:buChar char="–"/>
              <a:tabLst>
                <a:tab pos="723900" algn="l"/>
              </a:tabLst>
              <a:defRPr sz="2200">
                <a:solidFill>
                  <a:srgbClr val="003D64"/>
                </a:solidFill>
                <a:latin typeface="FreeSans" pitchFamily="32" charset="0"/>
                <a:ea typeface="WenQuanYi Zen Hei" charset="0"/>
                <a:cs typeface="WenQuanYi Zen Hei" charset="0"/>
              </a:defRPr>
            </a:lvl2pPr>
            <a:lvl3pPr>
              <a:lnSpc>
                <a:spcPct val="81000"/>
              </a:lnSpc>
              <a:spcAft>
                <a:spcPts val="850"/>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3pPr>
            <a:lvl4pPr>
              <a:lnSpc>
                <a:spcPct val="81000"/>
              </a:lnSpc>
              <a:spcAft>
                <a:spcPts val="575"/>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4pPr>
            <a:lvl5pPr>
              <a:lnSpc>
                <a:spcPct val="81000"/>
              </a:lnSpc>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5pPr>
            <a:lvl6pPr marL="25146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6pPr>
            <a:lvl7pPr marL="29718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7pPr>
            <a:lvl8pPr marL="34290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8pPr>
            <a:lvl9pPr marL="38862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9pPr>
          </a:lstStyle>
          <a:p>
            <a:pPr>
              <a:lnSpc>
                <a:spcPct val="108000"/>
              </a:lnSpc>
              <a:spcAft>
                <a:spcPct val="0"/>
              </a:spcAft>
              <a:buClr>
                <a:srgbClr val="000000"/>
              </a:buClr>
              <a:buFont typeface="Times New Roman" panose="02020603050405020304" pitchFamily="18" charset="0"/>
              <a:buNone/>
            </a:pPr>
            <a:fld id="{342A9418-E5E6-450C-BED8-27C798559BC6}" type="slidenum">
              <a:rPr lang="en-GB" altLang="nl-NL" sz="1400" b="0">
                <a:solidFill>
                  <a:srgbClr val="FFFFFF"/>
                </a:solidFill>
              </a:rPr>
              <a:pPr>
                <a:lnSpc>
                  <a:spcPct val="108000"/>
                </a:lnSpc>
                <a:spcAft>
                  <a:spcPct val="0"/>
                </a:spcAft>
                <a:buClr>
                  <a:srgbClr val="000000"/>
                </a:buClr>
                <a:buFont typeface="Times New Roman" panose="02020603050405020304" pitchFamily="18" charset="0"/>
                <a:buNone/>
              </a:pPr>
              <a:t>2</a:t>
            </a:fld>
            <a:endParaRPr lang="en-GB" altLang="nl-NL" sz="1400" b="0">
              <a:solidFill>
                <a:srgbClr val="FFFFFF"/>
              </a:solidFill>
            </a:endParaRPr>
          </a:p>
        </p:txBody>
      </p:sp>
      <p:grpSp>
        <p:nvGrpSpPr>
          <p:cNvPr id="2" name="Group 20">
            <a:extLst>
              <a:ext uri="{FF2B5EF4-FFF2-40B4-BE49-F238E27FC236}">
                <a16:creationId xmlns:a16="http://schemas.microsoft.com/office/drawing/2014/main" id="{9C875980-5707-451D-8D52-9004D91AF51D}"/>
              </a:ext>
            </a:extLst>
          </p:cNvPr>
          <p:cNvGrpSpPr>
            <a:grpSpLocks/>
          </p:cNvGrpSpPr>
          <p:nvPr/>
        </p:nvGrpSpPr>
        <p:grpSpPr bwMode="auto">
          <a:xfrm>
            <a:off x="2528857" y="3961112"/>
            <a:ext cx="4244975" cy="512762"/>
            <a:chOff x="3325800" y="3922713"/>
            <a:chExt cx="4244304" cy="512208"/>
          </a:xfrm>
        </p:grpSpPr>
        <p:grpSp>
          <p:nvGrpSpPr>
            <p:cNvPr id="17424" name="Group 18">
              <a:extLst>
                <a:ext uri="{FF2B5EF4-FFF2-40B4-BE49-F238E27FC236}">
                  <a16:creationId xmlns:a16="http://schemas.microsoft.com/office/drawing/2014/main" id="{23AE44E8-6C28-4324-95D7-BA94D05F6A7D}"/>
                </a:ext>
              </a:extLst>
            </p:cNvPr>
            <p:cNvGrpSpPr>
              <a:grpSpLocks/>
            </p:cNvGrpSpPr>
            <p:nvPr/>
          </p:nvGrpSpPr>
          <p:grpSpPr bwMode="auto">
            <a:xfrm>
              <a:off x="3325800" y="3922713"/>
              <a:ext cx="500066" cy="358778"/>
              <a:chOff x="3325800" y="3922713"/>
              <a:chExt cx="500066" cy="358778"/>
            </a:xfrm>
          </p:grpSpPr>
          <p:cxnSp>
            <p:nvCxnSpPr>
              <p:cNvPr id="17426" name="Straight Arrow Connector 8">
                <a:extLst>
                  <a:ext uri="{FF2B5EF4-FFF2-40B4-BE49-F238E27FC236}">
                    <a16:creationId xmlns:a16="http://schemas.microsoft.com/office/drawing/2014/main" id="{D1B2C0A3-4744-42C4-861C-D12B0A1D216B}"/>
                  </a:ext>
                </a:extLst>
              </p:cNvPr>
              <p:cNvCxnSpPr>
                <a:cxnSpLocks noChangeShapeType="1"/>
              </p:cNvCxnSpPr>
              <p:nvPr/>
            </p:nvCxnSpPr>
            <p:spPr bwMode="auto">
              <a:xfrm rot="5400000" flipH="1" flipV="1">
                <a:off x="3147999" y="4100514"/>
                <a:ext cx="357190" cy="1588"/>
              </a:xfrm>
              <a:prstGeom prst="straightConnector1">
                <a:avLst/>
              </a:prstGeom>
              <a:noFill/>
              <a:ln w="38100" cap="rnd">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7427" name="Straight Connector 11">
                <a:extLst>
                  <a:ext uri="{FF2B5EF4-FFF2-40B4-BE49-F238E27FC236}">
                    <a16:creationId xmlns:a16="http://schemas.microsoft.com/office/drawing/2014/main" id="{DD5B7E15-E684-4AB2-9042-13091FED2610}"/>
                  </a:ext>
                </a:extLst>
              </p:cNvPr>
              <p:cNvCxnSpPr>
                <a:cxnSpLocks noChangeShapeType="1"/>
              </p:cNvCxnSpPr>
              <p:nvPr/>
            </p:nvCxnSpPr>
            <p:spPr bwMode="auto">
              <a:xfrm>
                <a:off x="3325800" y="4279903"/>
                <a:ext cx="500066" cy="1588"/>
              </a:xfrm>
              <a:prstGeom prst="line">
                <a:avLst/>
              </a:prstGeom>
              <a:noFill/>
              <a:ln w="38100" cap="rnd">
                <a:solidFill>
                  <a:schemeClr val="tx1"/>
                </a:solidFill>
                <a:round/>
                <a:headEnd/>
                <a:tailEnd/>
              </a:ln>
              <a:extLst>
                <a:ext uri="{909E8E84-426E-40DD-AFC4-6F175D3DCCD1}">
                  <a14:hiddenFill xmlns:a14="http://schemas.microsoft.com/office/drawing/2010/main">
                    <a:noFill/>
                  </a14:hiddenFill>
                </a:ext>
              </a:extLst>
            </p:spPr>
          </p:cxnSp>
        </p:grpSp>
        <p:sp>
          <p:nvSpPr>
            <p:cNvPr id="17425" name="TextBox 19">
              <a:extLst>
                <a:ext uri="{FF2B5EF4-FFF2-40B4-BE49-F238E27FC236}">
                  <a16:creationId xmlns:a16="http://schemas.microsoft.com/office/drawing/2014/main" id="{547CEABB-62C3-4349-871F-68FA6CF4E486}"/>
                </a:ext>
              </a:extLst>
            </p:cNvPr>
            <p:cNvSpPr txBox="1">
              <a:spLocks noChangeArrowheads="1"/>
            </p:cNvSpPr>
            <p:nvPr/>
          </p:nvSpPr>
          <p:spPr bwMode="auto">
            <a:xfrm>
              <a:off x="3897304" y="4065589"/>
              <a:ext cx="3672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nl-BE" altLang="nl-NL"/>
                <a:t>De straal van de bollen &amp; cilinders</a:t>
              </a:r>
            </a:p>
          </p:txBody>
        </p:sp>
      </p:grpSp>
      <p:grpSp>
        <p:nvGrpSpPr>
          <p:cNvPr id="6" name="Group 21">
            <a:extLst>
              <a:ext uri="{FF2B5EF4-FFF2-40B4-BE49-F238E27FC236}">
                <a16:creationId xmlns:a16="http://schemas.microsoft.com/office/drawing/2014/main" id="{2CCDE275-3507-4B7C-B0E9-D5EF93D823F8}"/>
              </a:ext>
            </a:extLst>
          </p:cNvPr>
          <p:cNvGrpSpPr>
            <a:grpSpLocks/>
          </p:cNvGrpSpPr>
          <p:nvPr/>
        </p:nvGrpSpPr>
        <p:grpSpPr bwMode="auto">
          <a:xfrm>
            <a:off x="6481719" y="3945370"/>
            <a:ext cx="3107421" cy="1043759"/>
            <a:chOff x="3325800" y="3922713"/>
            <a:chExt cx="3106878" cy="1044050"/>
          </a:xfrm>
        </p:grpSpPr>
        <p:grpSp>
          <p:nvGrpSpPr>
            <p:cNvPr id="17420" name="Group 18">
              <a:extLst>
                <a:ext uri="{FF2B5EF4-FFF2-40B4-BE49-F238E27FC236}">
                  <a16:creationId xmlns:a16="http://schemas.microsoft.com/office/drawing/2014/main" id="{92EA2385-1110-4EE4-B8B4-F43255BE4698}"/>
                </a:ext>
              </a:extLst>
            </p:cNvPr>
            <p:cNvGrpSpPr>
              <a:grpSpLocks/>
            </p:cNvGrpSpPr>
            <p:nvPr/>
          </p:nvGrpSpPr>
          <p:grpSpPr bwMode="auto">
            <a:xfrm>
              <a:off x="3325800" y="3922713"/>
              <a:ext cx="500066" cy="358778"/>
              <a:chOff x="3325800" y="3922713"/>
              <a:chExt cx="500066" cy="358778"/>
            </a:xfrm>
          </p:grpSpPr>
          <p:cxnSp>
            <p:nvCxnSpPr>
              <p:cNvPr id="17422" name="Straight Arrow Connector 24">
                <a:extLst>
                  <a:ext uri="{FF2B5EF4-FFF2-40B4-BE49-F238E27FC236}">
                    <a16:creationId xmlns:a16="http://schemas.microsoft.com/office/drawing/2014/main" id="{FB7B3AE3-5362-4F97-89E6-05387365C470}"/>
                  </a:ext>
                </a:extLst>
              </p:cNvPr>
              <p:cNvCxnSpPr>
                <a:cxnSpLocks noChangeShapeType="1"/>
              </p:cNvCxnSpPr>
              <p:nvPr/>
            </p:nvCxnSpPr>
            <p:spPr bwMode="auto">
              <a:xfrm rot="5400000" flipH="1" flipV="1">
                <a:off x="3147999" y="4100514"/>
                <a:ext cx="357190" cy="1588"/>
              </a:xfrm>
              <a:prstGeom prst="straightConnector1">
                <a:avLst/>
              </a:prstGeom>
              <a:noFill/>
              <a:ln w="38100" cap="rnd">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7423" name="Straight Connector 25">
                <a:extLst>
                  <a:ext uri="{FF2B5EF4-FFF2-40B4-BE49-F238E27FC236}">
                    <a16:creationId xmlns:a16="http://schemas.microsoft.com/office/drawing/2014/main" id="{399D235B-503E-458E-9AC7-B4C96EB218F8}"/>
                  </a:ext>
                </a:extLst>
              </p:cNvPr>
              <p:cNvCxnSpPr>
                <a:cxnSpLocks noChangeShapeType="1"/>
              </p:cNvCxnSpPr>
              <p:nvPr/>
            </p:nvCxnSpPr>
            <p:spPr bwMode="auto">
              <a:xfrm>
                <a:off x="3325800" y="4279903"/>
                <a:ext cx="500066" cy="1588"/>
              </a:xfrm>
              <a:prstGeom prst="line">
                <a:avLst/>
              </a:prstGeom>
              <a:noFill/>
              <a:ln w="38100" cap="rnd">
                <a:solidFill>
                  <a:schemeClr val="tx1"/>
                </a:solidFill>
                <a:round/>
                <a:headEnd/>
                <a:tailEnd/>
              </a:ln>
              <a:extLst>
                <a:ext uri="{909E8E84-426E-40DD-AFC4-6F175D3DCCD1}">
                  <a14:hiddenFill xmlns:a14="http://schemas.microsoft.com/office/drawing/2010/main">
                    <a:noFill/>
                  </a14:hiddenFill>
                </a:ext>
              </a:extLst>
            </p:spPr>
          </p:cxnSp>
        </p:grpSp>
        <p:sp>
          <p:nvSpPr>
            <p:cNvPr id="17421" name="TextBox 23">
              <a:extLst>
                <a:ext uri="{FF2B5EF4-FFF2-40B4-BE49-F238E27FC236}">
                  <a16:creationId xmlns:a16="http://schemas.microsoft.com/office/drawing/2014/main" id="{E921C8FD-9323-451F-909C-70CB10BF6C0D}"/>
                </a:ext>
              </a:extLst>
            </p:cNvPr>
            <p:cNvSpPr txBox="1">
              <a:spLocks noChangeArrowheads="1"/>
            </p:cNvSpPr>
            <p:nvPr/>
          </p:nvSpPr>
          <p:spPr bwMode="auto">
            <a:xfrm>
              <a:off x="3401609" y="4043176"/>
              <a:ext cx="3031069" cy="92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nl-BE" altLang="nl-NL" dirty="0"/>
                <a:t>        Het aantal iteraties </a:t>
              </a:r>
            </a:p>
            <a:p>
              <a:pPr eaLnBrk="1" hangingPunct="1"/>
              <a:r>
                <a:rPr lang="nl-BE" altLang="nl-NL" dirty="0"/>
                <a:t>waarmee de bollen moeten </a:t>
              </a:r>
            </a:p>
            <a:p>
              <a:pPr eaLnBrk="1" hangingPunct="1"/>
              <a:r>
                <a:rPr lang="nl-BE" altLang="nl-NL" dirty="0"/>
                <a:t>worden gegenereerd</a:t>
              </a:r>
            </a:p>
          </p:txBody>
        </p:sp>
      </p:grpSp>
      <p:grpSp>
        <p:nvGrpSpPr>
          <p:cNvPr id="8" name="Group 26">
            <a:extLst>
              <a:ext uri="{FF2B5EF4-FFF2-40B4-BE49-F238E27FC236}">
                <a16:creationId xmlns:a16="http://schemas.microsoft.com/office/drawing/2014/main" id="{16C0A83E-E8FB-4EA7-8DAE-3A138D0AC638}"/>
              </a:ext>
            </a:extLst>
          </p:cNvPr>
          <p:cNvGrpSpPr>
            <a:grpSpLocks/>
          </p:cNvGrpSpPr>
          <p:nvPr/>
        </p:nvGrpSpPr>
        <p:grpSpPr bwMode="auto">
          <a:xfrm>
            <a:off x="4712541" y="3945370"/>
            <a:ext cx="4538663" cy="512765"/>
            <a:chOff x="3325800" y="3922713"/>
            <a:chExt cx="4539257" cy="512211"/>
          </a:xfrm>
        </p:grpSpPr>
        <p:grpSp>
          <p:nvGrpSpPr>
            <p:cNvPr id="17416" name="Group 18">
              <a:extLst>
                <a:ext uri="{FF2B5EF4-FFF2-40B4-BE49-F238E27FC236}">
                  <a16:creationId xmlns:a16="http://schemas.microsoft.com/office/drawing/2014/main" id="{EE20423D-EB65-4714-BD25-942B19664950}"/>
                </a:ext>
              </a:extLst>
            </p:cNvPr>
            <p:cNvGrpSpPr>
              <a:grpSpLocks/>
            </p:cNvGrpSpPr>
            <p:nvPr/>
          </p:nvGrpSpPr>
          <p:grpSpPr bwMode="auto">
            <a:xfrm>
              <a:off x="3325800" y="3922713"/>
              <a:ext cx="500066" cy="358778"/>
              <a:chOff x="3325800" y="3922713"/>
              <a:chExt cx="500066" cy="358778"/>
            </a:xfrm>
          </p:grpSpPr>
          <p:cxnSp>
            <p:nvCxnSpPr>
              <p:cNvPr id="17418" name="Straight Arrow Connector 29">
                <a:extLst>
                  <a:ext uri="{FF2B5EF4-FFF2-40B4-BE49-F238E27FC236}">
                    <a16:creationId xmlns:a16="http://schemas.microsoft.com/office/drawing/2014/main" id="{63D2060F-686D-426B-A82E-5CC209A7BCEF}"/>
                  </a:ext>
                </a:extLst>
              </p:cNvPr>
              <p:cNvCxnSpPr>
                <a:cxnSpLocks noChangeShapeType="1"/>
              </p:cNvCxnSpPr>
              <p:nvPr/>
            </p:nvCxnSpPr>
            <p:spPr bwMode="auto">
              <a:xfrm rot="5400000" flipH="1" flipV="1">
                <a:off x="3147999" y="4100514"/>
                <a:ext cx="357190" cy="1588"/>
              </a:xfrm>
              <a:prstGeom prst="straightConnector1">
                <a:avLst/>
              </a:prstGeom>
              <a:noFill/>
              <a:ln w="38100" cap="rnd">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7419" name="Straight Connector 30">
                <a:extLst>
                  <a:ext uri="{FF2B5EF4-FFF2-40B4-BE49-F238E27FC236}">
                    <a16:creationId xmlns:a16="http://schemas.microsoft.com/office/drawing/2014/main" id="{72091785-D25D-441D-8548-7898AE6E25FF}"/>
                  </a:ext>
                </a:extLst>
              </p:cNvPr>
              <p:cNvCxnSpPr>
                <a:cxnSpLocks noChangeShapeType="1"/>
              </p:cNvCxnSpPr>
              <p:nvPr/>
            </p:nvCxnSpPr>
            <p:spPr bwMode="auto">
              <a:xfrm>
                <a:off x="3325800" y="4279903"/>
                <a:ext cx="500066" cy="1588"/>
              </a:xfrm>
              <a:prstGeom prst="line">
                <a:avLst/>
              </a:prstGeom>
              <a:noFill/>
              <a:ln w="38100" cap="rnd">
                <a:solidFill>
                  <a:schemeClr val="tx1"/>
                </a:solidFill>
                <a:round/>
                <a:headEnd/>
                <a:tailEnd/>
              </a:ln>
              <a:extLst>
                <a:ext uri="{909E8E84-426E-40DD-AFC4-6F175D3DCCD1}">
                  <a14:hiddenFill xmlns:a14="http://schemas.microsoft.com/office/drawing/2010/main">
                    <a:noFill/>
                  </a14:hiddenFill>
                </a:ext>
              </a:extLst>
            </p:spPr>
          </p:cxnSp>
        </p:grpSp>
        <p:sp>
          <p:nvSpPr>
            <p:cNvPr id="17417" name="TextBox 28">
              <a:extLst>
                <a:ext uri="{FF2B5EF4-FFF2-40B4-BE49-F238E27FC236}">
                  <a16:creationId xmlns:a16="http://schemas.microsoft.com/office/drawing/2014/main" id="{D265F808-63FC-458C-9F3E-1342BB10E3E4}"/>
                </a:ext>
              </a:extLst>
            </p:cNvPr>
            <p:cNvSpPr txBox="1">
              <a:spLocks noChangeArrowheads="1"/>
            </p:cNvSpPr>
            <p:nvPr/>
          </p:nvSpPr>
          <p:spPr bwMode="auto">
            <a:xfrm>
              <a:off x="3897304" y="4065593"/>
              <a:ext cx="3967753" cy="369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nl-BE" altLang="nl-NL" dirty="0"/>
                <a:t>Het aantal zijvlakken van de cilinders</a:t>
              </a:r>
            </a:p>
          </p:txBody>
        </p:sp>
      </p:gr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xit" presetSubtype="0" fill="hold" nodeType="clickEffect">
                                  <p:stCondLst>
                                    <p:cond delay="0"/>
                                  </p:stCondLst>
                                  <p:childTnLst>
                                    <p:animEffect transition="out" filter="fade">
                                      <p:cBhvr>
                                        <p:cTn id="11" dur="500"/>
                                        <p:tgtEl>
                                          <p:spTgt spid="2"/>
                                        </p:tgtEl>
                                      </p:cBhvr>
                                    </p:animEffect>
                                    <p:set>
                                      <p:cBhvr>
                                        <p:cTn id="12" dur="1" fill="hold">
                                          <p:stCondLst>
                                            <p:cond delay="499"/>
                                          </p:stCondLst>
                                        </p:cTn>
                                        <p:tgtEl>
                                          <p:spTgt spid="2"/>
                                        </p:tgtEl>
                                        <p:attrNameLst>
                                          <p:attrName>style.visibility</p:attrName>
                                        </p:attrNameLst>
                                      </p:cBhvr>
                                      <p:to>
                                        <p:strVal val="hidden"/>
                                      </p:to>
                                    </p:set>
                                  </p:childTnLst>
                                </p:cTn>
                              </p:par>
                              <p:par>
                                <p:cTn id="13" presetID="10"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0" presetClass="exit" presetSubtype="0" fill="hold" nodeType="clickEffect">
                                  <p:stCondLst>
                                    <p:cond delay="0"/>
                                  </p:stCondLst>
                                  <p:childTnLst>
                                    <p:animEffect transition="out" filter="fade">
                                      <p:cBhvr>
                                        <p:cTn id="19" dur="500"/>
                                        <p:tgtEl>
                                          <p:spTgt spid="8"/>
                                        </p:tgtEl>
                                      </p:cBhvr>
                                    </p:animEffect>
                                    <p:set>
                                      <p:cBhvr>
                                        <p:cTn id="20" dur="1" fill="hold">
                                          <p:stCondLst>
                                            <p:cond delay="499"/>
                                          </p:stCondLst>
                                        </p:cTn>
                                        <p:tgtEl>
                                          <p:spTgt spid="8"/>
                                        </p:tgtEl>
                                        <p:attrNameLst>
                                          <p:attrName>style.visibility</p:attrName>
                                        </p:attrNameLst>
                                      </p:cBhvr>
                                      <p:to>
                                        <p:strVal val="hidden"/>
                                      </p:to>
                                    </p:set>
                                  </p:childTnLst>
                                </p:cTn>
                              </p:par>
                              <p:par>
                                <p:cTn id="21" presetID="10" presetClass="entr" presetSubtype="0" fill="hold" nodeType="with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0" presetClass="exit" presetSubtype="0" fill="hold" nodeType="clickEffect">
                                  <p:stCondLst>
                                    <p:cond delay="0"/>
                                  </p:stCondLst>
                                  <p:childTnLst>
                                    <p:animEffect transition="out" filter="fade">
                                      <p:cBhvr>
                                        <p:cTn id="27" dur="500"/>
                                        <p:tgtEl>
                                          <p:spTgt spid="6"/>
                                        </p:tgtEl>
                                      </p:cBhvr>
                                    </p:animEffect>
                                    <p:set>
                                      <p:cBhvr>
                                        <p:cTn id="28"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a:extLst>
              <a:ext uri="{FF2B5EF4-FFF2-40B4-BE49-F238E27FC236}">
                <a16:creationId xmlns:a16="http://schemas.microsoft.com/office/drawing/2014/main" id="{9EC7CB18-82CC-4243-AB4B-47E5231BD853}"/>
              </a:ext>
            </a:extLst>
          </p:cNvPr>
          <p:cNvSpPr>
            <a:spLocks noGrp="1"/>
          </p:cNvSpPr>
          <p:nvPr>
            <p:ph type="title"/>
          </p:nvPr>
        </p:nvSpPr>
        <p:spPr/>
        <p:txBody>
          <a:bodyPr/>
          <a:lstStyle/>
          <a:p>
            <a:r>
              <a:rPr lang="nl-BE" altLang="nl-NL">
                <a:ea typeface="ＭＳ Ｐゴシック" panose="020B0600070205080204" pitchFamily="34" charset="-128"/>
              </a:rPr>
              <a:t>Genereren van Bollen &amp; Cilinders</a:t>
            </a:r>
          </a:p>
        </p:txBody>
      </p:sp>
      <p:sp>
        <p:nvSpPr>
          <p:cNvPr id="6147" name="Content Placeholder 2">
            <a:extLst>
              <a:ext uri="{FF2B5EF4-FFF2-40B4-BE49-F238E27FC236}">
                <a16:creationId xmlns:a16="http://schemas.microsoft.com/office/drawing/2014/main" id="{727F5B14-CD7C-4FAB-8C12-92A3C8E52679}"/>
              </a:ext>
            </a:extLst>
          </p:cNvPr>
          <p:cNvSpPr>
            <a:spLocks noGrp="1"/>
          </p:cNvSpPr>
          <p:nvPr>
            <p:ph idx="1"/>
          </p:nvPr>
        </p:nvSpPr>
        <p:spPr>
          <a:xfrm>
            <a:off x="503238" y="1260475"/>
            <a:ext cx="6323012" cy="4987925"/>
          </a:xfrm>
        </p:spPr>
        <p:txBody>
          <a:bodyPr/>
          <a:lstStyle/>
          <a:p>
            <a:r>
              <a:rPr lang="nl-BE" altLang="nl-NL">
                <a:ea typeface="ＭＳ Ｐゴシック" panose="020B0600070205080204" pitchFamily="34" charset="-128"/>
              </a:rPr>
              <a:t>Genereren van Bollen:</a:t>
            </a:r>
          </a:p>
          <a:p>
            <a:pPr lvl="1"/>
            <a:r>
              <a:rPr lang="nl-BE" altLang="nl-NL"/>
              <a:t>Voor elk punt p in de figuur</a:t>
            </a:r>
          </a:p>
          <a:p>
            <a:pPr lvl="2"/>
            <a:r>
              <a:rPr lang="nl-BE" altLang="nl-NL"/>
              <a:t>Genereer een bol rond de oorsprong</a:t>
            </a:r>
          </a:p>
          <a:p>
            <a:pPr lvl="2"/>
            <a:r>
              <a:rPr lang="nl-BE" altLang="nl-NL"/>
              <a:t>Schaal met schaalfactor r</a:t>
            </a:r>
          </a:p>
          <a:p>
            <a:pPr lvl="2"/>
            <a:r>
              <a:rPr lang="nl-BE" altLang="nl-NL"/>
              <a:t>Verplaats volgens vector </a:t>
            </a:r>
          </a:p>
          <a:p>
            <a:endParaRPr lang="nl-BE" altLang="nl-NL">
              <a:ea typeface="ＭＳ Ｐゴシック" panose="020B0600070205080204" pitchFamily="34" charset="-128"/>
            </a:endParaRPr>
          </a:p>
          <a:p>
            <a:r>
              <a:rPr lang="nl-BE" altLang="nl-NL">
                <a:ea typeface="ＭＳ Ｐゴシック" panose="020B0600070205080204" pitchFamily="34" charset="-128"/>
              </a:rPr>
              <a:t>Genereren van Cilinders</a:t>
            </a:r>
          </a:p>
          <a:p>
            <a:pPr lvl="1"/>
            <a:r>
              <a:rPr lang="nl-BE" altLang="nl-NL"/>
              <a:t>3 stappen:</a:t>
            </a:r>
          </a:p>
          <a:p>
            <a:pPr lvl="2"/>
            <a:r>
              <a:rPr lang="nl-BE" altLang="nl-NL"/>
              <a:t>Genereer een cilinder van de correcte afmetingen</a:t>
            </a:r>
          </a:p>
          <a:p>
            <a:pPr lvl="2"/>
            <a:r>
              <a:rPr lang="nl-BE" altLang="nl-NL"/>
              <a:t>Roteer deze naar de juiste richting</a:t>
            </a:r>
          </a:p>
          <a:p>
            <a:pPr lvl="2"/>
            <a:r>
              <a:rPr lang="nl-BE" altLang="nl-NL"/>
              <a:t>Zet ze op de juiste plaats</a:t>
            </a:r>
          </a:p>
          <a:p>
            <a:pPr lvl="1"/>
            <a:endParaRPr lang="nl-BE" altLang="nl-NL"/>
          </a:p>
        </p:txBody>
      </p:sp>
      <p:sp>
        <p:nvSpPr>
          <p:cNvPr id="4" name="Footer Placeholder 3">
            <a:extLst>
              <a:ext uri="{FF2B5EF4-FFF2-40B4-BE49-F238E27FC236}">
                <a16:creationId xmlns:a16="http://schemas.microsoft.com/office/drawing/2014/main" id="{7356CB12-5FFC-49B9-8916-794D5EA13A00}"/>
              </a:ext>
            </a:extLst>
          </p:cNvPr>
          <p:cNvSpPr>
            <a:spLocks noGrp="1"/>
          </p:cNvSpPr>
          <p:nvPr>
            <p:ph type="ftr" sz="quarter" idx="11"/>
          </p:nvPr>
        </p:nvSpPr>
        <p:spPr/>
        <p:txBody>
          <a:bodyPr/>
          <a:lstStyle/>
          <a:p>
            <a:pPr>
              <a:defRPr/>
            </a:pPr>
            <a:r>
              <a:rPr lang="nl-BE"/>
              <a:t>Practicum Computer Graphics: Bollen &amp; Cilinders</a:t>
            </a:r>
            <a:endParaRPr lang="en-GB" dirty="0"/>
          </a:p>
        </p:txBody>
      </p:sp>
      <p:sp>
        <p:nvSpPr>
          <p:cNvPr id="18436" name="Slide Number Placeholder 4">
            <a:extLst>
              <a:ext uri="{FF2B5EF4-FFF2-40B4-BE49-F238E27FC236}">
                <a16:creationId xmlns:a16="http://schemas.microsoft.com/office/drawing/2014/main" id="{92873BBA-C3D8-4305-B77B-12FCED32BB2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lnSpc>
                <a:spcPct val="81000"/>
              </a:lnSpc>
              <a:spcAft>
                <a:spcPts val="1413"/>
              </a:spcAft>
              <a:buClr>
                <a:srgbClr val="053A60"/>
              </a:buClr>
              <a:buSzPct val="100000"/>
              <a:buFont typeface="Arial" panose="020B0604020202020204" pitchFamily="34" charset="0"/>
              <a:buChar char="•"/>
              <a:tabLst>
                <a:tab pos="723900" algn="l"/>
              </a:tabLst>
              <a:defRPr sz="2400" b="1">
                <a:solidFill>
                  <a:srgbClr val="003D64"/>
                </a:solidFill>
                <a:latin typeface="FreeSans" pitchFamily="32" charset="0"/>
                <a:ea typeface="ＭＳ Ｐゴシック" panose="020B0600070205080204" pitchFamily="34" charset="-128"/>
                <a:cs typeface="WenQuanYi Zen Hei" charset="0"/>
              </a:defRPr>
            </a:lvl1pPr>
            <a:lvl2pPr>
              <a:lnSpc>
                <a:spcPct val="81000"/>
              </a:lnSpc>
              <a:spcAft>
                <a:spcPts val="1138"/>
              </a:spcAft>
              <a:buClr>
                <a:srgbClr val="053A60"/>
              </a:buClr>
              <a:buSzPct val="100000"/>
              <a:buFont typeface="Times New Roman" panose="02020603050405020304" pitchFamily="18" charset="0"/>
              <a:buChar char="–"/>
              <a:tabLst>
                <a:tab pos="723900" algn="l"/>
              </a:tabLst>
              <a:defRPr sz="2200">
                <a:solidFill>
                  <a:srgbClr val="003D64"/>
                </a:solidFill>
                <a:latin typeface="FreeSans" pitchFamily="32" charset="0"/>
                <a:ea typeface="WenQuanYi Zen Hei" charset="0"/>
                <a:cs typeface="WenQuanYi Zen Hei" charset="0"/>
              </a:defRPr>
            </a:lvl2pPr>
            <a:lvl3pPr>
              <a:lnSpc>
                <a:spcPct val="81000"/>
              </a:lnSpc>
              <a:spcAft>
                <a:spcPts val="850"/>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3pPr>
            <a:lvl4pPr>
              <a:lnSpc>
                <a:spcPct val="81000"/>
              </a:lnSpc>
              <a:spcAft>
                <a:spcPts val="575"/>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4pPr>
            <a:lvl5pPr>
              <a:lnSpc>
                <a:spcPct val="81000"/>
              </a:lnSpc>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5pPr>
            <a:lvl6pPr marL="25146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6pPr>
            <a:lvl7pPr marL="29718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7pPr>
            <a:lvl8pPr marL="34290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8pPr>
            <a:lvl9pPr marL="38862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9pPr>
          </a:lstStyle>
          <a:p>
            <a:pPr>
              <a:lnSpc>
                <a:spcPct val="108000"/>
              </a:lnSpc>
              <a:spcAft>
                <a:spcPct val="0"/>
              </a:spcAft>
              <a:buClr>
                <a:srgbClr val="000000"/>
              </a:buClr>
              <a:buFont typeface="Times New Roman" panose="02020603050405020304" pitchFamily="18" charset="0"/>
              <a:buNone/>
            </a:pPr>
            <a:fld id="{7106C9F6-C722-4693-B98A-0314DF125245}" type="slidenum">
              <a:rPr lang="en-GB" altLang="nl-NL" sz="1400" b="0">
                <a:solidFill>
                  <a:srgbClr val="FFFFFF"/>
                </a:solidFill>
              </a:rPr>
              <a:pPr>
                <a:lnSpc>
                  <a:spcPct val="108000"/>
                </a:lnSpc>
                <a:spcAft>
                  <a:spcPct val="0"/>
                </a:spcAft>
                <a:buClr>
                  <a:srgbClr val="000000"/>
                </a:buClr>
                <a:buFont typeface="Times New Roman" panose="02020603050405020304" pitchFamily="18" charset="0"/>
                <a:buNone/>
              </a:pPr>
              <a:t>3</a:t>
            </a:fld>
            <a:endParaRPr lang="en-GB" altLang="nl-NL" sz="1400" b="0">
              <a:solidFill>
                <a:srgbClr val="FFFFFF"/>
              </a:solidFill>
            </a:endParaRPr>
          </a:p>
        </p:txBody>
      </p:sp>
      <p:grpSp>
        <p:nvGrpSpPr>
          <p:cNvPr id="18437" name="Group 48">
            <a:extLst>
              <a:ext uri="{FF2B5EF4-FFF2-40B4-BE49-F238E27FC236}">
                <a16:creationId xmlns:a16="http://schemas.microsoft.com/office/drawing/2014/main" id="{2EF36546-6A77-4E5D-A265-B28963F50DA2}"/>
              </a:ext>
            </a:extLst>
          </p:cNvPr>
          <p:cNvGrpSpPr>
            <a:grpSpLocks/>
          </p:cNvGrpSpPr>
          <p:nvPr/>
        </p:nvGrpSpPr>
        <p:grpSpPr bwMode="auto">
          <a:xfrm>
            <a:off x="7112000" y="1565275"/>
            <a:ext cx="2214563" cy="1755775"/>
            <a:chOff x="6662710" y="2987437"/>
            <a:chExt cx="1806626" cy="1303789"/>
          </a:xfrm>
        </p:grpSpPr>
        <p:cxnSp>
          <p:nvCxnSpPr>
            <p:cNvPr id="18465" name="Straight Arrow Connector 40">
              <a:extLst>
                <a:ext uri="{FF2B5EF4-FFF2-40B4-BE49-F238E27FC236}">
                  <a16:creationId xmlns:a16="http://schemas.microsoft.com/office/drawing/2014/main" id="{A3671EB4-FEF0-4009-B83E-78235CE965FB}"/>
                </a:ext>
              </a:extLst>
            </p:cNvPr>
            <p:cNvCxnSpPr>
              <a:cxnSpLocks noChangeShapeType="1"/>
            </p:cNvCxnSpPr>
            <p:nvPr/>
          </p:nvCxnSpPr>
          <p:spPr bwMode="auto">
            <a:xfrm>
              <a:off x="6897700" y="3779837"/>
              <a:ext cx="1571636" cy="1588"/>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sp>
          <p:nvSpPr>
            <p:cNvPr id="18466" name="TextBox 52">
              <a:extLst>
                <a:ext uri="{FF2B5EF4-FFF2-40B4-BE49-F238E27FC236}">
                  <a16:creationId xmlns:a16="http://schemas.microsoft.com/office/drawing/2014/main" id="{931A7881-BF19-4989-9784-FF29573B4D00}"/>
                </a:ext>
              </a:extLst>
            </p:cNvPr>
            <p:cNvSpPr txBox="1">
              <a:spLocks noChangeArrowheads="1"/>
            </p:cNvSpPr>
            <p:nvPr/>
          </p:nvSpPr>
          <p:spPr bwMode="auto">
            <a:xfrm>
              <a:off x="6720990" y="3941976"/>
              <a:ext cx="30008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a:lnSpc>
                  <a:spcPct val="93000"/>
                </a:lnSpc>
                <a:buClr>
                  <a:srgbClr val="000000"/>
                </a:buClr>
                <a:buSzPct val="100000"/>
                <a:buFont typeface="Times New Roman" panose="02020603050405020304" pitchFamily="18" charset="0"/>
                <a:buNone/>
              </a:pPr>
              <a:r>
                <a:rPr lang="nl-BE" altLang="nl-NL"/>
                <a:t>x</a:t>
              </a:r>
            </a:p>
          </p:txBody>
        </p:sp>
        <p:cxnSp>
          <p:nvCxnSpPr>
            <p:cNvPr id="18467" name="Straight Arrow Connector 41">
              <a:extLst>
                <a:ext uri="{FF2B5EF4-FFF2-40B4-BE49-F238E27FC236}">
                  <a16:creationId xmlns:a16="http://schemas.microsoft.com/office/drawing/2014/main" id="{8002320E-6968-4CEA-9FC5-B3E39F91BF08}"/>
                </a:ext>
              </a:extLst>
            </p:cNvPr>
            <p:cNvCxnSpPr>
              <a:cxnSpLocks noChangeShapeType="1"/>
            </p:cNvCxnSpPr>
            <p:nvPr/>
          </p:nvCxnSpPr>
          <p:spPr bwMode="auto">
            <a:xfrm rot="16200000" flipV="1">
              <a:off x="6500563" y="3382700"/>
              <a:ext cx="792402" cy="1876"/>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sp>
          <p:nvSpPr>
            <p:cNvPr id="18468" name="TextBox 53">
              <a:extLst>
                <a:ext uri="{FF2B5EF4-FFF2-40B4-BE49-F238E27FC236}">
                  <a16:creationId xmlns:a16="http://schemas.microsoft.com/office/drawing/2014/main" id="{0EDFF357-CE08-466E-B0A3-280A1F39F9FA}"/>
                </a:ext>
              </a:extLst>
            </p:cNvPr>
            <p:cNvSpPr txBox="1">
              <a:spLocks noChangeArrowheads="1"/>
            </p:cNvSpPr>
            <p:nvPr/>
          </p:nvSpPr>
          <p:spPr bwMode="auto">
            <a:xfrm>
              <a:off x="8112146" y="3779837"/>
              <a:ext cx="300038" cy="3499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a:lnSpc>
                  <a:spcPct val="93000"/>
                </a:lnSpc>
                <a:buClr>
                  <a:srgbClr val="000000"/>
                </a:buClr>
                <a:buSzPct val="100000"/>
                <a:buFont typeface="Times New Roman" panose="02020603050405020304" pitchFamily="18" charset="0"/>
                <a:buNone/>
              </a:pPr>
              <a:r>
                <a:rPr lang="nl-BE" altLang="nl-NL"/>
                <a:t>y</a:t>
              </a:r>
            </a:p>
          </p:txBody>
        </p:sp>
        <p:cxnSp>
          <p:nvCxnSpPr>
            <p:cNvPr id="18469" name="Straight Arrow Connector 46">
              <a:extLst>
                <a:ext uri="{FF2B5EF4-FFF2-40B4-BE49-F238E27FC236}">
                  <a16:creationId xmlns:a16="http://schemas.microsoft.com/office/drawing/2014/main" id="{4F3081BB-02B5-4460-883E-5B15D656D0A4}"/>
                </a:ext>
              </a:extLst>
            </p:cNvPr>
            <p:cNvCxnSpPr>
              <a:cxnSpLocks noChangeShapeType="1"/>
            </p:cNvCxnSpPr>
            <p:nvPr/>
          </p:nvCxnSpPr>
          <p:spPr bwMode="auto">
            <a:xfrm rot="5400000">
              <a:off x="6619593" y="3822954"/>
              <a:ext cx="321228" cy="234994"/>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sp>
          <p:nvSpPr>
            <p:cNvPr id="18470" name="TextBox 54">
              <a:extLst>
                <a:ext uri="{FF2B5EF4-FFF2-40B4-BE49-F238E27FC236}">
                  <a16:creationId xmlns:a16="http://schemas.microsoft.com/office/drawing/2014/main" id="{EADE50F9-0C80-4494-8458-8FE0682BDD70}"/>
                </a:ext>
              </a:extLst>
            </p:cNvPr>
            <p:cNvSpPr txBox="1">
              <a:spLocks noChangeArrowheads="1"/>
            </p:cNvSpPr>
            <p:nvPr/>
          </p:nvSpPr>
          <p:spPr bwMode="auto">
            <a:xfrm>
              <a:off x="6895825" y="3040466"/>
              <a:ext cx="300080" cy="349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a:lnSpc>
                  <a:spcPct val="93000"/>
                </a:lnSpc>
                <a:buClr>
                  <a:srgbClr val="000000"/>
                </a:buClr>
                <a:buSzPct val="100000"/>
                <a:buFont typeface="Times New Roman" panose="02020603050405020304" pitchFamily="18" charset="0"/>
                <a:buNone/>
              </a:pPr>
              <a:r>
                <a:rPr lang="nl-BE" altLang="nl-NL"/>
                <a:t>z</a:t>
              </a:r>
            </a:p>
          </p:txBody>
        </p:sp>
      </p:grpSp>
      <p:sp>
        <p:nvSpPr>
          <p:cNvPr id="29" name="Oval 28">
            <a:extLst>
              <a:ext uri="{FF2B5EF4-FFF2-40B4-BE49-F238E27FC236}">
                <a16:creationId xmlns:a16="http://schemas.microsoft.com/office/drawing/2014/main" id="{391555AB-36F2-42AB-ADC5-A956F2FF224C}"/>
              </a:ext>
            </a:extLst>
          </p:cNvPr>
          <p:cNvSpPr>
            <a:spLocks noChangeArrowheads="1"/>
          </p:cNvSpPr>
          <p:nvPr/>
        </p:nvSpPr>
        <p:spPr bwMode="auto">
          <a:xfrm>
            <a:off x="7183438" y="2422525"/>
            <a:ext cx="428625" cy="428625"/>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1">
              <a:lnSpc>
                <a:spcPct val="93000"/>
              </a:lnSpc>
              <a:buClr>
                <a:srgbClr val="000000"/>
              </a:buClr>
              <a:buSzPct val="100000"/>
              <a:buFont typeface="Times New Roman" panose="02020603050405020304" pitchFamily="18" charset="0"/>
              <a:buNone/>
            </a:pPr>
            <a:endParaRPr lang="nl-BE" altLang="nl-NL"/>
          </a:p>
        </p:txBody>
      </p:sp>
      <p:sp>
        <p:nvSpPr>
          <p:cNvPr id="31" name="Oval 30">
            <a:extLst>
              <a:ext uri="{FF2B5EF4-FFF2-40B4-BE49-F238E27FC236}">
                <a16:creationId xmlns:a16="http://schemas.microsoft.com/office/drawing/2014/main" id="{16CCE3D5-BB6F-4A76-9F52-364F61D3107B}"/>
              </a:ext>
            </a:extLst>
          </p:cNvPr>
          <p:cNvSpPr>
            <a:spLocks noChangeArrowheads="1"/>
          </p:cNvSpPr>
          <p:nvPr/>
        </p:nvSpPr>
        <p:spPr bwMode="auto">
          <a:xfrm>
            <a:off x="7040563" y="2279650"/>
            <a:ext cx="704850" cy="704850"/>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1">
              <a:lnSpc>
                <a:spcPct val="93000"/>
              </a:lnSpc>
              <a:buClr>
                <a:srgbClr val="000000"/>
              </a:buClr>
              <a:buSzPct val="100000"/>
              <a:buFont typeface="Times New Roman" panose="02020603050405020304" pitchFamily="18" charset="0"/>
              <a:buNone/>
            </a:pPr>
            <a:endParaRPr lang="nl-BE" altLang="nl-NL"/>
          </a:p>
        </p:txBody>
      </p:sp>
      <p:grpSp>
        <p:nvGrpSpPr>
          <p:cNvPr id="6" name="Group 49">
            <a:extLst>
              <a:ext uri="{FF2B5EF4-FFF2-40B4-BE49-F238E27FC236}">
                <a16:creationId xmlns:a16="http://schemas.microsoft.com/office/drawing/2014/main" id="{679BD66E-65B8-431F-BA53-EFF81A5A219B}"/>
              </a:ext>
            </a:extLst>
          </p:cNvPr>
          <p:cNvGrpSpPr>
            <a:grpSpLocks/>
          </p:cNvGrpSpPr>
          <p:nvPr/>
        </p:nvGrpSpPr>
        <p:grpSpPr bwMode="auto">
          <a:xfrm>
            <a:off x="8612188" y="1493838"/>
            <a:ext cx="284162" cy="307975"/>
            <a:chOff x="8612212" y="1493821"/>
            <a:chExt cx="284052" cy="307777"/>
          </a:xfrm>
        </p:grpSpPr>
        <p:sp>
          <p:nvSpPr>
            <p:cNvPr id="18463" name="Oval 27">
              <a:extLst>
                <a:ext uri="{FF2B5EF4-FFF2-40B4-BE49-F238E27FC236}">
                  <a16:creationId xmlns:a16="http://schemas.microsoft.com/office/drawing/2014/main" id="{186C3FB7-B36B-4756-837E-4DA928DF4850}"/>
                </a:ext>
              </a:extLst>
            </p:cNvPr>
            <p:cNvSpPr>
              <a:spLocks noChangeArrowheads="1"/>
            </p:cNvSpPr>
            <p:nvPr/>
          </p:nvSpPr>
          <p:spPr bwMode="auto">
            <a:xfrm>
              <a:off x="8612212" y="1493821"/>
              <a:ext cx="71438" cy="71438"/>
            </a:xfrm>
            <a:prstGeom prst="ellipse">
              <a:avLst/>
            </a:prstGeom>
            <a:solidFill>
              <a:schemeClr val="tx1"/>
            </a:solidFill>
            <a:ln w="9525">
              <a:solidFill>
                <a:schemeClr val="tx1"/>
              </a:solidFill>
              <a:round/>
              <a:headEnd/>
              <a:tailEnd/>
            </a:ln>
          </p:spPr>
          <p:txBody>
            <a:bodyPr/>
            <a:lstStyle/>
            <a:p>
              <a:pPr eaLnBrk="1">
                <a:lnSpc>
                  <a:spcPct val="93000"/>
                </a:lnSpc>
                <a:buClr>
                  <a:srgbClr val="000000"/>
                </a:buClr>
                <a:buSzPct val="100000"/>
                <a:buFont typeface="Times New Roman" panose="02020603050405020304" pitchFamily="18" charset="0"/>
                <a:buNone/>
              </a:pPr>
              <a:endParaRPr lang="nl-BE" altLang="nl-NL"/>
            </a:p>
          </p:txBody>
        </p:sp>
        <p:sp>
          <p:nvSpPr>
            <p:cNvPr id="18464" name="TextBox 31">
              <a:extLst>
                <a:ext uri="{FF2B5EF4-FFF2-40B4-BE49-F238E27FC236}">
                  <a16:creationId xmlns:a16="http://schemas.microsoft.com/office/drawing/2014/main" id="{FAFE9FB7-81F8-4DAC-B283-8B3AE133B233}"/>
                </a:ext>
              </a:extLst>
            </p:cNvPr>
            <p:cNvSpPr txBox="1">
              <a:spLocks noChangeArrowheads="1"/>
            </p:cNvSpPr>
            <p:nvPr/>
          </p:nvSpPr>
          <p:spPr bwMode="auto">
            <a:xfrm>
              <a:off x="8612212" y="1493821"/>
              <a:ext cx="28405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nl-BE" altLang="nl-NL" sz="1400"/>
                <a:t>p</a:t>
              </a:r>
              <a:endParaRPr lang="nl-BE" altLang="nl-NL" sz="1400" baseline="-25000"/>
            </a:p>
          </p:txBody>
        </p:sp>
      </p:grpSp>
      <p:grpSp>
        <p:nvGrpSpPr>
          <p:cNvPr id="7" name="Group 48">
            <a:extLst>
              <a:ext uri="{FF2B5EF4-FFF2-40B4-BE49-F238E27FC236}">
                <a16:creationId xmlns:a16="http://schemas.microsoft.com/office/drawing/2014/main" id="{3B17FCCC-BF90-4EDF-A5E8-2256F02A9E81}"/>
              </a:ext>
            </a:extLst>
          </p:cNvPr>
          <p:cNvGrpSpPr>
            <a:grpSpLocks/>
          </p:cNvGrpSpPr>
          <p:nvPr/>
        </p:nvGrpSpPr>
        <p:grpSpPr bwMode="auto">
          <a:xfrm>
            <a:off x="6969125" y="3779838"/>
            <a:ext cx="2554288" cy="2613025"/>
            <a:chOff x="6969138" y="3779837"/>
            <a:chExt cx="2554517" cy="2613624"/>
          </a:xfrm>
        </p:grpSpPr>
        <p:grpSp>
          <p:nvGrpSpPr>
            <p:cNvPr id="18448" name="Group 48">
              <a:extLst>
                <a:ext uri="{FF2B5EF4-FFF2-40B4-BE49-F238E27FC236}">
                  <a16:creationId xmlns:a16="http://schemas.microsoft.com/office/drawing/2014/main" id="{FF0D1DC0-6B4D-4C01-AE0B-DB5D5B655F22}"/>
                </a:ext>
              </a:extLst>
            </p:cNvPr>
            <p:cNvGrpSpPr>
              <a:grpSpLocks/>
            </p:cNvGrpSpPr>
            <p:nvPr/>
          </p:nvGrpSpPr>
          <p:grpSpPr bwMode="auto">
            <a:xfrm>
              <a:off x="6969138" y="3779837"/>
              <a:ext cx="2214558" cy="2613624"/>
              <a:chOff x="6662710" y="2351077"/>
              <a:chExt cx="1806626" cy="1940149"/>
            </a:xfrm>
          </p:grpSpPr>
          <p:cxnSp>
            <p:nvCxnSpPr>
              <p:cNvPr id="18457" name="Straight Arrow Connector 40">
                <a:extLst>
                  <a:ext uri="{FF2B5EF4-FFF2-40B4-BE49-F238E27FC236}">
                    <a16:creationId xmlns:a16="http://schemas.microsoft.com/office/drawing/2014/main" id="{FD2E7A46-E588-472F-AAC5-4C188AD865D8}"/>
                  </a:ext>
                </a:extLst>
              </p:cNvPr>
              <p:cNvCxnSpPr>
                <a:cxnSpLocks noChangeShapeType="1"/>
              </p:cNvCxnSpPr>
              <p:nvPr/>
            </p:nvCxnSpPr>
            <p:spPr bwMode="auto">
              <a:xfrm>
                <a:off x="6897700" y="3779837"/>
                <a:ext cx="1571636" cy="1588"/>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sp>
            <p:nvSpPr>
              <p:cNvPr id="18458" name="TextBox 52">
                <a:extLst>
                  <a:ext uri="{FF2B5EF4-FFF2-40B4-BE49-F238E27FC236}">
                    <a16:creationId xmlns:a16="http://schemas.microsoft.com/office/drawing/2014/main" id="{15197F8A-CC8E-4CDE-B32C-EC9E2C66CC2F}"/>
                  </a:ext>
                </a:extLst>
              </p:cNvPr>
              <p:cNvSpPr txBox="1">
                <a:spLocks noChangeArrowheads="1"/>
              </p:cNvSpPr>
              <p:nvPr/>
            </p:nvSpPr>
            <p:spPr bwMode="auto">
              <a:xfrm>
                <a:off x="6720990" y="3941976"/>
                <a:ext cx="30008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a:lnSpc>
                    <a:spcPct val="93000"/>
                  </a:lnSpc>
                  <a:buClr>
                    <a:srgbClr val="000000"/>
                  </a:buClr>
                  <a:buSzPct val="100000"/>
                  <a:buFont typeface="Times New Roman" panose="02020603050405020304" pitchFamily="18" charset="0"/>
                  <a:buNone/>
                </a:pPr>
                <a:r>
                  <a:rPr lang="nl-BE" altLang="nl-NL"/>
                  <a:t>x</a:t>
                </a:r>
              </a:p>
            </p:txBody>
          </p:sp>
          <p:cxnSp>
            <p:nvCxnSpPr>
              <p:cNvPr id="18459" name="Straight Arrow Connector 41">
                <a:extLst>
                  <a:ext uri="{FF2B5EF4-FFF2-40B4-BE49-F238E27FC236}">
                    <a16:creationId xmlns:a16="http://schemas.microsoft.com/office/drawing/2014/main" id="{8825A6C3-4822-48E6-A4FE-AFF8203D8800}"/>
                  </a:ext>
                </a:extLst>
              </p:cNvPr>
              <p:cNvCxnSpPr>
                <a:cxnSpLocks noChangeShapeType="1"/>
              </p:cNvCxnSpPr>
              <p:nvPr/>
            </p:nvCxnSpPr>
            <p:spPr bwMode="auto">
              <a:xfrm rot="5400000" flipH="1" flipV="1">
                <a:off x="6183321" y="3065457"/>
                <a:ext cx="1428761" cy="2"/>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sp>
            <p:nvSpPr>
              <p:cNvPr id="18460" name="TextBox 53">
                <a:extLst>
                  <a:ext uri="{FF2B5EF4-FFF2-40B4-BE49-F238E27FC236}">
                    <a16:creationId xmlns:a16="http://schemas.microsoft.com/office/drawing/2014/main" id="{FA3E6469-5BFE-409D-A30B-3A409D018EF2}"/>
                  </a:ext>
                </a:extLst>
              </p:cNvPr>
              <p:cNvSpPr txBox="1">
                <a:spLocks noChangeArrowheads="1"/>
              </p:cNvSpPr>
              <p:nvPr/>
            </p:nvSpPr>
            <p:spPr bwMode="auto">
              <a:xfrm>
                <a:off x="8112146" y="3779837"/>
                <a:ext cx="300038" cy="3499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a:lnSpc>
                    <a:spcPct val="93000"/>
                  </a:lnSpc>
                  <a:buClr>
                    <a:srgbClr val="000000"/>
                  </a:buClr>
                  <a:buSzPct val="100000"/>
                  <a:buFont typeface="Times New Roman" panose="02020603050405020304" pitchFamily="18" charset="0"/>
                  <a:buNone/>
                </a:pPr>
                <a:r>
                  <a:rPr lang="nl-BE" altLang="nl-NL"/>
                  <a:t>y</a:t>
                </a:r>
              </a:p>
            </p:txBody>
          </p:sp>
          <p:cxnSp>
            <p:nvCxnSpPr>
              <p:cNvPr id="18461" name="Straight Arrow Connector 46">
                <a:extLst>
                  <a:ext uri="{FF2B5EF4-FFF2-40B4-BE49-F238E27FC236}">
                    <a16:creationId xmlns:a16="http://schemas.microsoft.com/office/drawing/2014/main" id="{6110783C-1524-43D7-9726-84005AA2B9E6}"/>
                  </a:ext>
                </a:extLst>
              </p:cNvPr>
              <p:cNvCxnSpPr>
                <a:cxnSpLocks noChangeShapeType="1"/>
              </p:cNvCxnSpPr>
              <p:nvPr/>
            </p:nvCxnSpPr>
            <p:spPr bwMode="auto">
              <a:xfrm rot="5400000">
                <a:off x="6619593" y="3822954"/>
                <a:ext cx="321228" cy="234994"/>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sp>
            <p:nvSpPr>
              <p:cNvPr id="18462" name="TextBox 54">
                <a:extLst>
                  <a:ext uri="{FF2B5EF4-FFF2-40B4-BE49-F238E27FC236}">
                    <a16:creationId xmlns:a16="http://schemas.microsoft.com/office/drawing/2014/main" id="{D0FEED75-C1B3-4D97-BCA5-0280A2131AA7}"/>
                  </a:ext>
                </a:extLst>
              </p:cNvPr>
              <p:cNvSpPr txBox="1">
                <a:spLocks noChangeArrowheads="1"/>
              </p:cNvSpPr>
              <p:nvPr/>
            </p:nvSpPr>
            <p:spPr bwMode="auto">
              <a:xfrm>
                <a:off x="6897700" y="2422515"/>
                <a:ext cx="300080" cy="349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a:lnSpc>
                    <a:spcPct val="93000"/>
                  </a:lnSpc>
                  <a:buClr>
                    <a:srgbClr val="000000"/>
                  </a:buClr>
                  <a:buSzPct val="100000"/>
                  <a:buFont typeface="Times New Roman" panose="02020603050405020304" pitchFamily="18" charset="0"/>
                  <a:buNone/>
                </a:pPr>
                <a:r>
                  <a:rPr lang="nl-BE" altLang="nl-NL"/>
                  <a:t>z</a:t>
                </a:r>
              </a:p>
            </p:txBody>
          </p:sp>
        </p:grpSp>
        <p:grpSp>
          <p:nvGrpSpPr>
            <p:cNvPr id="18449" name="Group 40">
              <a:extLst>
                <a:ext uri="{FF2B5EF4-FFF2-40B4-BE49-F238E27FC236}">
                  <a16:creationId xmlns:a16="http://schemas.microsoft.com/office/drawing/2014/main" id="{05769449-2242-40AC-B861-BF4E8C5C87DE}"/>
                </a:ext>
              </a:extLst>
            </p:cNvPr>
            <p:cNvGrpSpPr>
              <a:grpSpLocks/>
            </p:cNvGrpSpPr>
            <p:nvPr/>
          </p:nvGrpSpPr>
          <p:grpSpPr bwMode="auto">
            <a:xfrm rot="3074990">
              <a:off x="8242006" y="3670015"/>
              <a:ext cx="640595" cy="1922702"/>
              <a:chOff x="8040708" y="2779705"/>
              <a:chExt cx="483394" cy="1450874"/>
            </a:xfrm>
          </p:grpSpPr>
          <p:sp>
            <p:nvSpPr>
              <p:cNvPr id="18455" name="Can 41">
                <a:extLst>
                  <a:ext uri="{FF2B5EF4-FFF2-40B4-BE49-F238E27FC236}">
                    <a16:creationId xmlns:a16="http://schemas.microsoft.com/office/drawing/2014/main" id="{0AAFEFFA-2E99-478D-92B6-9B3AEFFF0404}"/>
                  </a:ext>
                </a:extLst>
              </p:cNvPr>
              <p:cNvSpPr>
                <a:spLocks noChangeArrowheads="1"/>
              </p:cNvSpPr>
              <p:nvPr/>
            </p:nvSpPr>
            <p:spPr bwMode="auto">
              <a:xfrm>
                <a:off x="8040708" y="2779705"/>
                <a:ext cx="483394" cy="1450874"/>
              </a:xfrm>
              <a:prstGeom prst="can">
                <a:avLst>
                  <a:gd name="adj" fmla="val 80108"/>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1">
                  <a:lnSpc>
                    <a:spcPct val="93000"/>
                  </a:lnSpc>
                  <a:buClr>
                    <a:srgbClr val="000000"/>
                  </a:buClr>
                  <a:buSzPct val="100000"/>
                  <a:buFont typeface="Times New Roman" panose="02020603050405020304" pitchFamily="18" charset="0"/>
                  <a:buNone/>
                </a:pPr>
                <a:endParaRPr lang="nl-BE" altLang="nl-NL"/>
              </a:p>
            </p:txBody>
          </p:sp>
          <p:sp>
            <p:nvSpPr>
              <p:cNvPr id="18456" name="Can 42">
                <a:extLst>
                  <a:ext uri="{FF2B5EF4-FFF2-40B4-BE49-F238E27FC236}">
                    <a16:creationId xmlns:a16="http://schemas.microsoft.com/office/drawing/2014/main" id="{609908A7-187D-4B6E-A23E-555BE48C6370}"/>
                  </a:ext>
                </a:extLst>
              </p:cNvPr>
              <p:cNvSpPr>
                <a:spLocks noChangeArrowheads="1"/>
              </p:cNvSpPr>
              <p:nvPr/>
            </p:nvSpPr>
            <p:spPr bwMode="auto">
              <a:xfrm rot="10800000">
                <a:off x="8040708" y="2779705"/>
                <a:ext cx="483394" cy="1450874"/>
              </a:xfrm>
              <a:prstGeom prst="can">
                <a:avLst>
                  <a:gd name="adj" fmla="val 80108"/>
                </a:avLst>
              </a:prstGeom>
              <a:noFill/>
              <a:ln w="28575">
                <a:solidFill>
                  <a:schemeClr val="tx1"/>
                </a:solidFill>
                <a:prstDash val="sysDash"/>
                <a:round/>
                <a:headEnd/>
                <a:tailEnd/>
              </a:ln>
              <a:extLst>
                <a:ext uri="{909E8E84-426E-40DD-AFC4-6F175D3DCCD1}">
                  <a14:hiddenFill xmlns:a14="http://schemas.microsoft.com/office/drawing/2010/main">
                    <a:solidFill>
                      <a:srgbClr val="FFFFFF"/>
                    </a:solidFill>
                  </a14:hiddenFill>
                </a:ext>
              </a:extLst>
            </p:spPr>
            <p:txBody>
              <a:bodyPr/>
              <a:lstStyle/>
              <a:p>
                <a:pPr eaLnBrk="1">
                  <a:lnSpc>
                    <a:spcPct val="93000"/>
                  </a:lnSpc>
                  <a:buClr>
                    <a:srgbClr val="000000"/>
                  </a:buClr>
                  <a:buSzPct val="100000"/>
                  <a:buFont typeface="Times New Roman" panose="02020603050405020304" pitchFamily="18" charset="0"/>
                  <a:buNone/>
                </a:pPr>
                <a:endParaRPr lang="nl-BE" altLang="nl-NL"/>
              </a:p>
            </p:txBody>
          </p:sp>
        </p:grpSp>
        <p:sp>
          <p:nvSpPr>
            <p:cNvPr id="18450" name="Oval 43">
              <a:extLst>
                <a:ext uri="{FF2B5EF4-FFF2-40B4-BE49-F238E27FC236}">
                  <a16:creationId xmlns:a16="http://schemas.microsoft.com/office/drawing/2014/main" id="{E4CE3C31-D1B4-4140-8E28-926CE902F48D}"/>
                </a:ext>
              </a:extLst>
            </p:cNvPr>
            <p:cNvSpPr>
              <a:spLocks noChangeArrowheads="1"/>
            </p:cNvSpPr>
            <p:nvPr/>
          </p:nvSpPr>
          <p:spPr bwMode="auto">
            <a:xfrm>
              <a:off x="9112278" y="4137027"/>
              <a:ext cx="71438" cy="71438"/>
            </a:xfrm>
            <a:prstGeom prst="ellipse">
              <a:avLst/>
            </a:prstGeom>
            <a:solidFill>
              <a:schemeClr val="tx1"/>
            </a:solidFill>
            <a:ln w="9525">
              <a:solidFill>
                <a:schemeClr val="tx1"/>
              </a:solidFill>
              <a:round/>
              <a:headEnd/>
              <a:tailEnd/>
            </a:ln>
          </p:spPr>
          <p:txBody>
            <a:bodyPr/>
            <a:lstStyle/>
            <a:p>
              <a:pPr eaLnBrk="1">
                <a:lnSpc>
                  <a:spcPct val="93000"/>
                </a:lnSpc>
                <a:buClr>
                  <a:srgbClr val="000000"/>
                </a:buClr>
                <a:buSzPct val="100000"/>
                <a:buFont typeface="Times New Roman" panose="02020603050405020304" pitchFamily="18" charset="0"/>
                <a:buNone/>
              </a:pPr>
              <a:endParaRPr lang="nl-BE" altLang="nl-NL"/>
            </a:p>
          </p:txBody>
        </p:sp>
        <p:sp>
          <p:nvSpPr>
            <p:cNvPr id="18451" name="Oval 44">
              <a:extLst>
                <a:ext uri="{FF2B5EF4-FFF2-40B4-BE49-F238E27FC236}">
                  <a16:creationId xmlns:a16="http://schemas.microsoft.com/office/drawing/2014/main" id="{8D5DE5F8-10D0-4D1B-B50F-A14E85EED04A}"/>
                </a:ext>
              </a:extLst>
            </p:cNvPr>
            <p:cNvSpPr>
              <a:spLocks noChangeArrowheads="1"/>
            </p:cNvSpPr>
            <p:nvPr/>
          </p:nvSpPr>
          <p:spPr bwMode="auto">
            <a:xfrm>
              <a:off x="7969270" y="5065721"/>
              <a:ext cx="71438" cy="71438"/>
            </a:xfrm>
            <a:prstGeom prst="ellipse">
              <a:avLst/>
            </a:prstGeom>
            <a:solidFill>
              <a:schemeClr val="tx1"/>
            </a:solidFill>
            <a:ln w="9525">
              <a:solidFill>
                <a:schemeClr val="tx1"/>
              </a:solidFill>
              <a:round/>
              <a:headEnd/>
              <a:tailEnd/>
            </a:ln>
          </p:spPr>
          <p:txBody>
            <a:bodyPr/>
            <a:lstStyle/>
            <a:p>
              <a:pPr eaLnBrk="1">
                <a:lnSpc>
                  <a:spcPct val="93000"/>
                </a:lnSpc>
                <a:buClr>
                  <a:srgbClr val="000000"/>
                </a:buClr>
                <a:buSzPct val="100000"/>
                <a:buFont typeface="Times New Roman" panose="02020603050405020304" pitchFamily="18" charset="0"/>
                <a:buNone/>
              </a:pPr>
              <a:endParaRPr lang="nl-BE" altLang="nl-NL"/>
            </a:p>
          </p:txBody>
        </p:sp>
        <p:cxnSp>
          <p:nvCxnSpPr>
            <p:cNvPr id="18452" name="Straight Connector 45">
              <a:extLst>
                <a:ext uri="{FF2B5EF4-FFF2-40B4-BE49-F238E27FC236}">
                  <a16:creationId xmlns:a16="http://schemas.microsoft.com/office/drawing/2014/main" id="{7A0A3D91-76F6-460D-82B8-56F12A88801C}"/>
                </a:ext>
              </a:extLst>
            </p:cNvPr>
            <p:cNvCxnSpPr>
              <a:cxnSpLocks noChangeShapeType="1"/>
              <a:stCxn id="18450" idx="3"/>
              <a:endCxn id="18451" idx="7"/>
            </p:cNvCxnSpPr>
            <p:nvPr/>
          </p:nvCxnSpPr>
          <p:spPr bwMode="auto">
            <a:xfrm rot="5400000">
              <a:off x="8137403" y="4090846"/>
              <a:ext cx="878180" cy="1092494"/>
            </a:xfrm>
            <a:prstGeom prst="line">
              <a:avLst/>
            </a:prstGeom>
            <a:noFill/>
            <a:ln w="28575">
              <a:solidFill>
                <a:schemeClr val="tx1"/>
              </a:solidFill>
              <a:prstDash val="sysDash"/>
              <a:round/>
              <a:headEnd/>
              <a:tailEnd/>
            </a:ln>
            <a:extLst>
              <a:ext uri="{909E8E84-426E-40DD-AFC4-6F175D3DCCD1}">
                <a14:hiddenFill xmlns:a14="http://schemas.microsoft.com/office/drawing/2010/main">
                  <a:noFill/>
                </a14:hiddenFill>
              </a:ext>
            </a:extLst>
          </p:spPr>
        </p:cxnSp>
        <p:sp>
          <p:nvSpPr>
            <p:cNvPr id="18453" name="TextBox 46">
              <a:extLst>
                <a:ext uri="{FF2B5EF4-FFF2-40B4-BE49-F238E27FC236}">
                  <a16:creationId xmlns:a16="http://schemas.microsoft.com/office/drawing/2014/main" id="{CC0CCFBE-C158-42F5-A403-35C424BADDBD}"/>
                </a:ext>
              </a:extLst>
            </p:cNvPr>
            <p:cNvSpPr txBox="1">
              <a:spLocks noChangeArrowheads="1"/>
            </p:cNvSpPr>
            <p:nvPr/>
          </p:nvSpPr>
          <p:spPr bwMode="auto">
            <a:xfrm>
              <a:off x="9112278" y="4065589"/>
              <a:ext cx="35137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nl-BE" altLang="nl-NL" sz="1400"/>
                <a:t>p</a:t>
              </a:r>
              <a:r>
                <a:rPr lang="nl-BE" altLang="nl-NL" sz="1400" baseline="-25000"/>
                <a:t>2</a:t>
              </a:r>
            </a:p>
          </p:txBody>
        </p:sp>
        <p:sp>
          <p:nvSpPr>
            <p:cNvPr id="18454" name="TextBox 47">
              <a:extLst>
                <a:ext uri="{FF2B5EF4-FFF2-40B4-BE49-F238E27FC236}">
                  <a16:creationId xmlns:a16="http://schemas.microsoft.com/office/drawing/2014/main" id="{51091B6C-2751-446F-A06C-B1C0E0306D72}"/>
                </a:ext>
              </a:extLst>
            </p:cNvPr>
            <p:cNvSpPr txBox="1">
              <a:spLocks noChangeArrowheads="1"/>
            </p:cNvSpPr>
            <p:nvPr/>
          </p:nvSpPr>
          <p:spPr bwMode="auto">
            <a:xfrm>
              <a:off x="7969270" y="4994283"/>
              <a:ext cx="35137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nl-BE" altLang="nl-NL" sz="1400"/>
                <a:t>p</a:t>
              </a:r>
              <a:r>
                <a:rPr lang="nl-BE" altLang="nl-NL" sz="1400" baseline="-25000"/>
                <a:t>1</a:t>
              </a:r>
            </a:p>
          </p:txBody>
        </p:sp>
      </p:grpSp>
      <p:sp>
        <p:nvSpPr>
          <p:cNvPr id="18442" name="Rectangle 7">
            <a:extLst>
              <a:ext uri="{FF2B5EF4-FFF2-40B4-BE49-F238E27FC236}">
                <a16:creationId xmlns:a16="http://schemas.microsoft.com/office/drawing/2014/main" id="{AB2EDE15-FD86-4DB7-8CA7-1DEE858085EC}"/>
              </a:ext>
            </a:extLst>
          </p:cNvPr>
          <p:cNvSpPr>
            <a:spLocks noChangeArrowheads="1"/>
          </p:cNvSpPr>
          <p:nvPr/>
        </p:nvSpPr>
        <p:spPr bwMode="auto">
          <a:xfrm>
            <a:off x="0" y="0"/>
            <a:ext cx="10080625"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nl-BE" altLang="nl-NL"/>
          </a:p>
        </p:txBody>
      </p:sp>
      <p:pic>
        <p:nvPicPr>
          <p:cNvPr id="2" name="Picture 6">
            <a:extLst>
              <a:ext uri="{FF2B5EF4-FFF2-40B4-BE49-F238E27FC236}">
                <a16:creationId xmlns:a16="http://schemas.microsoft.com/office/drawing/2014/main" id="{DADD7CA2-2C09-4C43-A1F7-11EB08A7A747}"/>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540250" y="2851150"/>
            <a:ext cx="1619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44" name="Rectangle 9">
            <a:extLst>
              <a:ext uri="{FF2B5EF4-FFF2-40B4-BE49-F238E27FC236}">
                <a16:creationId xmlns:a16="http://schemas.microsoft.com/office/drawing/2014/main" id="{080C979B-0AEE-4779-B4CF-79EE7E1F84A8}"/>
              </a:ext>
            </a:extLst>
          </p:cNvPr>
          <p:cNvSpPr>
            <a:spLocks noChangeArrowheads="1"/>
          </p:cNvSpPr>
          <p:nvPr/>
        </p:nvSpPr>
        <p:spPr bwMode="auto">
          <a:xfrm>
            <a:off x="0" y="0"/>
            <a:ext cx="10080625"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nl-BE" altLang="nl-NL"/>
          </a:p>
        </p:txBody>
      </p:sp>
      <p:grpSp>
        <p:nvGrpSpPr>
          <p:cNvPr id="10" name="Group 61">
            <a:extLst>
              <a:ext uri="{FF2B5EF4-FFF2-40B4-BE49-F238E27FC236}">
                <a16:creationId xmlns:a16="http://schemas.microsoft.com/office/drawing/2014/main" id="{05398B4F-42CC-40CD-AD12-18D38C6A07D0}"/>
              </a:ext>
            </a:extLst>
          </p:cNvPr>
          <p:cNvGrpSpPr>
            <a:grpSpLocks/>
          </p:cNvGrpSpPr>
          <p:nvPr/>
        </p:nvGrpSpPr>
        <p:grpSpPr bwMode="auto">
          <a:xfrm>
            <a:off x="7397750" y="1554163"/>
            <a:ext cx="1225550" cy="1082675"/>
            <a:chOff x="7397767" y="1554797"/>
            <a:chExt cx="1224907" cy="1082034"/>
          </a:xfrm>
        </p:grpSpPr>
        <p:cxnSp>
          <p:nvCxnSpPr>
            <p:cNvPr id="18446" name="Straight Arrow Connector 53">
              <a:extLst>
                <a:ext uri="{FF2B5EF4-FFF2-40B4-BE49-F238E27FC236}">
                  <a16:creationId xmlns:a16="http://schemas.microsoft.com/office/drawing/2014/main" id="{66F9727C-AA1D-49FC-B0ED-140EFF717850}"/>
                </a:ext>
              </a:extLst>
            </p:cNvPr>
            <p:cNvCxnSpPr>
              <a:cxnSpLocks noChangeShapeType="1"/>
              <a:endCxn id="18463" idx="3"/>
            </p:cNvCxnSpPr>
            <p:nvPr/>
          </p:nvCxnSpPr>
          <p:spPr bwMode="auto">
            <a:xfrm flipV="1">
              <a:off x="7397767" y="1554797"/>
              <a:ext cx="1224907" cy="1082034"/>
            </a:xfrm>
            <a:prstGeom prst="straightConnector1">
              <a:avLst/>
            </a:prstGeom>
            <a:noFill/>
            <a:ln w="28575">
              <a:solidFill>
                <a:schemeClr val="tx1"/>
              </a:solidFill>
              <a:prstDash val="sysDash"/>
              <a:round/>
              <a:headEnd/>
              <a:tailEnd type="arrow" w="med" len="med"/>
            </a:ln>
            <a:extLst>
              <a:ext uri="{909E8E84-426E-40DD-AFC4-6F175D3DCCD1}">
                <a14:hiddenFill xmlns:a14="http://schemas.microsoft.com/office/drawing/2010/main">
                  <a:noFill/>
                </a14:hiddenFill>
              </a:ext>
            </a:extLst>
          </p:spPr>
        </p:cxnSp>
        <p:pic>
          <p:nvPicPr>
            <p:cNvPr id="18447" name="Picture 8">
              <a:extLst>
                <a:ext uri="{FF2B5EF4-FFF2-40B4-BE49-F238E27FC236}">
                  <a16:creationId xmlns:a16="http://schemas.microsoft.com/office/drawing/2014/main" id="{318BD14E-D1E8-4F93-8367-4E2B145EF53E}"/>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183584" y="1851011"/>
              <a:ext cx="1619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47">
                                            <p:txEl>
                                              <p:pRg st="1" end="1"/>
                                            </p:txEl>
                                          </p:spTgt>
                                        </p:tgtEl>
                                        <p:attrNameLst>
                                          <p:attrName>style.visibility</p:attrName>
                                        </p:attrNameLst>
                                      </p:cBhvr>
                                      <p:to>
                                        <p:strVal val="visible"/>
                                      </p:to>
                                    </p:se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6147">
                                            <p:txEl>
                                              <p:pRg st="2" end="2"/>
                                            </p:txEl>
                                          </p:spTgt>
                                        </p:tgtEl>
                                        <p:attrNameLst>
                                          <p:attrName>style.visibility</p:attrName>
                                        </p:attrNameLst>
                                      </p:cBhvr>
                                      <p:to>
                                        <p:strVal val="visible"/>
                                      </p:to>
                                    </p:set>
                                  </p:childTnLst>
                                </p:cTn>
                              </p:par>
                              <p:par>
                                <p:cTn id="18" presetID="10" presetClass="entr" presetSubtype="0" fill="hold" grpId="2" nodeType="withEffect">
                                  <p:stCondLst>
                                    <p:cond delay="0"/>
                                  </p:stCondLst>
                                  <p:childTnLst>
                                    <p:set>
                                      <p:cBhvr>
                                        <p:cTn id="19" dur="1" fill="hold">
                                          <p:stCondLst>
                                            <p:cond delay="0"/>
                                          </p:stCondLst>
                                        </p:cTn>
                                        <p:tgtEl>
                                          <p:spTgt spid="29"/>
                                        </p:tgtEl>
                                        <p:attrNameLst>
                                          <p:attrName>style.visibility</p:attrName>
                                        </p:attrNameLst>
                                      </p:cBhvr>
                                      <p:to>
                                        <p:strVal val="visible"/>
                                      </p:to>
                                    </p:set>
                                    <p:animEffect transition="in" filter="fade">
                                      <p:cBhvr>
                                        <p:cTn id="20" dur="500"/>
                                        <p:tgtEl>
                                          <p:spTgt spid="29"/>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147">
                                            <p:txEl>
                                              <p:pRg st="3" end="3"/>
                                            </p:txEl>
                                          </p:spTgt>
                                        </p:tgtEl>
                                        <p:attrNameLst>
                                          <p:attrName>style.visibility</p:attrName>
                                        </p:attrNameLst>
                                      </p:cBhvr>
                                      <p:to>
                                        <p:strVal val="visible"/>
                                      </p:to>
                                    </p:set>
                                  </p:childTnLst>
                                </p:cTn>
                              </p:par>
                              <p:par>
                                <p:cTn id="25" presetID="6" presetClass="emph" presetSubtype="0" fill="hold" grpId="0" nodeType="withEffect">
                                  <p:stCondLst>
                                    <p:cond delay="0"/>
                                  </p:stCondLst>
                                  <p:childTnLst>
                                    <p:animScale>
                                      <p:cBhvr>
                                        <p:cTn id="26" dur="2000" fill="hold"/>
                                        <p:tgtEl>
                                          <p:spTgt spid="29"/>
                                        </p:tgtEl>
                                      </p:cBhvr>
                                      <p:by x="165000" y="165000"/>
                                    </p:animScale>
                                  </p:childTnLst>
                                </p:cTn>
                              </p:par>
                            </p:childTnLst>
                          </p:cTn>
                        </p:par>
                        <p:par>
                          <p:cTn id="27" fill="hold" nodeType="afterGroup">
                            <p:stCondLst>
                              <p:cond delay="2000"/>
                            </p:stCondLst>
                            <p:childTnLst>
                              <p:par>
                                <p:cTn id="28" presetID="10" presetClass="exit" presetSubtype="0" fill="hold" grpId="1" nodeType="afterEffect">
                                  <p:stCondLst>
                                    <p:cond delay="0"/>
                                  </p:stCondLst>
                                  <p:childTnLst>
                                    <p:animEffect transition="out" filter="fade">
                                      <p:cBhvr>
                                        <p:cTn id="29" dur="500"/>
                                        <p:tgtEl>
                                          <p:spTgt spid="29"/>
                                        </p:tgtEl>
                                      </p:cBhvr>
                                    </p:animEffect>
                                    <p:set>
                                      <p:cBhvr>
                                        <p:cTn id="30" dur="1" fill="hold">
                                          <p:stCondLst>
                                            <p:cond delay="499"/>
                                          </p:stCondLst>
                                        </p:cTn>
                                        <p:tgtEl>
                                          <p:spTgt spid="29"/>
                                        </p:tgtEl>
                                        <p:attrNameLst>
                                          <p:attrName>style.visibility</p:attrName>
                                        </p:attrNameLst>
                                      </p:cBhvr>
                                      <p:to>
                                        <p:strVal val="hidden"/>
                                      </p:to>
                                    </p:set>
                                  </p:childTnLst>
                                </p:cTn>
                              </p:par>
                              <p:par>
                                <p:cTn id="31" presetID="10" presetClass="entr" presetSubtype="0" fill="hold" grpId="1" nodeType="withEffect">
                                  <p:stCondLst>
                                    <p:cond delay="0"/>
                                  </p:stCondLst>
                                  <p:childTnLst>
                                    <p:set>
                                      <p:cBhvr>
                                        <p:cTn id="32" dur="1" fill="hold">
                                          <p:stCondLst>
                                            <p:cond delay="0"/>
                                          </p:stCondLst>
                                        </p:cTn>
                                        <p:tgtEl>
                                          <p:spTgt spid="31"/>
                                        </p:tgtEl>
                                        <p:attrNameLst>
                                          <p:attrName>style.visibility</p:attrName>
                                        </p:attrNameLst>
                                      </p:cBhvr>
                                      <p:to>
                                        <p:strVal val="visible"/>
                                      </p:to>
                                    </p:set>
                                    <p:animEffect transition="in" filter="fade">
                                      <p:cBhvr>
                                        <p:cTn id="33" dur="500"/>
                                        <p:tgtEl>
                                          <p:spTgt spid="31"/>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6147">
                                            <p:txEl>
                                              <p:pRg st="4" end="4"/>
                                            </p:txEl>
                                          </p:spTgt>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2"/>
                                        </p:tgtEl>
                                        <p:attrNameLst>
                                          <p:attrName>style.visibility</p:attrName>
                                        </p:attrNameLst>
                                      </p:cBhvr>
                                      <p:to>
                                        <p:strVal val="visible"/>
                                      </p:to>
                                    </p:set>
                                  </p:childTnLst>
                                </p:cTn>
                              </p:par>
                              <p:par>
                                <p:cTn id="40" presetID="10" presetClass="entr" presetSubtype="0" fill="hold" nodeType="with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childTnLst>
                          </p:cTn>
                        </p:par>
                        <p:par>
                          <p:cTn id="43" fill="hold" nodeType="afterGroup">
                            <p:stCondLst>
                              <p:cond delay="500"/>
                            </p:stCondLst>
                            <p:childTnLst>
                              <p:par>
                                <p:cTn id="44" presetID="64" presetClass="path" presetSubtype="0" accel="50000" decel="50000" fill="hold" grpId="0" nodeType="afterEffect">
                                  <p:stCondLst>
                                    <p:cond delay="0"/>
                                  </p:stCondLst>
                                  <p:childTnLst>
                                    <p:animMotion origin="layout" path="M 1.9685E-6 -3.04914E-6 L 0.12378 -0.14279 " pathEditMode="relative" rAng="0" ptsTypes="AA">
                                      <p:cBhvr>
                                        <p:cTn id="45" dur="2000" fill="hold"/>
                                        <p:tgtEl>
                                          <p:spTgt spid="31"/>
                                        </p:tgtEl>
                                        <p:attrNameLst>
                                          <p:attrName>ppt_x</p:attrName>
                                          <p:attrName>ppt_y</p:attrName>
                                        </p:attrNameLst>
                                      </p:cBhvr>
                                      <p:rCtr x="6189" y="-7140"/>
                                    </p:animMotion>
                                  </p:childTnLst>
                                </p:cTn>
                              </p:par>
                            </p:childTnLst>
                          </p:cTn>
                        </p:par>
                      </p:childTnLst>
                    </p:cTn>
                  </p:par>
                  <p:par>
                    <p:cTn id="46" fill="hold" nodeType="clickPar">
                      <p:stCondLst>
                        <p:cond delay="indefinite"/>
                      </p:stCondLst>
                      <p:childTnLst>
                        <p:par>
                          <p:cTn id="47" fill="hold" nodeType="withGroup">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6147">
                                            <p:txEl>
                                              <p:pRg st="6" end="6"/>
                                            </p:txEl>
                                          </p:spTgt>
                                        </p:tgtEl>
                                        <p:attrNameLst>
                                          <p:attrName>style.visibility</p:attrName>
                                        </p:attrNameLst>
                                      </p:cBhvr>
                                      <p:to>
                                        <p:strVal val="visible"/>
                                      </p:to>
                                    </p:set>
                                  </p:childTnLst>
                                </p:cTn>
                              </p:par>
                              <p:par>
                                <p:cTn id="50" presetID="1" presetClass="entr" presetSubtype="0" fill="hold" nodeType="withEffect">
                                  <p:stCondLst>
                                    <p:cond delay="0"/>
                                  </p:stCondLst>
                                  <p:childTnLst>
                                    <p:set>
                                      <p:cBhvr>
                                        <p:cTn id="51" dur="1" fill="hold">
                                          <p:stCondLst>
                                            <p:cond delay="0"/>
                                          </p:stCondLst>
                                        </p:cTn>
                                        <p:tgtEl>
                                          <p:spTgt spid="7"/>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6147">
                                            <p:txEl>
                                              <p:pRg st="7" end="7"/>
                                            </p:txEl>
                                          </p:spTgt>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6147">
                                            <p:txEl>
                                              <p:pRg st="8" end="8"/>
                                            </p:txEl>
                                          </p:spTgt>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6147">
                                            <p:txEl>
                                              <p:pRg st="9" end="9"/>
                                            </p:txEl>
                                          </p:spTgt>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614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p:bldP spid="29" grpId="0" animBg="1"/>
      <p:bldP spid="29" grpId="1" animBg="1"/>
      <p:bldP spid="29" grpId="2" animBg="1"/>
      <p:bldP spid="31" grpId="0" animBg="1"/>
      <p:bldP spid="31"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a:extLst>
              <a:ext uri="{FF2B5EF4-FFF2-40B4-BE49-F238E27FC236}">
                <a16:creationId xmlns:a16="http://schemas.microsoft.com/office/drawing/2014/main" id="{16DB9293-D56E-41AE-9837-9DCCF8DF55DF}"/>
              </a:ext>
            </a:extLst>
          </p:cNvPr>
          <p:cNvSpPr>
            <a:spLocks noGrp="1"/>
          </p:cNvSpPr>
          <p:nvPr>
            <p:ph type="title"/>
          </p:nvPr>
        </p:nvSpPr>
        <p:spPr/>
        <p:txBody>
          <a:bodyPr/>
          <a:lstStyle/>
          <a:p>
            <a:r>
              <a:rPr lang="nl-BE" altLang="nl-NL">
                <a:ea typeface="ＭＳ Ｐゴシック" panose="020B0600070205080204" pitchFamily="34" charset="-128"/>
              </a:rPr>
              <a:t>Genereren van cilinders</a:t>
            </a:r>
          </a:p>
        </p:txBody>
      </p:sp>
      <p:sp>
        <p:nvSpPr>
          <p:cNvPr id="7171" name="Content Placeholder 2">
            <a:extLst>
              <a:ext uri="{FF2B5EF4-FFF2-40B4-BE49-F238E27FC236}">
                <a16:creationId xmlns:a16="http://schemas.microsoft.com/office/drawing/2014/main" id="{42856C52-2803-4456-A9C7-18004BD9DAD7}"/>
              </a:ext>
            </a:extLst>
          </p:cNvPr>
          <p:cNvSpPr>
            <a:spLocks noGrp="1"/>
          </p:cNvSpPr>
          <p:nvPr>
            <p:ph idx="1"/>
          </p:nvPr>
        </p:nvSpPr>
        <p:spPr>
          <a:xfrm>
            <a:off x="503238" y="1260475"/>
            <a:ext cx="7680325" cy="5376863"/>
          </a:xfrm>
        </p:spPr>
        <p:txBody>
          <a:bodyPr/>
          <a:lstStyle/>
          <a:p>
            <a:r>
              <a:rPr lang="nl-BE" altLang="nl-NL">
                <a:ea typeface="ＭＳ Ｐゴシック" panose="020B0600070205080204" pitchFamily="34" charset="-128"/>
              </a:rPr>
              <a:t>Genereer een cilinder van de correcte afmetingen:</a:t>
            </a:r>
          </a:p>
          <a:p>
            <a:pPr lvl="1"/>
            <a:r>
              <a:rPr lang="nl-BE" altLang="nl-NL"/>
              <a:t>De gegenereerde cilinder moet:</a:t>
            </a:r>
          </a:p>
          <a:p>
            <a:pPr lvl="2"/>
            <a:endParaRPr lang="nl-BE" altLang="nl-NL" sz="1000"/>
          </a:p>
          <a:p>
            <a:pPr lvl="2"/>
            <a:r>
              <a:rPr lang="nl-BE" altLang="nl-NL"/>
              <a:t>Als hoogte de afstand tussen p</a:t>
            </a:r>
            <a:r>
              <a:rPr lang="nl-BE" altLang="nl-NL" baseline="-25000"/>
              <a:t>1</a:t>
            </a:r>
            <a:r>
              <a:rPr lang="nl-BE" altLang="nl-NL"/>
              <a:t> en p</a:t>
            </a:r>
            <a:r>
              <a:rPr lang="nl-BE" altLang="nl-NL" baseline="-25000"/>
              <a:t>2</a:t>
            </a:r>
            <a:r>
              <a:rPr lang="nl-BE" altLang="nl-NL"/>
              <a:t> hebben</a:t>
            </a:r>
          </a:p>
          <a:p>
            <a:pPr lvl="2"/>
            <a:endParaRPr lang="nl-BE" altLang="nl-NL" sz="1000"/>
          </a:p>
          <a:p>
            <a:pPr lvl="2"/>
            <a:r>
              <a:rPr lang="nl-BE" altLang="nl-NL"/>
              <a:t>Als breedte de radius r hebben</a:t>
            </a:r>
          </a:p>
          <a:p>
            <a:pPr lvl="1"/>
            <a:endParaRPr lang="nl-BE" altLang="nl-NL"/>
          </a:p>
          <a:p>
            <a:pPr lvl="1">
              <a:buFont typeface="Wingdings" panose="05000000000000000000" pitchFamily="2" charset="2"/>
              <a:buChar char="à"/>
            </a:pPr>
            <a:r>
              <a:rPr lang="nl-BE" altLang="nl-NL"/>
              <a:t>Genereer een cilinder met hoogte</a:t>
            </a:r>
          </a:p>
          <a:p>
            <a:pPr lvl="1">
              <a:buFont typeface="Wingdings" panose="05000000000000000000" pitchFamily="2" charset="2"/>
              <a:buChar char="à"/>
            </a:pPr>
            <a:endParaRPr lang="nl-BE" altLang="nl-NL"/>
          </a:p>
          <a:p>
            <a:pPr lvl="1">
              <a:buFont typeface="Wingdings" panose="05000000000000000000" pitchFamily="2" charset="2"/>
              <a:buChar char="à"/>
            </a:pPr>
            <a:r>
              <a:rPr lang="nl-BE" altLang="nl-NL"/>
              <a:t>Schaal daarna volgens schaalfactor r</a:t>
            </a:r>
          </a:p>
        </p:txBody>
      </p:sp>
      <p:sp>
        <p:nvSpPr>
          <p:cNvPr id="4" name="Footer Placeholder 3">
            <a:extLst>
              <a:ext uri="{FF2B5EF4-FFF2-40B4-BE49-F238E27FC236}">
                <a16:creationId xmlns:a16="http://schemas.microsoft.com/office/drawing/2014/main" id="{117527FE-3FA7-4DFD-AE08-E72A61342472}"/>
              </a:ext>
            </a:extLst>
          </p:cNvPr>
          <p:cNvSpPr>
            <a:spLocks noGrp="1"/>
          </p:cNvSpPr>
          <p:nvPr>
            <p:ph type="ftr" sz="quarter" idx="11"/>
          </p:nvPr>
        </p:nvSpPr>
        <p:spPr/>
        <p:txBody>
          <a:bodyPr/>
          <a:lstStyle/>
          <a:p>
            <a:pPr>
              <a:defRPr/>
            </a:pPr>
            <a:r>
              <a:rPr lang="nl-BE"/>
              <a:t>Practicum Computer Graphics: Bollen &amp; Cilinders</a:t>
            </a:r>
            <a:endParaRPr lang="en-GB" dirty="0"/>
          </a:p>
        </p:txBody>
      </p:sp>
      <p:sp>
        <p:nvSpPr>
          <p:cNvPr id="19460" name="Slide Number Placeholder 4">
            <a:extLst>
              <a:ext uri="{FF2B5EF4-FFF2-40B4-BE49-F238E27FC236}">
                <a16:creationId xmlns:a16="http://schemas.microsoft.com/office/drawing/2014/main" id="{DDBCA858-C2EF-4A89-A566-0D95D559C18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lnSpc>
                <a:spcPct val="81000"/>
              </a:lnSpc>
              <a:spcAft>
                <a:spcPts val="1413"/>
              </a:spcAft>
              <a:buClr>
                <a:srgbClr val="053A60"/>
              </a:buClr>
              <a:buSzPct val="100000"/>
              <a:buFont typeface="Arial" panose="020B0604020202020204" pitchFamily="34" charset="0"/>
              <a:buChar char="•"/>
              <a:tabLst>
                <a:tab pos="723900" algn="l"/>
              </a:tabLst>
              <a:defRPr sz="2400" b="1">
                <a:solidFill>
                  <a:srgbClr val="003D64"/>
                </a:solidFill>
                <a:latin typeface="FreeSans" pitchFamily="32" charset="0"/>
                <a:ea typeface="ＭＳ Ｐゴシック" panose="020B0600070205080204" pitchFamily="34" charset="-128"/>
                <a:cs typeface="WenQuanYi Zen Hei" charset="0"/>
              </a:defRPr>
            </a:lvl1pPr>
            <a:lvl2pPr>
              <a:lnSpc>
                <a:spcPct val="81000"/>
              </a:lnSpc>
              <a:spcAft>
                <a:spcPts val="1138"/>
              </a:spcAft>
              <a:buClr>
                <a:srgbClr val="053A60"/>
              </a:buClr>
              <a:buSzPct val="100000"/>
              <a:buFont typeface="Times New Roman" panose="02020603050405020304" pitchFamily="18" charset="0"/>
              <a:buChar char="–"/>
              <a:tabLst>
                <a:tab pos="723900" algn="l"/>
              </a:tabLst>
              <a:defRPr sz="2200">
                <a:solidFill>
                  <a:srgbClr val="003D64"/>
                </a:solidFill>
                <a:latin typeface="FreeSans" pitchFamily="32" charset="0"/>
                <a:ea typeface="WenQuanYi Zen Hei" charset="0"/>
                <a:cs typeface="WenQuanYi Zen Hei" charset="0"/>
              </a:defRPr>
            </a:lvl2pPr>
            <a:lvl3pPr>
              <a:lnSpc>
                <a:spcPct val="81000"/>
              </a:lnSpc>
              <a:spcAft>
                <a:spcPts val="850"/>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3pPr>
            <a:lvl4pPr>
              <a:lnSpc>
                <a:spcPct val="81000"/>
              </a:lnSpc>
              <a:spcAft>
                <a:spcPts val="575"/>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4pPr>
            <a:lvl5pPr>
              <a:lnSpc>
                <a:spcPct val="81000"/>
              </a:lnSpc>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5pPr>
            <a:lvl6pPr marL="25146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6pPr>
            <a:lvl7pPr marL="29718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7pPr>
            <a:lvl8pPr marL="34290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8pPr>
            <a:lvl9pPr marL="38862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9pPr>
          </a:lstStyle>
          <a:p>
            <a:pPr>
              <a:lnSpc>
                <a:spcPct val="108000"/>
              </a:lnSpc>
              <a:spcAft>
                <a:spcPct val="0"/>
              </a:spcAft>
              <a:buClr>
                <a:srgbClr val="000000"/>
              </a:buClr>
              <a:buFont typeface="Times New Roman" panose="02020603050405020304" pitchFamily="18" charset="0"/>
              <a:buNone/>
            </a:pPr>
            <a:fld id="{5661A900-7A07-455D-A5DF-30E5D9EA99BA}" type="slidenum">
              <a:rPr lang="en-GB" altLang="nl-NL" sz="1400" b="0">
                <a:solidFill>
                  <a:srgbClr val="FFFFFF"/>
                </a:solidFill>
              </a:rPr>
              <a:pPr>
                <a:lnSpc>
                  <a:spcPct val="108000"/>
                </a:lnSpc>
                <a:spcAft>
                  <a:spcPct val="0"/>
                </a:spcAft>
                <a:buClr>
                  <a:srgbClr val="000000"/>
                </a:buClr>
                <a:buFont typeface="Times New Roman" panose="02020603050405020304" pitchFamily="18" charset="0"/>
                <a:buNone/>
              </a:pPr>
              <a:t>4</a:t>
            </a:fld>
            <a:endParaRPr lang="en-GB" altLang="nl-NL" sz="1400" b="0">
              <a:solidFill>
                <a:srgbClr val="FFFFFF"/>
              </a:solidFill>
            </a:endParaRPr>
          </a:p>
        </p:txBody>
      </p:sp>
      <p:grpSp>
        <p:nvGrpSpPr>
          <p:cNvPr id="19461" name="Group 48">
            <a:extLst>
              <a:ext uri="{FF2B5EF4-FFF2-40B4-BE49-F238E27FC236}">
                <a16:creationId xmlns:a16="http://schemas.microsoft.com/office/drawing/2014/main" id="{F64B71DE-55F4-46FB-B61C-EA2B25470077}"/>
              </a:ext>
            </a:extLst>
          </p:cNvPr>
          <p:cNvGrpSpPr>
            <a:grpSpLocks/>
          </p:cNvGrpSpPr>
          <p:nvPr/>
        </p:nvGrpSpPr>
        <p:grpSpPr bwMode="auto">
          <a:xfrm>
            <a:off x="7969250" y="2422525"/>
            <a:ext cx="1571625" cy="3041650"/>
            <a:chOff x="6487880" y="2351077"/>
            <a:chExt cx="1282135" cy="2258324"/>
          </a:xfrm>
        </p:grpSpPr>
        <p:cxnSp>
          <p:nvCxnSpPr>
            <p:cNvPr id="19491" name="Straight Arrow Connector 40">
              <a:extLst>
                <a:ext uri="{FF2B5EF4-FFF2-40B4-BE49-F238E27FC236}">
                  <a16:creationId xmlns:a16="http://schemas.microsoft.com/office/drawing/2014/main" id="{AE7AABCF-7CBB-421D-B2C7-ECA97B2CA124}"/>
                </a:ext>
              </a:extLst>
            </p:cNvPr>
            <p:cNvCxnSpPr>
              <a:cxnSpLocks noChangeShapeType="1"/>
            </p:cNvCxnSpPr>
            <p:nvPr/>
          </p:nvCxnSpPr>
          <p:spPr bwMode="auto">
            <a:xfrm>
              <a:off x="6897702" y="3779837"/>
              <a:ext cx="872313" cy="3044"/>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sp>
          <p:nvSpPr>
            <p:cNvPr id="19492" name="TextBox 52">
              <a:extLst>
                <a:ext uri="{FF2B5EF4-FFF2-40B4-BE49-F238E27FC236}">
                  <a16:creationId xmlns:a16="http://schemas.microsoft.com/office/drawing/2014/main" id="{45E84E72-570A-42C6-9556-60A73ABDB7DF}"/>
                </a:ext>
              </a:extLst>
            </p:cNvPr>
            <p:cNvSpPr txBox="1">
              <a:spLocks noChangeArrowheads="1"/>
            </p:cNvSpPr>
            <p:nvPr/>
          </p:nvSpPr>
          <p:spPr bwMode="auto">
            <a:xfrm>
              <a:off x="6487881" y="4260151"/>
              <a:ext cx="30008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a:lnSpc>
                  <a:spcPct val="93000"/>
                </a:lnSpc>
                <a:buClr>
                  <a:srgbClr val="000000"/>
                </a:buClr>
                <a:buSzPct val="100000"/>
                <a:buFont typeface="Times New Roman" panose="02020603050405020304" pitchFamily="18" charset="0"/>
                <a:buNone/>
              </a:pPr>
              <a:r>
                <a:rPr lang="nl-BE" altLang="nl-NL"/>
                <a:t>x</a:t>
              </a:r>
            </a:p>
          </p:txBody>
        </p:sp>
        <p:cxnSp>
          <p:nvCxnSpPr>
            <p:cNvPr id="19493" name="Straight Arrow Connector 41">
              <a:extLst>
                <a:ext uri="{FF2B5EF4-FFF2-40B4-BE49-F238E27FC236}">
                  <a16:creationId xmlns:a16="http://schemas.microsoft.com/office/drawing/2014/main" id="{3495B835-53DD-43B0-8222-E973D3705753}"/>
                </a:ext>
              </a:extLst>
            </p:cNvPr>
            <p:cNvCxnSpPr>
              <a:cxnSpLocks noChangeShapeType="1"/>
            </p:cNvCxnSpPr>
            <p:nvPr/>
          </p:nvCxnSpPr>
          <p:spPr bwMode="auto">
            <a:xfrm rot="5400000" flipH="1" flipV="1">
              <a:off x="6183321" y="3065457"/>
              <a:ext cx="1428761" cy="2"/>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sp>
          <p:nvSpPr>
            <p:cNvPr id="19494" name="TextBox 53">
              <a:extLst>
                <a:ext uri="{FF2B5EF4-FFF2-40B4-BE49-F238E27FC236}">
                  <a16:creationId xmlns:a16="http://schemas.microsoft.com/office/drawing/2014/main" id="{7DA4C894-CA96-41A7-8019-4993826A769B}"/>
                </a:ext>
              </a:extLst>
            </p:cNvPr>
            <p:cNvSpPr txBox="1">
              <a:spLocks noChangeArrowheads="1"/>
            </p:cNvSpPr>
            <p:nvPr/>
          </p:nvSpPr>
          <p:spPr bwMode="auto">
            <a:xfrm>
              <a:off x="7420343" y="3782881"/>
              <a:ext cx="300038" cy="3499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a:lnSpc>
                  <a:spcPct val="93000"/>
                </a:lnSpc>
                <a:buClr>
                  <a:srgbClr val="000000"/>
                </a:buClr>
                <a:buSzPct val="100000"/>
                <a:buFont typeface="Times New Roman" panose="02020603050405020304" pitchFamily="18" charset="0"/>
                <a:buNone/>
              </a:pPr>
              <a:r>
                <a:rPr lang="nl-BE" altLang="nl-NL"/>
                <a:t>y</a:t>
              </a:r>
            </a:p>
          </p:txBody>
        </p:sp>
        <p:cxnSp>
          <p:nvCxnSpPr>
            <p:cNvPr id="19495" name="Straight Arrow Connector 46">
              <a:extLst>
                <a:ext uri="{FF2B5EF4-FFF2-40B4-BE49-F238E27FC236}">
                  <a16:creationId xmlns:a16="http://schemas.microsoft.com/office/drawing/2014/main" id="{06912EC6-5117-421F-B594-B73AAD3F27B0}"/>
                </a:ext>
              </a:extLst>
            </p:cNvPr>
            <p:cNvCxnSpPr>
              <a:cxnSpLocks noChangeShapeType="1"/>
            </p:cNvCxnSpPr>
            <p:nvPr/>
          </p:nvCxnSpPr>
          <p:spPr bwMode="auto">
            <a:xfrm rot="5400000">
              <a:off x="6399605" y="3868112"/>
              <a:ext cx="586374" cy="409824"/>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sp>
          <p:nvSpPr>
            <p:cNvPr id="19496" name="TextBox 54">
              <a:extLst>
                <a:ext uri="{FF2B5EF4-FFF2-40B4-BE49-F238E27FC236}">
                  <a16:creationId xmlns:a16="http://schemas.microsoft.com/office/drawing/2014/main" id="{857D5787-021C-4307-9AB1-58FDCDF36631}"/>
                </a:ext>
              </a:extLst>
            </p:cNvPr>
            <p:cNvSpPr txBox="1">
              <a:spLocks noChangeArrowheads="1"/>
            </p:cNvSpPr>
            <p:nvPr/>
          </p:nvSpPr>
          <p:spPr bwMode="auto">
            <a:xfrm>
              <a:off x="6897700" y="2422515"/>
              <a:ext cx="300080" cy="349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a:lnSpc>
                  <a:spcPct val="93000"/>
                </a:lnSpc>
                <a:buClr>
                  <a:srgbClr val="000000"/>
                </a:buClr>
                <a:buSzPct val="100000"/>
                <a:buFont typeface="Times New Roman" panose="02020603050405020304" pitchFamily="18" charset="0"/>
                <a:buNone/>
              </a:pPr>
              <a:r>
                <a:rPr lang="nl-BE" altLang="nl-NL"/>
                <a:t>z</a:t>
              </a:r>
            </a:p>
          </p:txBody>
        </p:sp>
      </p:grpSp>
      <p:grpSp>
        <p:nvGrpSpPr>
          <p:cNvPr id="6" name="Group 22">
            <a:extLst>
              <a:ext uri="{FF2B5EF4-FFF2-40B4-BE49-F238E27FC236}">
                <a16:creationId xmlns:a16="http://schemas.microsoft.com/office/drawing/2014/main" id="{6E49B146-A85A-4BBE-A803-762944BA92B7}"/>
              </a:ext>
            </a:extLst>
          </p:cNvPr>
          <p:cNvGrpSpPr>
            <a:grpSpLocks/>
          </p:cNvGrpSpPr>
          <p:nvPr/>
        </p:nvGrpSpPr>
        <p:grpSpPr bwMode="auto">
          <a:xfrm>
            <a:off x="8112125" y="2779713"/>
            <a:ext cx="714375" cy="1714500"/>
            <a:chOff x="3682990" y="3508373"/>
            <a:chExt cx="428628" cy="985845"/>
          </a:xfrm>
        </p:grpSpPr>
        <p:sp>
          <p:nvSpPr>
            <p:cNvPr id="24" name="Oval 23">
              <a:extLst>
                <a:ext uri="{FF2B5EF4-FFF2-40B4-BE49-F238E27FC236}">
                  <a16:creationId xmlns:a16="http://schemas.microsoft.com/office/drawing/2014/main" id="{90818573-B87E-4CF2-8BDE-688FEAF63272}"/>
                </a:ext>
              </a:extLst>
            </p:cNvPr>
            <p:cNvSpPr/>
            <p:nvPr/>
          </p:nvSpPr>
          <p:spPr bwMode="auto">
            <a:xfrm>
              <a:off x="3682990" y="4350905"/>
              <a:ext cx="428628" cy="143313"/>
            </a:xfrm>
            <a:prstGeom prst="ellipse">
              <a:avLst/>
            </a:prstGeom>
            <a:noFill/>
            <a:ln w="28575" cap="flat" cmpd="sng" algn="ctr">
              <a:solidFill>
                <a:schemeClr val="tx1"/>
              </a:solidFill>
              <a:prstDash val="sysDash"/>
              <a:round/>
              <a:headEnd type="none" w="med" len="med"/>
              <a:tailEnd type="none" w="med" len="med"/>
            </a:ln>
            <a:effectLst/>
          </p:spPr>
          <p:txBody>
            <a:bodyPr/>
            <a:lstStyle/>
            <a:p>
              <a:pPr eaLnBrk="1">
                <a:lnSpc>
                  <a:spcPct val="93000"/>
                </a:lnSpc>
                <a:buClr>
                  <a:srgbClr val="000000"/>
                </a:buClr>
                <a:buSzPct val="100000"/>
                <a:buFont typeface="Times New Roman" panose="02020603050405020304" pitchFamily="18" charset="0"/>
                <a:buNone/>
              </a:pPr>
              <a:endParaRPr lang="nl-BE" altLang="nl-NL"/>
            </a:p>
          </p:txBody>
        </p:sp>
        <p:sp>
          <p:nvSpPr>
            <p:cNvPr id="25" name="Can 24">
              <a:extLst>
                <a:ext uri="{FF2B5EF4-FFF2-40B4-BE49-F238E27FC236}">
                  <a16:creationId xmlns:a16="http://schemas.microsoft.com/office/drawing/2014/main" id="{3597FB61-EDE0-4FB4-B95A-A411C5D73548}"/>
                </a:ext>
              </a:extLst>
            </p:cNvPr>
            <p:cNvSpPr/>
            <p:nvPr/>
          </p:nvSpPr>
          <p:spPr bwMode="auto">
            <a:xfrm>
              <a:off x="3682990" y="3508373"/>
              <a:ext cx="428628" cy="985845"/>
            </a:xfrm>
            <a:prstGeom prst="can">
              <a:avLst>
                <a:gd name="adj" fmla="val 33333"/>
              </a:avLst>
            </a:prstGeom>
            <a:noFill/>
            <a:ln w="28575" cap="flat" cmpd="sng" algn="ctr">
              <a:solidFill>
                <a:schemeClr val="tx1"/>
              </a:solidFill>
              <a:prstDash val="solid"/>
              <a:round/>
              <a:headEnd type="none" w="med" len="med"/>
              <a:tailEnd type="none" w="med" len="med"/>
            </a:ln>
            <a:effectLst/>
          </p:spPr>
          <p:txBody>
            <a:bodyPr/>
            <a:lstStyle/>
            <a:p>
              <a:pPr eaLnBrk="1">
                <a:lnSpc>
                  <a:spcPct val="93000"/>
                </a:lnSpc>
                <a:buClr>
                  <a:srgbClr val="000000"/>
                </a:buClr>
                <a:buSzPct val="100000"/>
                <a:buFont typeface="Times New Roman" panose="02020603050405020304" pitchFamily="18" charset="0"/>
                <a:buNone/>
              </a:pPr>
              <a:endParaRPr lang="nl-BE" altLang="nl-NL"/>
            </a:p>
          </p:txBody>
        </p:sp>
      </p:grpSp>
      <p:sp>
        <p:nvSpPr>
          <p:cNvPr id="19463" name="Rectangle 2">
            <a:extLst>
              <a:ext uri="{FF2B5EF4-FFF2-40B4-BE49-F238E27FC236}">
                <a16:creationId xmlns:a16="http://schemas.microsoft.com/office/drawing/2014/main" id="{9FD72894-96B2-4431-966C-AD71279A531D}"/>
              </a:ext>
            </a:extLst>
          </p:cNvPr>
          <p:cNvSpPr>
            <a:spLocks noChangeArrowheads="1"/>
          </p:cNvSpPr>
          <p:nvPr/>
        </p:nvSpPr>
        <p:spPr bwMode="auto">
          <a:xfrm>
            <a:off x="0" y="0"/>
            <a:ext cx="10080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a:lnSpc>
                <a:spcPct val="93000"/>
              </a:lnSpc>
              <a:buClr>
                <a:srgbClr val="000000"/>
              </a:buClr>
              <a:buSzPct val="100000"/>
              <a:buFont typeface="Times New Roman" panose="02020603050405020304" pitchFamily="18" charset="0"/>
              <a:buNone/>
            </a:pPr>
            <a:endParaRPr lang="nl-BE" altLang="nl-NL"/>
          </a:p>
        </p:txBody>
      </p:sp>
      <p:sp>
        <p:nvSpPr>
          <p:cNvPr id="19464" name="Rectangle 3">
            <a:extLst>
              <a:ext uri="{FF2B5EF4-FFF2-40B4-BE49-F238E27FC236}">
                <a16:creationId xmlns:a16="http://schemas.microsoft.com/office/drawing/2014/main" id="{A6F7EA23-D4AA-4B25-B938-5AB914B134DA}"/>
              </a:ext>
            </a:extLst>
          </p:cNvPr>
          <p:cNvSpPr>
            <a:spLocks noChangeArrowheads="1"/>
          </p:cNvSpPr>
          <p:nvPr/>
        </p:nvSpPr>
        <p:spPr bwMode="auto">
          <a:xfrm>
            <a:off x="0" y="838200"/>
            <a:ext cx="10080625"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nSpc>
                <a:spcPct val="93000"/>
              </a:lnSpc>
              <a:buClr>
                <a:srgbClr val="000000"/>
              </a:buClr>
              <a:buSzPct val="100000"/>
              <a:buFont typeface="Times New Roman" panose="02020603050405020304" pitchFamily="18" charset="0"/>
              <a:buNone/>
            </a:pPr>
            <a:endParaRPr lang="nl-BE" altLang="nl-NL"/>
          </a:p>
        </p:txBody>
      </p:sp>
      <p:grpSp>
        <p:nvGrpSpPr>
          <p:cNvPr id="7" name="Group 32">
            <a:extLst>
              <a:ext uri="{FF2B5EF4-FFF2-40B4-BE49-F238E27FC236}">
                <a16:creationId xmlns:a16="http://schemas.microsoft.com/office/drawing/2014/main" id="{42383F3A-6E12-42A7-B47F-3AD727A6BC25}"/>
              </a:ext>
            </a:extLst>
          </p:cNvPr>
          <p:cNvGrpSpPr>
            <a:grpSpLocks/>
          </p:cNvGrpSpPr>
          <p:nvPr/>
        </p:nvGrpSpPr>
        <p:grpSpPr bwMode="auto">
          <a:xfrm>
            <a:off x="8326438" y="3708400"/>
            <a:ext cx="285750" cy="685800"/>
            <a:chOff x="3682990" y="3508373"/>
            <a:chExt cx="428628" cy="985845"/>
          </a:xfrm>
        </p:grpSpPr>
        <p:sp>
          <p:nvSpPr>
            <p:cNvPr id="34" name="Oval 33">
              <a:extLst>
                <a:ext uri="{FF2B5EF4-FFF2-40B4-BE49-F238E27FC236}">
                  <a16:creationId xmlns:a16="http://schemas.microsoft.com/office/drawing/2014/main" id="{1B82BC0A-CC3D-47AE-9A4B-FB4AE71A16DD}"/>
                </a:ext>
              </a:extLst>
            </p:cNvPr>
            <p:cNvSpPr/>
            <p:nvPr/>
          </p:nvSpPr>
          <p:spPr bwMode="auto">
            <a:xfrm>
              <a:off x="3682990" y="4350450"/>
              <a:ext cx="428628" cy="143768"/>
            </a:xfrm>
            <a:prstGeom prst="ellipse">
              <a:avLst/>
            </a:prstGeom>
            <a:noFill/>
            <a:ln w="28575" cap="flat" cmpd="sng" algn="ctr">
              <a:solidFill>
                <a:schemeClr val="tx1"/>
              </a:solidFill>
              <a:prstDash val="sysDash"/>
              <a:round/>
              <a:headEnd type="none" w="med" len="med"/>
              <a:tailEnd type="none" w="med" len="med"/>
            </a:ln>
            <a:effectLst/>
          </p:spPr>
          <p:txBody>
            <a:bodyPr/>
            <a:lstStyle/>
            <a:p>
              <a:pPr eaLnBrk="1">
                <a:lnSpc>
                  <a:spcPct val="93000"/>
                </a:lnSpc>
                <a:buClr>
                  <a:srgbClr val="000000"/>
                </a:buClr>
                <a:buSzPct val="100000"/>
                <a:buFont typeface="Times New Roman" panose="02020603050405020304" pitchFamily="18" charset="0"/>
                <a:buNone/>
              </a:pPr>
              <a:endParaRPr lang="nl-BE" altLang="nl-NL"/>
            </a:p>
          </p:txBody>
        </p:sp>
        <p:sp>
          <p:nvSpPr>
            <p:cNvPr id="35" name="Can 34">
              <a:extLst>
                <a:ext uri="{FF2B5EF4-FFF2-40B4-BE49-F238E27FC236}">
                  <a16:creationId xmlns:a16="http://schemas.microsoft.com/office/drawing/2014/main" id="{3C431F05-8D07-4ABD-B5EB-F5F16F02CDF5}"/>
                </a:ext>
              </a:extLst>
            </p:cNvPr>
            <p:cNvSpPr/>
            <p:nvPr/>
          </p:nvSpPr>
          <p:spPr bwMode="auto">
            <a:xfrm>
              <a:off x="3682990" y="3508373"/>
              <a:ext cx="428628" cy="985845"/>
            </a:xfrm>
            <a:prstGeom prst="can">
              <a:avLst>
                <a:gd name="adj" fmla="val 33333"/>
              </a:avLst>
            </a:prstGeom>
            <a:noFill/>
            <a:ln w="28575" cap="flat" cmpd="sng" algn="ctr">
              <a:solidFill>
                <a:schemeClr val="tx1"/>
              </a:solidFill>
              <a:prstDash val="solid"/>
              <a:round/>
              <a:headEnd type="none" w="med" len="med"/>
              <a:tailEnd type="none" w="med" len="med"/>
            </a:ln>
            <a:effectLst/>
          </p:spPr>
          <p:txBody>
            <a:bodyPr/>
            <a:lstStyle/>
            <a:p>
              <a:pPr eaLnBrk="1">
                <a:lnSpc>
                  <a:spcPct val="93000"/>
                </a:lnSpc>
                <a:buClr>
                  <a:srgbClr val="000000"/>
                </a:buClr>
                <a:buSzPct val="100000"/>
                <a:buFont typeface="Times New Roman" panose="02020603050405020304" pitchFamily="18" charset="0"/>
                <a:buNone/>
              </a:pPr>
              <a:endParaRPr lang="nl-BE" altLang="nl-NL"/>
            </a:p>
          </p:txBody>
        </p:sp>
      </p:grpSp>
      <p:sp>
        <p:nvSpPr>
          <p:cNvPr id="19466" name="Rectangle 5">
            <a:extLst>
              <a:ext uri="{FF2B5EF4-FFF2-40B4-BE49-F238E27FC236}">
                <a16:creationId xmlns:a16="http://schemas.microsoft.com/office/drawing/2014/main" id="{26069D3A-5B9B-473F-83CD-5E5B5B6FAFEF}"/>
              </a:ext>
            </a:extLst>
          </p:cNvPr>
          <p:cNvSpPr>
            <a:spLocks noChangeArrowheads="1"/>
          </p:cNvSpPr>
          <p:nvPr/>
        </p:nvSpPr>
        <p:spPr bwMode="auto">
          <a:xfrm>
            <a:off x="0" y="0"/>
            <a:ext cx="10080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a:lnSpc>
                <a:spcPct val="93000"/>
              </a:lnSpc>
              <a:buClr>
                <a:srgbClr val="000000"/>
              </a:buClr>
              <a:buSzPct val="100000"/>
              <a:buFont typeface="Times New Roman" panose="02020603050405020304" pitchFamily="18" charset="0"/>
              <a:buNone/>
            </a:pPr>
            <a:endParaRPr lang="nl-BE" altLang="nl-NL"/>
          </a:p>
        </p:txBody>
      </p:sp>
      <p:grpSp>
        <p:nvGrpSpPr>
          <p:cNvPr id="8" name="Group 64">
            <a:extLst>
              <a:ext uri="{FF2B5EF4-FFF2-40B4-BE49-F238E27FC236}">
                <a16:creationId xmlns:a16="http://schemas.microsoft.com/office/drawing/2014/main" id="{73F063E3-1328-4F8A-8556-A0FE171EA693}"/>
              </a:ext>
            </a:extLst>
          </p:cNvPr>
          <p:cNvGrpSpPr>
            <a:grpSpLocks/>
          </p:cNvGrpSpPr>
          <p:nvPr/>
        </p:nvGrpSpPr>
        <p:grpSpPr bwMode="auto">
          <a:xfrm>
            <a:off x="7612063" y="2922588"/>
            <a:ext cx="2057400" cy="1428750"/>
            <a:chOff x="6183320" y="3565523"/>
            <a:chExt cx="2057414" cy="1428760"/>
          </a:xfrm>
        </p:grpSpPr>
        <p:cxnSp>
          <p:nvCxnSpPr>
            <p:cNvPr id="19484" name="Straight Connector 27">
              <a:extLst>
                <a:ext uri="{FF2B5EF4-FFF2-40B4-BE49-F238E27FC236}">
                  <a16:creationId xmlns:a16="http://schemas.microsoft.com/office/drawing/2014/main" id="{6F7A688D-07AD-46CA-9C1A-CA947026036B}"/>
                </a:ext>
              </a:extLst>
            </p:cNvPr>
            <p:cNvCxnSpPr>
              <a:cxnSpLocks noChangeShapeType="1"/>
            </p:cNvCxnSpPr>
            <p:nvPr/>
          </p:nvCxnSpPr>
          <p:spPr bwMode="auto">
            <a:xfrm>
              <a:off x="6183320" y="3565523"/>
              <a:ext cx="1571636" cy="1588"/>
            </a:xfrm>
            <a:prstGeom prst="line">
              <a:avLst/>
            </a:prstGeom>
            <a:noFill/>
            <a:ln w="9525">
              <a:solidFill>
                <a:schemeClr val="tx1"/>
              </a:solidFill>
              <a:prstDash val="sysDash"/>
              <a:round/>
              <a:headEnd/>
              <a:tailEnd/>
            </a:ln>
            <a:extLst>
              <a:ext uri="{909E8E84-426E-40DD-AFC4-6F175D3DCCD1}">
                <a14:hiddenFill xmlns:a14="http://schemas.microsoft.com/office/drawing/2010/main">
                  <a:noFill/>
                </a14:hiddenFill>
              </a:ext>
            </a:extLst>
          </p:spPr>
        </p:cxnSp>
        <p:cxnSp>
          <p:nvCxnSpPr>
            <p:cNvPr id="19485" name="Straight Arrow Connector 36">
              <a:extLst>
                <a:ext uri="{FF2B5EF4-FFF2-40B4-BE49-F238E27FC236}">
                  <a16:creationId xmlns:a16="http://schemas.microsoft.com/office/drawing/2014/main" id="{819FB91A-C29B-4AC1-9ED2-1221FC2C5CB8}"/>
                </a:ext>
              </a:extLst>
            </p:cNvPr>
            <p:cNvCxnSpPr>
              <a:cxnSpLocks noChangeShapeType="1"/>
            </p:cNvCxnSpPr>
            <p:nvPr/>
          </p:nvCxnSpPr>
          <p:spPr bwMode="auto">
            <a:xfrm rot="5400000">
              <a:off x="6827056" y="4279109"/>
              <a:ext cx="1428760" cy="1588"/>
            </a:xfrm>
            <a:prstGeom prst="straightConnector1">
              <a:avLst/>
            </a:prstGeom>
            <a:noFill/>
            <a:ln w="28575">
              <a:solidFill>
                <a:schemeClr val="tx1"/>
              </a:solidFill>
              <a:prstDash val="sysDash"/>
              <a:round/>
              <a:headEnd type="arrow" w="med" len="med"/>
              <a:tailEnd type="arrow" w="med" len="med"/>
            </a:ln>
            <a:extLst>
              <a:ext uri="{909E8E84-426E-40DD-AFC4-6F175D3DCCD1}">
                <a14:hiddenFill xmlns:a14="http://schemas.microsoft.com/office/drawing/2010/main">
                  <a:noFill/>
                </a14:hiddenFill>
              </a:ext>
            </a:extLst>
          </p:spPr>
        </p:cxnSp>
        <p:pic>
          <p:nvPicPr>
            <p:cNvPr id="19486" name="Picture 4">
              <a:extLst>
                <a:ext uri="{FF2B5EF4-FFF2-40B4-BE49-F238E27FC236}">
                  <a16:creationId xmlns:a16="http://schemas.microsoft.com/office/drawing/2014/main" id="{177F9583-CF03-469D-8EF0-D2D3F48936DE}"/>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612080" y="3708399"/>
              <a:ext cx="628654" cy="285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9468" name="Rectangle 6">
            <a:extLst>
              <a:ext uri="{FF2B5EF4-FFF2-40B4-BE49-F238E27FC236}">
                <a16:creationId xmlns:a16="http://schemas.microsoft.com/office/drawing/2014/main" id="{CA4410D2-3B6E-4010-83A8-A9FB972769F5}"/>
              </a:ext>
            </a:extLst>
          </p:cNvPr>
          <p:cNvSpPr>
            <a:spLocks noChangeArrowheads="1"/>
          </p:cNvSpPr>
          <p:nvPr/>
        </p:nvSpPr>
        <p:spPr bwMode="auto">
          <a:xfrm>
            <a:off x="0" y="838200"/>
            <a:ext cx="10080625"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nSpc>
                <a:spcPct val="93000"/>
              </a:lnSpc>
              <a:buClr>
                <a:srgbClr val="000000"/>
              </a:buClr>
              <a:buSzPct val="100000"/>
              <a:buFont typeface="Times New Roman" panose="02020603050405020304" pitchFamily="18" charset="0"/>
              <a:buNone/>
            </a:pPr>
            <a:endParaRPr lang="nl-BE" altLang="nl-NL"/>
          </a:p>
        </p:txBody>
      </p:sp>
      <p:sp>
        <p:nvSpPr>
          <p:cNvPr id="19469" name="Rectangle 8">
            <a:extLst>
              <a:ext uri="{FF2B5EF4-FFF2-40B4-BE49-F238E27FC236}">
                <a16:creationId xmlns:a16="http://schemas.microsoft.com/office/drawing/2014/main" id="{3790E6FA-9EE7-4663-A268-5F8D72DAC5DA}"/>
              </a:ext>
            </a:extLst>
          </p:cNvPr>
          <p:cNvSpPr>
            <a:spLocks noChangeArrowheads="1"/>
          </p:cNvSpPr>
          <p:nvPr/>
        </p:nvSpPr>
        <p:spPr bwMode="auto">
          <a:xfrm>
            <a:off x="0" y="0"/>
            <a:ext cx="10080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a:lnSpc>
                <a:spcPct val="93000"/>
              </a:lnSpc>
              <a:buClr>
                <a:srgbClr val="000000"/>
              </a:buClr>
              <a:buSzPct val="100000"/>
              <a:buFont typeface="Times New Roman" panose="02020603050405020304" pitchFamily="18" charset="0"/>
              <a:buNone/>
            </a:pPr>
            <a:endParaRPr lang="nl-BE" altLang="nl-NL"/>
          </a:p>
        </p:txBody>
      </p:sp>
      <p:grpSp>
        <p:nvGrpSpPr>
          <p:cNvPr id="9" name="Group 63">
            <a:extLst>
              <a:ext uri="{FF2B5EF4-FFF2-40B4-BE49-F238E27FC236}">
                <a16:creationId xmlns:a16="http://schemas.microsoft.com/office/drawing/2014/main" id="{A9A08387-35EE-464B-9681-B06026C1087D}"/>
              </a:ext>
            </a:extLst>
          </p:cNvPr>
          <p:cNvGrpSpPr>
            <a:grpSpLocks/>
          </p:cNvGrpSpPr>
          <p:nvPr/>
        </p:nvGrpSpPr>
        <p:grpSpPr bwMode="auto">
          <a:xfrm>
            <a:off x="7254875" y="3779838"/>
            <a:ext cx="1928813" cy="573087"/>
            <a:chOff x="5826130" y="4422779"/>
            <a:chExt cx="1928826" cy="573092"/>
          </a:xfrm>
        </p:grpSpPr>
        <p:cxnSp>
          <p:nvCxnSpPr>
            <p:cNvPr id="19480" name="Straight Connector 39">
              <a:extLst>
                <a:ext uri="{FF2B5EF4-FFF2-40B4-BE49-F238E27FC236}">
                  <a16:creationId xmlns:a16="http://schemas.microsoft.com/office/drawing/2014/main" id="{1F8D49CD-BDD0-4A63-9629-767E3A952D3D}"/>
                </a:ext>
              </a:extLst>
            </p:cNvPr>
            <p:cNvCxnSpPr>
              <a:cxnSpLocks noChangeShapeType="1"/>
            </p:cNvCxnSpPr>
            <p:nvPr/>
          </p:nvCxnSpPr>
          <p:spPr bwMode="auto">
            <a:xfrm>
              <a:off x="6183320" y="4422779"/>
              <a:ext cx="1571636" cy="1588"/>
            </a:xfrm>
            <a:prstGeom prst="line">
              <a:avLst/>
            </a:prstGeom>
            <a:noFill/>
            <a:ln w="9525">
              <a:solidFill>
                <a:schemeClr val="tx1"/>
              </a:solidFill>
              <a:prstDash val="sysDash"/>
              <a:round/>
              <a:headEnd/>
              <a:tailEnd/>
            </a:ln>
            <a:extLst>
              <a:ext uri="{909E8E84-426E-40DD-AFC4-6F175D3DCCD1}">
                <a14:hiddenFill xmlns:a14="http://schemas.microsoft.com/office/drawing/2010/main">
                  <a:noFill/>
                </a14:hiddenFill>
              </a:ext>
            </a:extLst>
          </p:spPr>
        </p:cxnSp>
        <p:cxnSp>
          <p:nvCxnSpPr>
            <p:cNvPr id="19481" name="Straight Connector 46">
              <a:extLst>
                <a:ext uri="{FF2B5EF4-FFF2-40B4-BE49-F238E27FC236}">
                  <a16:creationId xmlns:a16="http://schemas.microsoft.com/office/drawing/2014/main" id="{08D033B6-977D-4896-ACCE-7C33C0D43B87}"/>
                </a:ext>
              </a:extLst>
            </p:cNvPr>
            <p:cNvCxnSpPr>
              <a:cxnSpLocks noChangeShapeType="1"/>
            </p:cNvCxnSpPr>
            <p:nvPr/>
          </p:nvCxnSpPr>
          <p:spPr bwMode="auto">
            <a:xfrm rot="10800000">
              <a:off x="6183320" y="4994283"/>
              <a:ext cx="857256" cy="1588"/>
            </a:xfrm>
            <a:prstGeom prst="line">
              <a:avLst/>
            </a:prstGeom>
            <a:noFill/>
            <a:ln w="9525">
              <a:solidFill>
                <a:schemeClr val="tx1"/>
              </a:solidFill>
              <a:prstDash val="sysDash"/>
              <a:round/>
              <a:headEnd/>
              <a:tailEnd/>
            </a:ln>
            <a:extLst>
              <a:ext uri="{909E8E84-426E-40DD-AFC4-6F175D3DCCD1}">
                <a14:hiddenFill xmlns:a14="http://schemas.microsoft.com/office/drawing/2010/main">
                  <a:noFill/>
                </a14:hiddenFill>
              </a:ext>
            </a:extLst>
          </p:spPr>
        </p:cxnSp>
        <p:cxnSp>
          <p:nvCxnSpPr>
            <p:cNvPr id="19482" name="Straight Arrow Connector 57">
              <a:extLst>
                <a:ext uri="{FF2B5EF4-FFF2-40B4-BE49-F238E27FC236}">
                  <a16:creationId xmlns:a16="http://schemas.microsoft.com/office/drawing/2014/main" id="{EFAFABE0-2E4D-4653-809A-9B0E61AE8BE6}"/>
                </a:ext>
              </a:extLst>
            </p:cNvPr>
            <p:cNvCxnSpPr>
              <a:cxnSpLocks noChangeShapeType="1"/>
            </p:cNvCxnSpPr>
            <p:nvPr/>
          </p:nvCxnSpPr>
          <p:spPr bwMode="auto">
            <a:xfrm rot="5400000">
              <a:off x="6112676" y="4707737"/>
              <a:ext cx="571504" cy="1588"/>
            </a:xfrm>
            <a:prstGeom prst="straightConnector1">
              <a:avLst/>
            </a:prstGeom>
            <a:noFill/>
            <a:ln w="28575">
              <a:solidFill>
                <a:schemeClr val="tx1"/>
              </a:solidFill>
              <a:prstDash val="sysDash"/>
              <a:round/>
              <a:headEnd type="arrow" w="med" len="med"/>
              <a:tailEnd type="arrow" w="med" len="med"/>
            </a:ln>
            <a:extLst>
              <a:ext uri="{909E8E84-426E-40DD-AFC4-6F175D3DCCD1}">
                <a14:hiddenFill xmlns:a14="http://schemas.microsoft.com/office/drawing/2010/main">
                  <a:noFill/>
                </a14:hiddenFill>
              </a:ext>
            </a:extLst>
          </p:spPr>
        </p:cxnSp>
        <p:pic>
          <p:nvPicPr>
            <p:cNvPr id="19483" name="Picture 7">
              <a:extLst>
                <a:ext uri="{FF2B5EF4-FFF2-40B4-BE49-F238E27FC236}">
                  <a16:creationId xmlns:a16="http://schemas.microsoft.com/office/drawing/2014/main" id="{085AB589-6C63-4010-808C-DE47E3D3A397}"/>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826130" y="4494217"/>
              <a:ext cx="509720" cy="428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9471" name="Rectangle 9">
            <a:extLst>
              <a:ext uri="{FF2B5EF4-FFF2-40B4-BE49-F238E27FC236}">
                <a16:creationId xmlns:a16="http://schemas.microsoft.com/office/drawing/2014/main" id="{C3696E85-8B04-494D-A4BF-F3E004910E63}"/>
              </a:ext>
            </a:extLst>
          </p:cNvPr>
          <p:cNvSpPr>
            <a:spLocks noChangeArrowheads="1"/>
          </p:cNvSpPr>
          <p:nvPr/>
        </p:nvSpPr>
        <p:spPr bwMode="auto">
          <a:xfrm>
            <a:off x="0" y="1162050"/>
            <a:ext cx="10080625"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nSpc>
                <a:spcPct val="93000"/>
              </a:lnSpc>
              <a:buClr>
                <a:srgbClr val="000000"/>
              </a:buClr>
              <a:buSzPct val="100000"/>
              <a:buFont typeface="Times New Roman" panose="02020603050405020304" pitchFamily="18" charset="0"/>
              <a:buNone/>
            </a:pPr>
            <a:endParaRPr lang="nl-BE" altLang="nl-NL"/>
          </a:p>
        </p:txBody>
      </p:sp>
      <p:grpSp>
        <p:nvGrpSpPr>
          <p:cNvPr id="10" name="Group 74">
            <a:extLst>
              <a:ext uri="{FF2B5EF4-FFF2-40B4-BE49-F238E27FC236}">
                <a16:creationId xmlns:a16="http://schemas.microsoft.com/office/drawing/2014/main" id="{AC44D755-8787-46C9-9A6D-7CF938F2A492}"/>
              </a:ext>
            </a:extLst>
          </p:cNvPr>
          <p:cNvGrpSpPr>
            <a:grpSpLocks/>
          </p:cNvGrpSpPr>
          <p:nvPr/>
        </p:nvGrpSpPr>
        <p:grpSpPr bwMode="auto">
          <a:xfrm>
            <a:off x="8469313" y="4351338"/>
            <a:ext cx="358775" cy="777875"/>
            <a:chOff x="7040576" y="4994283"/>
            <a:chExt cx="358778" cy="778596"/>
          </a:xfrm>
        </p:grpSpPr>
        <p:cxnSp>
          <p:nvCxnSpPr>
            <p:cNvPr id="19476" name="Straight Arrow Connector 66">
              <a:extLst>
                <a:ext uri="{FF2B5EF4-FFF2-40B4-BE49-F238E27FC236}">
                  <a16:creationId xmlns:a16="http://schemas.microsoft.com/office/drawing/2014/main" id="{AC21DB6C-BA81-4357-9231-D210C01EEE03}"/>
                </a:ext>
              </a:extLst>
            </p:cNvPr>
            <p:cNvCxnSpPr>
              <a:cxnSpLocks noChangeShapeType="1"/>
            </p:cNvCxnSpPr>
            <p:nvPr/>
          </p:nvCxnSpPr>
          <p:spPr bwMode="auto">
            <a:xfrm>
              <a:off x="7040576" y="5351473"/>
              <a:ext cx="357190" cy="1588"/>
            </a:xfrm>
            <a:prstGeom prst="straightConnector1">
              <a:avLst/>
            </a:prstGeom>
            <a:noFill/>
            <a:ln w="28575">
              <a:solidFill>
                <a:schemeClr val="tx1"/>
              </a:solidFill>
              <a:prstDash val="sysDash"/>
              <a:round/>
              <a:headEnd type="arrow" w="med" len="med"/>
              <a:tailEnd type="arrow" w="med" len="med"/>
            </a:ln>
            <a:extLst>
              <a:ext uri="{909E8E84-426E-40DD-AFC4-6F175D3DCCD1}">
                <a14:hiddenFill xmlns:a14="http://schemas.microsoft.com/office/drawing/2010/main">
                  <a:noFill/>
                </a14:hiddenFill>
              </a:ext>
            </a:extLst>
          </p:spPr>
        </p:cxnSp>
        <p:cxnSp>
          <p:nvCxnSpPr>
            <p:cNvPr id="19477" name="Straight Connector 70">
              <a:extLst>
                <a:ext uri="{FF2B5EF4-FFF2-40B4-BE49-F238E27FC236}">
                  <a16:creationId xmlns:a16="http://schemas.microsoft.com/office/drawing/2014/main" id="{0972F479-5190-413F-8219-FBFCCC7C0021}"/>
                </a:ext>
              </a:extLst>
            </p:cNvPr>
            <p:cNvCxnSpPr>
              <a:cxnSpLocks noChangeShapeType="1"/>
            </p:cNvCxnSpPr>
            <p:nvPr/>
          </p:nvCxnSpPr>
          <p:spPr bwMode="auto">
            <a:xfrm rot="5400000">
              <a:off x="6791337" y="5243522"/>
              <a:ext cx="500066" cy="1588"/>
            </a:xfrm>
            <a:prstGeom prst="line">
              <a:avLst/>
            </a:prstGeom>
            <a:noFill/>
            <a:ln w="9525">
              <a:solidFill>
                <a:schemeClr val="tx1"/>
              </a:solidFill>
              <a:prstDash val="sysDash"/>
              <a:round/>
              <a:headEnd/>
              <a:tailEnd/>
            </a:ln>
            <a:extLst>
              <a:ext uri="{909E8E84-426E-40DD-AFC4-6F175D3DCCD1}">
                <a14:hiddenFill xmlns:a14="http://schemas.microsoft.com/office/drawing/2010/main">
                  <a:noFill/>
                </a14:hiddenFill>
              </a:ext>
            </a:extLst>
          </p:spPr>
        </p:cxnSp>
        <p:cxnSp>
          <p:nvCxnSpPr>
            <p:cNvPr id="19478" name="Straight Connector 72">
              <a:extLst>
                <a:ext uri="{FF2B5EF4-FFF2-40B4-BE49-F238E27FC236}">
                  <a16:creationId xmlns:a16="http://schemas.microsoft.com/office/drawing/2014/main" id="{0970EE55-A0D6-43D2-92CA-F34FEAC9FAA5}"/>
                </a:ext>
              </a:extLst>
            </p:cNvPr>
            <p:cNvCxnSpPr>
              <a:cxnSpLocks noChangeShapeType="1"/>
            </p:cNvCxnSpPr>
            <p:nvPr/>
          </p:nvCxnSpPr>
          <p:spPr bwMode="auto">
            <a:xfrm rot="5400000">
              <a:off x="7148527" y="5243522"/>
              <a:ext cx="500066" cy="1588"/>
            </a:xfrm>
            <a:prstGeom prst="line">
              <a:avLst/>
            </a:prstGeom>
            <a:noFill/>
            <a:ln w="9525">
              <a:solidFill>
                <a:schemeClr val="tx1"/>
              </a:solidFill>
              <a:prstDash val="sysDash"/>
              <a:round/>
              <a:headEnd/>
              <a:tailEnd/>
            </a:ln>
            <a:extLst>
              <a:ext uri="{909E8E84-426E-40DD-AFC4-6F175D3DCCD1}">
                <a14:hiddenFill xmlns:a14="http://schemas.microsoft.com/office/drawing/2010/main">
                  <a:noFill/>
                </a14:hiddenFill>
              </a:ext>
            </a:extLst>
          </p:spPr>
        </p:cxnSp>
        <p:sp>
          <p:nvSpPr>
            <p:cNvPr id="19479" name="TextBox 73">
              <a:extLst>
                <a:ext uri="{FF2B5EF4-FFF2-40B4-BE49-F238E27FC236}">
                  <a16:creationId xmlns:a16="http://schemas.microsoft.com/office/drawing/2014/main" id="{89F23A4D-4F2B-4813-A246-BD558303A5BE}"/>
                </a:ext>
              </a:extLst>
            </p:cNvPr>
            <p:cNvSpPr txBox="1">
              <a:spLocks noChangeArrowheads="1"/>
            </p:cNvSpPr>
            <p:nvPr/>
          </p:nvSpPr>
          <p:spPr bwMode="auto">
            <a:xfrm>
              <a:off x="7112014" y="5422911"/>
              <a:ext cx="261610" cy="349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a:lnSpc>
                  <a:spcPct val="93000"/>
                </a:lnSpc>
                <a:buClr>
                  <a:srgbClr val="000000"/>
                </a:buClr>
                <a:buSzPct val="100000"/>
                <a:buFont typeface="Times New Roman" panose="02020603050405020304" pitchFamily="18" charset="0"/>
                <a:buNone/>
              </a:pPr>
              <a:r>
                <a:rPr lang="nl-BE" altLang="nl-NL"/>
                <a:t>r</a:t>
              </a:r>
            </a:p>
          </p:txBody>
        </p:sp>
      </p:grpSp>
      <p:sp>
        <p:nvSpPr>
          <p:cNvPr id="19473" name="Rectangle 40">
            <a:extLst>
              <a:ext uri="{FF2B5EF4-FFF2-40B4-BE49-F238E27FC236}">
                <a16:creationId xmlns:a16="http://schemas.microsoft.com/office/drawing/2014/main" id="{F4134987-3B87-49B2-843C-4783527A9D23}"/>
              </a:ext>
            </a:extLst>
          </p:cNvPr>
          <p:cNvSpPr>
            <a:spLocks noChangeArrowheads="1"/>
          </p:cNvSpPr>
          <p:nvPr/>
        </p:nvSpPr>
        <p:spPr bwMode="auto">
          <a:xfrm>
            <a:off x="0" y="0"/>
            <a:ext cx="10080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nl-BE" altLang="nl-NL"/>
          </a:p>
        </p:txBody>
      </p:sp>
      <p:pic>
        <p:nvPicPr>
          <p:cNvPr id="7207" name="Picture 39">
            <a:extLst>
              <a:ext uri="{FF2B5EF4-FFF2-40B4-BE49-F238E27FC236}">
                <a16:creationId xmlns:a16="http://schemas.microsoft.com/office/drawing/2014/main" id="{08FC1B9F-1FE4-42A3-92D0-932B8279F238}"/>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468938" y="3565525"/>
            <a:ext cx="838200"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75" name="Rectangle 41">
            <a:extLst>
              <a:ext uri="{FF2B5EF4-FFF2-40B4-BE49-F238E27FC236}">
                <a16:creationId xmlns:a16="http://schemas.microsoft.com/office/drawing/2014/main" id="{BAE39917-0355-4890-9693-49D7FD14232B}"/>
              </a:ext>
            </a:extLst>
          </p:cNvPr>
          <p:cNvSpPr>
            <a:spLocks noChangeArrowheads="1"/>
          </p:cNvSpPr>
          <p:nvPr/>
        </p:nvSpPr>
        <p:spPr bwMode="auto">
          <a:xfrm>
            <a:off x="0" y="1162050"/>
            <a:ext cx="10080625"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nl-BE" altLang="nl-NL"/>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171">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171">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499"/>
                                          </p:stCondLst>
                                        </p:cTn>
                                        <p:tgtEl>
                                          <p:spTgt spid="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171">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499"/>
                                          </p:stCondLst>
                                        </p:cTn>
                                        <p:tgtEl>
                                          <p:spTgt spid="10"/>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171">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20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499"/>
                                          </p:stCondLst>
                                        </p:cTn>
                                        <p:tgtEl>
                                          <p:spTgt spid="9"/>
                                        </p:tgtEl>
                                        <p:attrNameLst>
                                          <p:attrName>style.visibility</p:attrName>
                                        </p:attrNameLst>
                                      </p:cBhvr>
                                      <p:to>
                                        <p:strVal val="visible"/>
                                      </p:to>
                                    </p:set>
                                  </p:childTnLst>
                                </p:cTn>
                              </p:par>
                              <p:par>
                                <p:cTn id="29" presetID="10" presetClass="entr" presetSubtype="0" fill="hold"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500"/>
                                        <p:tgtEl>
                                          <p:spTgt spid="7"/>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7171">
                                            <p:txEl>
                                              <p:pRg st="9" end="9"/>
                                            </p:txEl>
                                          </p:spTgt>
                                        </p:tgtEl>
                                        <p:attrNameLst>
                                          <p:attrName>style.visibility</p:attrName>
                                        </p:attrNameLst>
                                      </p:cBhvr>
                                      <p:to>
                                        <p:strVal val="visible"/>
                                      </p:to>
                                    </p:set>
                                  </p:childTnLst>
                                </p:cTn>
                              </p:par>
                              <p:par>
                                <p:cTn id="36" presetID="6" presetClass="emph" presetSubtype="0" fill="hold" nodeType="withEffect">
                                  <p:stCondLst>
                                    <p:cond delay="0"/>
                                  </p:stCondLst>
                                  <p:childTnLst>
                                    <p:animScale>
                                      <p:cBhvr>
                                        <p:cTn id="37" dur="2000" fill="hold"/>
                                        <p:tgtEl>
                                          <p:spTgt spid="7"/>
                                        </p:tgtEl>
                                      </p:cBhvr>
                                      <p:by x="250000" y="250000"/>
                                    </p:animScale>
                                  </p:childTnLst>
                                </p:cTn>
                              </p:par>
                              <p:par>
                                <p:cTn id="38" presetID="64" presetClass="path" presetSubtype="0" accel="50000" decel="50000" fill="hold" nodeType="withEffect">
                                  <p:stCondLst>
                                    <p:cond delay="0"/>
                                  </p:stCondLst>
                                  <p:childTnLst>
                                    <p:animMotion origin="layout" path="M -2.9471E-6 -4.29891E-6 L 0.00268 -0.05499 " pathEditMode="relative" rAng="0" ptsTypes="AA">
                                      <p:cBhvr>
                                        <p:cTn id="39" dur="2000" fill="hold"/>
                                        <p:tgtEl>
                                          <p:spTgt spid="7"/>
                                        </p:tgtEl>
                                        <p:attrNameLst>
                                          <p:attrName>ppt_x</p:attrName>
                                          <p:attrName>ppt_y</p:attrName>
                                        </p:attrNameLst>
                                      </p:cBhvr>
                                      <p:rCtr x="126" y="-2750"/>
                                    </p:animMotion>
                                  </p:childTnLst>
                                </p:cTn>
                              </p:par>
                            </p:childTnLst>
                          </p:cTn>
                        </p:par>
                        <p:par>
                          <p:cTn id="40" fill="hold" nodeType="afterGroup">
                            <p:stCondLst>
                              <p:cond delay="2000"/>
                            </p:stCondLst>
                            <p:childTnLst>
                              <p:par>
                                <p:cTn id="41" presetID="10" presetClass="entr" presetSubtype="0" fill="hold" nodeType="afterEffect">
                                  <p:stCondLst>
                                    <p:cond delay="0"/>
                                  </p:stCondLst>
                                  <p:childTnLst>
                                    <p:set>
                                      <p:cBhvr>
                                        <p:cTn id="42" dur="1" fill="hold">
                                          <p:stCondLst>
                                            <p:cond delay="0"/>
                                          </p:stCondLst>
                                        </p:cTn>
                                        <p:tgtEl>
                                          <p:spTgt spid="6"/>
                                        </p:tgtEl>
                                        <p:attrNameLst>
                                          <p:attrName>style.visibility</p:attrName>
                                        </p:attrNameLst>
                                      </p:cBhvr>
                                      <p:to>
                                        <p:strVal val="visible"/>
                                      </p:to>
                                    </p:set>
                                    <p:animEffect transition="in" filter="fade">
                                      <p:cBhvr>
                                        <p:cTn id="43" dur="500"/>
                                        <p:tgtEl>
                                          <p:spTgt spid="6"/>
                                        </p:tgtEl>
                                      </p:cBhvr>
                                    </p:animEffect>
                                  </p:childTnLst>
                                </p:cTn>
                              </p:par>
                              <p:par>
                                <p:cTn id="44" presetID="10" presetClass="exit" presetSubtype="0" fill="hold" nodeType="withEffect">
                                  <p:stCondLst>
                                    <p:cond delay="0"/>
                                  </p:stCondLst>
                                  <p:childTnLst>
                                    <p:animEffect transition="out" filter="fade">
                                      <p:cBhvr>
                                        <p:cTn id="45" dur="500"/>
                                        <p:tgtEl>
                                          <p:spTgt spid="7"/>
                                        </p:tgtEl>
                                      </p:cBhvr>
                                    </p:animEffect>
                                    <p:set>
                                      <p:cBhvr>
                                        <p:cTn id="46"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7">
            <a:extLst>
              <a:ext uri="{FF2B5EF4-FFF2-40B4-BE49-F238E27FC236}">
                <a16:creationId xmlns:a16="http://schemas.microsoft.com/office/drawing/2014/main" id="{B3921E16-49B3-46E2-AB98-0962093ECE64}"/>
              </a:ext>
            </a:extLst>
          </p:cNvPr>
          <p:cNvGrpSpPr>
            <a:grpSpLocks/>
          </p:cNvGrpSpPr>
          <p:nvPr/>
        </p:nvGrpSpPr>
        <p:grpSpPr bwMode="auto">
          <a:xfrm>
            <a:off x="6270625" y="1993900"/>
            <a:ext cx="3810000" cy="3067050"/>
            <a:chOff x="5897568" y="3708399"/>
            <a:chExt cx="3810000" cy="3067050"/>
          </a:xfrm>
        </p:grpSpPr>
        <p:pic>
          <p:nvPicPr>
            <p:cNvPr id="20522" name="Picture 31" descr="spherical-coords.png">
              <a:extLst>
                <a:ext uri="{FF2B5EF4-FFF2-40B4-BE49-F238E27FC236}">
                  <a16:creationId xmlns:a16="http://schemas.microsoft.com/office/drawing/2014/main" id="{DC76FEFD-B19C-40A0-B72C-0BBC2304A6C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897568" y="3708399"/>
              <a:ext cx="3810000" cy="306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23" name="Rectangle 36">
              <a:extLst>
                <a:ext uri="{FF2B5EF4-FFF2-40B4-BE49-F238E27FC236}">
                  <a16:creationId xmlns:a16="http://schemas.microsoft.com/office/drawing/2014/main" id="{77CDE18F-81E5-4089-BD54-F7D54C6944C1}"/>
                </a:ext>
              </a:extLst>
            </p:cNvPr>
            <p:cNvSpPr>
              <a:spLocks noChangeArrowheads="1"/>
            </p:cNvSpPr>
            <p:nvPr/>
          </p:nvSpPr>
          <p:spPr bwMode="auto">
            <a:xfrm>
              <a:off x="8397898" y="3994151"/>
              <a:ext cx="571504" cy="428628"/>
            </a:xfrm>
            <a:prstGeom prst="rect">
              <a:avLst/>
            </a:prstGeom>
            <a:solidFill>
              <a:schemeClr val="bg1"/>
            </a:solidFill>
            <a:ln w="9525">
              <a:solidFill>
                <a:schemeClr val="bg1"/>
              </a:solidFill>
              <a:round/>
              <a:headEnd/>
              <a:tailEnd/>
            </a:ln>
          </p:spPr>
          <p:txBody>
            <a:bodyPr/>
            <a:lstStyle/>
            <a:p>
              <a:pPr eaLnBrk="1">
                <a:lnSpc>
                  <a:spcPct val="93000"/>
                </a:lnSpc>
                <a:buClr>
                  <a:srgbClr val="000000"/>
                </a:buClr>
                <a:buSzPct val="100000"/>
                <a:buFont typeface="Times New Roman" panose="02020603050405020304" pitchFamily="18" charset="0"/>
                <a:buNone/>
              </a:pPr>
              <a:endParaRPr lang="nl-BE" altLang="nl-NL"/>
            </a:p>
          </p:txBody>
        </p:sp>
      </p:grpSp>
      <p:sp>
        <p:nvSpPr>
          <p:cNvPr id="20482" name="Title 1">
            <a:extLst>
              <a:ext uri="{FF2B5EF4-FFF2-40B4-BE49-F238E27FC236}">
                <a16:creationId xmlns:a16="http://schemas.microsoft.com/office/drawing/2014/main" id="{2BB7E54E-B12F-4C22-A5D3-D0454A810DD3}"/>
              </a:ext>
            </a:extLst>
          </p:cNvPr>
          <p:cNvSpPr>
            <a:spLocks noGrp="1"/>
          </p:cNvSpPr>
          <p:nvPr>
            <p:ph type="title"/>
          </p:nvPr>
        </p:nvSpPr>
        <p:spPr/>
        <p:txBody>
          <a:bodyPr/>
          <a:lstStyle/>
          <a:p>
            <a:r>
              <a:rPr lang="nl-BE" altLang="nl-NL">
                <a:ea typeface="ＭＳ Ｐゴシック" panose="020B0600070205080204" pitchFamily="34" charset="-128"/>
              </a:rPr>
              <a:t>Genereren van cilinders</a:t>
            </a:r>
          </a:p>
        </p:txBody>
      </p:sp>
      <p:sp>
        <p:nvSpPr>
          <p:cNvPr id="6" name="Content Placeholder 2">
            <a:extLst>
              <a:ext uri="{FF2B5EF4-FFF2-40B4-BE49-F238E27FC236}">
                <a16:creationId xmlns:a16="http://schemas.microsoft.com/office/drawing/2014/main" id="{F4314D68-E5C5-45CB-B5DD-1AC08DADE41B}"/>
              </a:ext>
            </a:extLst>
          </p:cNvPr>
          <p:cNvSpPr>
            <a:spLocks noGrp="1"/>
          </p:cNvSpPr>
          <p:nvPr>
            <p:ph idx="1"/>
          </p:nvPr>
        </p:nvSpPr>
        <p:spPr>
          <a:xfrm>
            <a:off x="503238" y="1260475"/>
            <a:ext cx="7823200" cy="5376863"/>
          </a:xfrm>
        </p:spPr>
        <p:txBody>
          <a:bodyPr/>
          <a:lstStyle/>
          <a:p>
            <a:r>
              <a:rPr lang="nl-BE" altLang="nl-NL" dirty="0">
                <a:ea typeface="ＭＳ Ｐゴシック" panose="020B0600070205080204" pitchFamily="34" charset="-128"/>
              </a:rPr>
              <a:t>Roteer de cilinder in de richting van het lijnstuk:</a:t>
            </a:r>
          </a:p>
          <a:p>
            <a:pPr lvl="1"/>
            <a:r>
              <a:rPr lang="nl-BE" altLang="nl-NL" dirty="0"/>
              <a:t>De cilinder is gecentreerd rond de Z-as</a:t>
            </a:r>
          </a:p>
          <a:p>
            <a:pPr lvl="1"/>
            <a:r>
              <a:rPr lang="nl-BE" altLang="nl-NL" dirty="0"/>
              <a:t>Na transformatie moet deze</a:t>
            </a:r>
            <a:br>
              <a:rPr lang="nl-BE" altLang="nl-NL" dirty="0"/>
            </a:br>
            <a:r>
              <a:rPr lang="nl-BE" altLang="nl-NL" dirty="0"/>
              <a:t>gecentreerd zijn rond</a:t>
            </a:r>
          </a:p>
          <a:p>
            <a:pPr lvl="1">
              <a:buFont typeface="Wingdings" panose="05000000000000000000" pitchFamily="2" charset="2"/>
              <a:buChar char="à"/>
            </a:pPr>
            <a:endParaRPr lang="nl-BE" altLang="nl-NL" dirty="0"/>
          </a:p>
          <a:p>
            <a:pPr lvl="1">
              <a:buFont typeface="Wingdings" panose="05000000000000000000" pitchFamily="2" charset="2"/>
              <a:buChar char="à"/>
            </a:pPr>
            <a:r>
              <a:rPr lang="nl-BE" altLang="nl-NL" dirty="0"/>
              <a:t>Roteer zodat de Z-as wordt </a:t>
            </a:r>
            <a:br>
              <a:rPr lang="nl-BE" altLang="nl-NL" dirty="0"/>
            </a:br>
            <a:r>
              <a:rPr lang="nl-BE" altLang="nl-NL" dirty="0"/>
              <a:t>afgebeeld op</a:t>
            </a:r>
          </a:p>
          <a:p>
            <a:pPr lvl="2"/>
            <a:r>
              <a:rPr lang="nl-BE" altLang="nl-NL" dirty="0"/>
              <a:t>Welke hoeken ? </a:t>
            </a:r>
          </a:p>
          <a:p>
            <a:pPr lvl="2"/>
            <a:r>
              <a:rPr lang="nl-BE" altLang="nl-NL" dirty="0"/>
              <a:t>Bereken de poolcoördinaten </a:t>
            </a:r>
            <a:br>
              <a:rPr lang="nl-BE" altLang="nl-NL" dirty="0"/>
            </a:br>
            <a:r>
              <a:rPr lang="nl-BE" altLang="nl-NL" dirty="0"/>
              <a:t>van P</a:t>
            </a:r>
            <a:r>
              <a:rPr lang="nl-BE" altLang="nl-NL" baseline="-25000" dirty="0"/>
              <a:t>r</a:t>
            </a:r>
            <a:endParaRPr lang="nl-BE" altLang="nl-NL" dirty="0"/>
          </a:p>
          <a:p>
            <a:pPr lvl="2"/>
            <a:endParaRPr lang="nl-BE" altLang="nl-NL" dirty="0"/>
          </a:p>
          <a:p>
            <a:pPr lvl="2"/>
            <a:r>
              <a:rPr lang="nl-BE" altLang="nl-NL" dirty="0"/>
              <a:t>Reeds geïmplementeerd:</a:t>
            </a:r>
            <a:r>
              <a:rPr lang="nl-BE" altLang="nl-NL" b="1" dirty="0">
                <a:solidFill>
                  <a:srgbClr val="7F0055"/>
                </a:solidFill>
                <a:latin typeface="Courier New" panose="02070309020205020404" pitchFamily="49" charset="0"/>
                <a:ea typeface="ＭＳ Ｐゴシック" panose="020B0600070205080204" pitchFamily="34" charset="-128"/>
              </a:rPr>
              <a:t> </a:t>
            </a:r>
          </a:p>
          <a:p>
            <a:pPr lvl="3"/>
            <a:r>
              <a:rPr lang="nl-BE" altLang="nl-NL" sz="1800" b="1" dirty="0" err="1">
                <a:solidFill>
                  <a:srgbClr val="7F0055"/>
                </a:solidFill>
                <a:latin typeface="Courier New" panose="02070309020205020404" pitchFamily="49" charset="0"/>
                <a:ea typeface="ＭＳ Ｐゴシック" panose="020B0600070205080204" pitchFamily="34" charset="-128"/>
              </a:rPr>
              <a:t>void</a:t>
            </a:r>
            <a:r>
              <a:rPr lang="nl-BE" altLang="nl-NL" sz="1800" dirty="0">
                <a:solidFill>
                  <a:schemeClr val="tx1"/>
                </a:solidFill>
                <a:latin typeface="Courier New" panose="02070309020205020404" pitchFamily="49" charset="0"/>
                <a:ea typeface="ＭＳ Ｐゴシック" panose="020B0600070205080204" pitchFamily="34" charset="-128"/>
              </a:rPr>
              <a:t> </a:t>
            </a:r>
            <a:r>
              <a:rPr lang="nl-BE" altLang="nl-NL" sz="1800" b="1" dirty="0" err="1">
                <a:solidFill>
                  <a:schemeClr val="tx1"/>
                </a:solidFill>
                <a:latin typeface="Courier New" panose="02070309020205020404" pitchFamily="49" charset="0"/>
                <a:ea typeface="ＭＳ Ｐゴシック" panose="020B0600070205080204" pitchFamily="34" charset="-128"/>
              </a:rPr>
              <a:t>toPolar</a:t>
            </a:r>
            <a:r>
              <a:rPr lang="nl-BE" altLang="nl-NL" sz="1800" b="1" dirty="0">
                <a:solidFill>
                  <a:schemeClr val="tx1"/>
                </a:solidFill>
                <a:latin typeface="Courier New" panose="02070309020205020404" pitchFamily="49" charset="0"/>
                <a:ea typeface="ＭＳ Ｐゴシック" panose="020B0600070205080204" pitchFamily="34" charset="-128"/>
              </a:rPr>
              <a:t>(</a:t>
            </a:r>
            <a:r>
              <a:rPr lang="nl-BE" altLang="nl-NL" sz="1800" b="1" dirty="0" err="1">
                <a:solidFill>
                  <a:srgbClr val="7F0055"/>
                </a:solidFill>
                <a:latin typeface="Courier New" panose="02070309020205020404" pitchFamily="49" charset="0"/>
                <a:ea typeface="ＭＳ Ｐゴシック" panose="020B0600070205080204" pitchFamily="34" charset="-128"/>
              </a:rPr>
              <a:t>const</a:t>
            </a:r>
            <a:r>
              <a:rPr lang="nl-BE" altLang="nl-NL" sz="1800" b="1" dirty="0">
                <a:solidFill>
                  <a:schemeClr val="tx1"/>
                </a:solidFill>
                <a:latin typeface="Courier New" panose="02070309020205020404" pitchFamily="49" charset="0"/>
                <a:ea typeface="ＭＳ Ｐゴシック" panose="020B0600070205080204" pitchFamily="34" charset="-128"/>
              </a:rPr>
              <a:t> </a:t>
            </a:r>
            <a:r>
              <a:rPr lang="nl-BE" altLang="nl-NL" sz="1800" dirty="0">
                <a:solidFill>
                  <a:srgbClr val="005032"/>
                </a:solidFill>
                <a:latin typeface="Courier New" panose="02070309020205020404" pitchFamily="49" charset="0"/>
                <a:ea typeface="ＭＳ Ｐゴシック" panose="020B0600070205080204" pitchFamily="34" charset="-128"/>
              </a:rPr>
              <a:t>Vector3D &amp;p</a:t>
            </a:r>
            <a:r>
              <a:rPr lang="nl-BE" altLang="nl-NL" sz="1800" dirty="0">
                <a:solidFill>
                  <a:schemeClr val="tx1"/>
                </a:solidFill>
                <a:latin typeface="Courier New" panose="02070309020205020404" pitchFamily="49" charset="0"/>
                <a:ea typeface="ＭＳ Ｐゴシック" panose="020B0600070205080204" pitchFamily="34" charset="-128"/>
              </a:rPr>
              <a:t>oint,</a:t>
            </a:r>
            <a:br>
              <a:rPr lang="nl-BE" altLang="nl-NL" sz="1800" dirty="0">
                <a:solidFill>
                  <a:schemeClr val="tx1"/>
                </a:solidFill>
                <a:latin typeface="Courier New" panose="02070309020205020404" pitchFamily="49" charset="0"/>
                <a:ea typeface="ＭＳ Ｐゴシック" panose="020B0600070205080204" pitchFamily="34" charset="-128"/>
              </a:rPr>
            </a:br>
            <a:r>
              <a:rPr lang="nl-BE" altLang="nl-NL" sz="1800" dirty="0">
                <a:solidFill>
                  <a:schemeClr val="tx1"/>
                </a:solidFill>
                <a:latin typeface="Courier New" panose="02070309020205020404" pitchFamily="49" charset="0"/>
                <a:ea typeface="ＭＳ Ｐゴシック" panose="020B0600070205080204" pitchFamily="34" charset="-128"/>
              </a:rPr>
              <a:t>		</a:t>
            </a:r>
            <a:r>
              <a:rPr lang="nl-BE" altLang="nl-NL" sz="1800" b="1" dirty="0">
                <a:solidFill>
                  <a:srgbClr val="7F0055"/>
                </a:solidFill>
                <a:latin typeface="Courier New" panose="02070309020205020404" pitchFamily="49" charset="0"/>
                <a:ea typeface="ＭＳ Ｐゴシック" panose="020B0600070205080204" pitchFamily="34" charset="-128"/>
              </a:rPr>
              <a:t>double </a:t>
            </a:r>
            <a:r>
              <a:rPr lang="nl-BE" altLang="nl-NL" sz="1800" dirty="0">
                <a:solidFill>
                  <a:schemeClr val="tx1"/>
                </a:solidFill>
                <a:latin typeface="Courier New" panose="02070309020205020404" pitchFamily="49" charset="0"/>
                <a:ea typeface="ＭＳ Ｐゴシック" panose="020B0600070205080204" pitchFamily="34" charset="-128"/>
              </a:rPr>
              <a:t>&amp;</a:t>
            </a:r>
            <a:r>
              <a:rPr lang="nl-BE" altLang="nl-NL" sz="1800" dirty="0" err="1">
                <a:solidFill>
                  <a:schemeClr val="tx1"/>
                </a:solidFill>
                <a:latin typeface="Courier New" panose="02070309020205020404" pitchFamily="49" charset="0"/>
                <a:ea typeface="ＭＳ Ｐゴシック" panose="020B0600070205080204" pitchFamily="34" charset="-128"/>
              </a:rPr>
              <a:t>theta</a:t>
            </a:r>
            <a:r>
              <a:rPr lang="nl-BE" altLang="nl-NL" sz="1800" dirty="0">
                <a:solidFill>
                  <a:schemeClr val="tx1"/>
                </a:solidFill>
                <a:latin typeface="Courier New" panose="02070309020205020404" pitchFamily="49" charset="0"/>
                <a:ea typeface="ＭＳ Ｐゴシック" panose="020B0600070205080204" pitchFamily="34" charset="-128"/>
              </a:rPr>
              <a:t>, </a:t>
            </a:r>
            <a:r>
              <a:rPr lang="nl-BE" altLang="nl-NL" sz="1800" b="1" dirty="0">
                <a:solidFill>
                  <a:srgbClr val="7F0055"/>
                </a:solidFill>
                <a:latin typeface="Courier New" panose="02070309020205020404" pitchFamily="49" charset="0"/>
                <a:ea typeface="ＭＳ Ｐゴシック" panose="020B0600070205080204" pitchFamily="34" charset="-128"/>
              </a:rPr>
              <a:t>double </a:t>
            </a:r>
            <a:r>
              <a:rPr lang="nl-BE" altLang="nl-NL" sz="1800" dirty="0">
                <a:solidFill>
                  <a:schemeClr val="tx1"/>
                </a:solidFill>
                <a:latin typeface="Courier New" panose="02070309020205020404" pitchFamily="49" charset="0"/>
                <a:ea typeface="ＭＳ Ｐゴシック" panose="020B0600070205080204" pitchFamily="34" charset="-128"/>
              </a:rPr>
              <a:t>&amp;</a:t>
            </a:r>
            <a:r>
              <a:rPr lang="nl-BE" altLang="nl-NL" sz="1800" dirty="0" err="1">
                <a:solidFill>
                  <a:schemeClr val="tx1"/>
                </a:solidFill>
                <a:latin typeface="Courier New" panose="02070309020205020404" pitchFamily="49" charset="0"/>
                <a:ea typeface="ＭＳ Ｐゴシック" panose="020B0600070205080204" pitchFamily="34" charset="-128"/>
              </a:rPr>
              <a:t>phi</a:t>
            </a:r>
            <a:r>
              <a:rPr lang="nl-BE" altLang="nl-NL" sz="1800" dirty="0">
                <a:solidFill>
                  <a:schemeClr val="tx1"/>
                </a:solidFill>
                <a:latin typeface="Courier New" panose="02070309020205020404" pitchFamily="49" charset="0"/>
                <a:ea typeface="ＭＳ Ｐゴシック" panose="020B0600070205080204" pitchFamily="34" charset="-128"/>
              </a:rPr>
              <a:t>, </a:t>
            </a:r>
            <a:r>
              <a:rPr lang="nl-BE" altLang="nl-NL" sz="1800" b="1" dirty="0">
                <a:solidFill>
                  <a:srgbClr val="7F0055"/>
                </a:solidFill>
                <a:latin typeface="Courier New" panose="02070309020205020404" pitchFamily="49" charset="0"/>
                <a:ea typeface="ＭＳ Ｐゴシック" panose="020B0600070205080204" pitchFamily="34" charset="-128"/>
              </a:rPr>
              <a:t>double </a:t>
            </a:r>
            <a:r>
              <a:rPr lang="nl-BE" altLang="nl-NL" sz="1800" dirty="0">
                <a:solidFill>
                  <a:schemeClr val="tx1"/>
                </a:solidFill>
                <a:latin typeface="Courier New" panose="02070309020205020404" pitchFamily="49" charset="0"/>
                <a:ea typeface="ＭＳ Ｐゴシック" panose="020B0600070205080204" pitchFamily="34" charset="-128"/>
              </a:rPr>
              <a:t>&amp;r</a:t>
            </a:r>
            <a:r>
              <a:rPr lang="nl-BE" altLang="nl-NL" sz="1800" b="1" dirty="0">
                <a:solidFill>
                  <a:schemeClr val="tx1"/>
                </a:solidFill>
                <a:latin typeface="Courier New" panose="02070309020205020404" pitchFamily="49" charset="0"/>
                <a:ea typeface="ＭＳ Ｐゴシック" panose="020B0600070205080204" pitchFamily="34" charset="-128"/>
              </a:rPr>
              <a:t>)</a:t>
            </a:r>
            <a:r>
              <a:rPr lang="nl-BE" altLang="nl-NL" sz="1800" dirty="0">
                <a:solidFill>
                  <a:schemeClr val="tx1"/>
                </a:solidFill>
                <a:latin typeface="Courier New" panose="02070309020205020404" pitchFamily="49" charset="0"/>
                <a:ea typeface="ＭＳ Ｐゴシック" panose="020B0600070205080204" pitchFamily="34" charset="-128"/>
              </a:rPr>
              <a:t>;</a:t>
            </a:r>
            <a:endParaRPr lang="nl-BE" altLang="nl-NL" sz="1800" dirty="0"/>
          </a:p>
          <a:p>
            <a:pPr lvl="1">
              <a:buFont typeface="Times New Roman" panose="02020603050405020304" pitchFamily="18" charset="0"/>
              <a:buNone/>
            </a:pPr>
            <a:endParaRPr lang="nl-BE" altLang="nl-NL" dirty="0"/>
          </a:p>
          <a:p>
            <a:pPr lvl="1"/>
            <a:endParaRPr lang="nl-BE" altLang="nl-NL" dirty="0"/>
          </a:p>
          <a:p>
            <a:pPr lvl="1"/>
            <a:endParaRPr lang="nl-BE" altLang="nl-NL" dirty="0"/>
          </a:p>
        </p:txBody>
      </p:sp>
      <p:sp>
        <p:nvSpPr>
          <p:cNvPr id="4" name="Footer Placeholder 3">
            <a:extLst>
              <a:ext uri="{FF2B5EF4-FFF2-40B4-BE49-F238E27FC236}">
                <a16:creationId xmlns:a16="http://schemas.microsoft.com/office/drawing/2014/main" id="{E30F0B7A-922F-4CD1-AEC7-A816CD80DBF1}"/>
              </a:ext>
            </a:extLst>
          </p:cNvPr>
          <p:cNvSpPr>
            <a:spLocks noGrp="1"/>
          </p:cNvSpPr>
          <p:nvPr>
            <p:ph type="ftr" sz="quarter" idx="11"/>
          </p:nvPr>
        </p:nvSpPr>
        <p:spPr/>
        <p:txBody>
          <a:bodyPr/>
          <a:lstStyle/>
          <a:p>
            <a:pPr>
              <a:defRPr/>
            </a:pPr>
            <a:r>
              <a:rPr lang="nl-BE"/>
              <a:t>Practicum Computer Graphics: Bollen &amp; Cilinders</a:t>
            </a:r>
            <a:endParaRPr lang="en-GB" dirty="0"/>
          </a:p>
        </p:txBody>
      </p:sp>
      <p:sp>
        <p:nvSpPr>
          <p:cNvPr id="20485" name="Slide Number Placeholder 4">
            <a:extLst>
              <a:ext uri="{FF2B5EF4-FFF2-40B4-BE49-F238E27FC236}">
                <a16:creationId xmlns:a16="http://schemas.microsoft.com/office/drawing/2014/main" id="{8304C14C-B6B6-4EBD-B8A6-E2BABB231D7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lnSpc>
                <a:spcPct val="81000"/>
              </a:lnSpc>
              <a:spcAft>
                <a:spcPts val="1413"/>
              </a:spcAft>
              <a:buClr>
                <a:srgbClr val="053A60"/>
              </a:buClr>
              <a:buSzPct val="100000"/>
              <a:buFont typeface="Arial" panose="020B0604020202020204" pitchFamily="34" charset="0"/>
              <a:buChar char="•"/>
              <a:tabLst>
                <a:tab pos="723900" algn="l"/>
              </a:tabLst>
              <a:defRPr sz="2400" b="1">
                <a:solidFill>
                  <a:srgbClr val="003D64"/>
                </a:solidFill>
                <a:latin typeface="FreeSans" pitchFamily="32" charset="0"/>
                <a:ea typeface="ＭＳ Ｐゴシック" panose="020B0600070205080204" pitchFamily="34" charset="-128"/>
                <a:cs typeface="WenQuanYi Zen Hei" charset="0"/>
              </a:defRPr>
            </a:lvl1pPr>
            <a:lvl2pPr>
              <a:lnSpc>
                <a:spcPct val="81000"/>
              </a:lnSpc>
              <a:spcAft>
                <a:spcPts val="1138"/>
              </a:spcAft>
              <a:buClr>
                <a:srgbClr val="053A60"/>
              </a:buClr>
              <a:buSzPct val="100000"/>
              <a:buFont typeface="Times New Roman" panose="02020603050405020304" pitchFamily="18" charset="0"/>
              <a:buChar char="–"/>
              <a:tabLst>
                <a:tab pos="723900" algn="l"/>
              </a:tabLst>
              <a:defRPr sz="2200">
                <a:solidFill>
                  <a:srgbClr val="003D64"/>
                </a:solidFill>
                <a:latin typeface="FreeSans" pitchFamily="32" charset="0"/>
                <a:ea typeface="WenQuanYi Zen Hei" charset="0"/>
                <a:cs typeface="WenQuanYi Zen Hei" charset="0"/>
              </a:defRPr>
            </a:lvl2pPr>
            <a:lvl3pPr>
              <a:lnSpc>
                <a:spcPct val="81000"/>
              </a:lnSpc>
              <a:spcAft>
                <a:spcPts val="850"/>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3pPr>
            <a:lvl4pPr>
              <a:lnSpc>
                <a:spcPct val="81000"/>
              </a:lnSpc>
              <a:spcAft>
                <a:spcPts val="575"/>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4pPr>
            <a:lvl5pPr>
              <a:lnSpc>
                <a:spcPct val="81000"/>
              </a:lnSpc>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5pPr>
            <a:lvl6pPr marL="25146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6pPr>
            <a:lvl7pPr marL="29718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7pPr>
            <a:lvl8pPr marL="34290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8pPr>
            <a:lvl9pPr marL="38862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9pPr>
          </a:lstStyle>
          <a:p>
            <a:pPr>
              <a:lnSpc>
                <a:spcPct val="108000"/>
              </a:lnSpc>
              <a:spcAft>
                <a:spcPct val="0"/>
              </a:spcAft>
              <a:buClr>
                <a:srgbClr val="000000"/>
              </a:buClr>
              <a:buFont typeface="Times New Roman" panose="02020603050405020304" pitchFamily="18" charset="0"/>
              <a:buNone/>
            </a:pPr>
            <a:fld id="{4D54A6E3-5D53-4A7A-B95F-A6B39D504960}" type="slidenum">
              <a:rPr lang="en-GB" altLang="nl-NL" sz="1400" b="0">
                <a:solidFill>
                  <a:srgbClr val="FFFFFF"/>
                </a:solidFill>
              </a:rPr>
              <a:pPr>
                <a:lnSpc>
                  <a:spcPct val="108000"/>
                </a:lnSpc>
                <a:spcAft>
                  <a:spcPct val="0"/>
                </a:spcAft>
                <a:buClr>
                  <a:srgbClr val="000000"/>
                </a:buClr>
                <a:buFont typeface="Times New Roman" panose="02020603050405020304" pitchFamily="18" charset="0"/>
                <a:buNone/>
              </a:pPr>
              <a:t>5</a:t>
            </a:fld>
            <a:endParaRPr lang="en-GB" altLang="nl-NL" sz="1400" b="0">
              <a:solidFill>
                <a:srgbClr val="FFFFFF"/>
              </a:solidFill>
            </a:endParaRPr>
          </a:p>
        </p:txBody>
      </p:sp>
      <p:sp>
        <p:nvSpPr>
          <p:cNvPr id="20486" name="Rectangle 2">
            <a:extLst>
              <a:ext uri="{FF2B5EF4-FFF2-40B4-BE49-F238E27FC236}">
                <a16:creationId xmlns:a16="http://schemas.microsoft.com/office/drawing/2014/main" id="{D2B5E5FC-3910-48A4-8BD8-791AE495AFE0}"/>
              </a:ext>
            </a:extLst>
          </p:cNvPr>
          <p:cNvSpPr>
            <a:spLocks noChangeArrowheads="1"/>
          </p:cNvSpPr>
          <p:nvPr/>
        </p:nvSpPr>
        <p:spPr bwMode="auto">
          <a:xfrm>
            <a:off x="0" y="0"/>
            <a:ext cx="10080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nl-BE" altLang="nl-NL"/>
          </a:p>
        </p:txBody>
      </p:sp>
      <p:sp>
        <p:nvSpPr>
          <p:cNvPr id="20487" name="Rectangle 3">
            <a:extLst>
              <a:ext uri="{FF2B5EF4-FFF2-40B4-BE49-F238E27FC236}">
                <a16:creationId xmlns:a16="http://schemas.microsoft.com/office/drawing/2014/main" id="{C657053B-8B6F-4467-9FF8-11AB5534C761}"/>
              </a:ext>
            </a:extLst>
          </p:cNvPr>
          <p:cNvSpPr>
            <a:spLocks noChangeArrowheads="1"/>
          </p:cNvSpPr>
          <p:nvPr/>
        </p:nvSpPr>
        <p:spPr bwMode="auto">
          <a:xfrm>
            <a:off x="0" y="838200"/>
            <a:ext cx="10080625"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nl-BE" altLang="nl-NL"/>
          </a:p>
        </p:txBody>
      </p:sp>
      <p:grpSp>
        <p:nvGrpSpPr>
          <p:cNvPr id="3" name="Group 30">
            <a:extLst>
              <a:ext uri="{FF2B5EF4-FFF2-40B4-BE49-F238E27FC236}">
                <a16:creationId xmlns:a16="http://schemas.microsoft.com/office/drawing/2014/main" id="{7D3B3250-7368-48BC-88B2-AD9DC8637A60}"/>
              </a:ext>
            </a:extLst>
          </p:cNvPr>
          <p:cNvGrpSpPr>
            <a:grpSpLocks/>
          </p:cNvGrpSpPr>
          <p:nvPr/>
        </p:nvGrpSpPr>
        <p:grpSpPr bwMode="auto">
          <a:xfrm>
            <a:off x="8913813" y="2136775"/>
            <a:ext cx="1136650" cy="1450975"/>
            <a:chOff x="7540625" y="2065325"/>
            <a:chExt cx="1136672" cy="1450988"/>
          </a:xfrm>
        </p:grpSpPr>
        <p:sp>
          <p:nvSpPr>
            <p:cNvPr id="20516" name="TextBox 44">
              <a:extLst>
                <a:ext uri="{FF2B5EF4-FFF2-40B4-BE49-F238E27FC236}">
                  <a16:creationId xmlns:a16="http://schemas.microsoft.com/office/drawing/2014/main" id="{C4ED9014-CA17-4B52-A145-84B75F42A892}"/>
                </a:ext>
              </a:extLst>
            </p:cNvPr>
            <p:cNvSpPr txBox="1">
              <a:spLocks noChangeArrowheads="1"/>
            </p:cNvSpPr>
            <p:nvPr/>
          </p:nvSpPr>
          <p:spPr bwMode="auto">
            <a:xfrm>
              <a:off x="8326460" y="2065325"/>
              <a:ext cx="3508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nl-BE" altLang="nl-NL" sz="1400"/>
                <a:t>p</a:t>
              </a:r>
              <a:r>
                <a:rPr lang="nl-BE" altLang="nl-NL" sz="1400" baseline="-25000"/>
                <a:t>2</a:t>
              </a:r>
            </a:p>
          </p:txBody>
        </p:sp>
        <p:sp>
          <p:nvSpPr>
            <p:cNvPr id="20517" name="TextBox 45">
              <a:extLst>
                <a:ext uri="{FF2B5EF4-FFF2-40B4-BE49-F238E27FC236}">
                  <a16:creationId xmlns:a16="http://schemas.microsoft.com/office/drawing/2014/main" id="{A8DE87A8-7BD6-4A7B-9A6C-D7D091FA423E}"/>
                </a:ext>
              </a:extLst>
            </p:cNvPr>
            <p:cNvSpPr txBox="1">
              <a:spLocks noChangeArrowheads="1"/>
            </p:cNvSpPr>
            <p:nvPr/>
          </p:nvSpPr>
          <p:spPr bwMode="auto">
            <a:xfrm>
              <a:off x="7540625" y="3208338"/>
              <a:ext cx="35083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nl-BE" altLang="nl-NL" sz="1400"/>
                <a:t>p</a:t>
              </a:r>
              <a:r>
                <a:rPr lang="nl-BE" altLang="nl-NL" sz="1400" baseline="-25000"/>
                <a:t>1</a:t>
              </a:r>
            </a:p>
          </p:txBody>
        </p:sp>
        <p:grpSp>
          <p:nvGrpSpPr>
            <p:cNvPr id="20518" name="Group 29">
              <a:extLst>
                <a:ext uri="{FF2B5EF4-FFF2-40B4-BE49-F238E27FC236}">
                  <a16:creationId xmlns:a16="http://schemas.microsoft.com/office/drawing/2014/main" id="{F7EAC3F9-0FDF-4471-BEF9-E740C1FE9351}"/>
                </a:ext>
              </a:extLst>
            </p:cNvPr>
            <p:cNvGrpSpPr>
              <a:grpSpLocks/>
            </p:cNvGrpSpPr>
            <p:nvPr/>
          </p:nvGrpSpPr>
          <p:grpSpPr bwMode="auto">
            <a:xfrm>
              <a:off x="7540625" y="2065338"/>
              <a:ext cx="857250" cy="1214437"/>
              <a:chOff x="7540625" y="2065338"/>
              <a:chExt cx="857250" cy="1214437"/>
            </a:xfrm>
          </p:grpSpPr>
          <p:sp>
            <p:nvSpPr>
              <p:cNvPr id="20519" name="Oval 41">
                <a:extLst>
                  <a:ext uri="{FF2B5EF4-FFF2-40B4-BE49-F238E27FC236}">
                    <a16:creationId xmlns:a16="http://schemas.microsoft.com/office/drawing/2014/main" id="{1F69D1A2-648C-4C6E-A6AD-F35112EC978F}"/>
                  </a:ext>
                </a:extLst>
              </p:cNvPr>
              <p:cNvSpPr>
                <a:spLocks noChangeArrowheads="1"/>
              </p:cNvSpPr>
              <p:nvPr/>
            </p:nvSpPr>
            <p:spPr bwMode="auto">
              <a:xfrm>
                <a:off x="8326438" y="2065338"/>
                <a:ext cx="71437" cy="71437"/>
              </a:xfrm>
              <a:prstGeom prst="ellipse">
                <a:avLst/>
              </a:prstGeom>
              <a:solidFill>
                <a:schemeClr val="tx1"/>
              </a:solidFill>
              <a:ln w="9525">
                <a:solidFill>
                  <a:schemeClr val="tx1"/>
                </a:solidFill>
                <a:round/>
                <a:headEnd/>
                <a:tailEnd/>
              </a:ln>
            </p:spPr>
            <p:txBody>
              <a:bodyPr/>
              <a:lstStyle/>
              <a:p>
                <a:pPr eaLnBrk="1">
                  <a:lnSpc>
                    <a:spcPct val="93000"/>
                  </a:lnSpc>
                  <a:buClr>
                    <a:srgbClr val="000000"/>
                  </a:buClr>
                  <a:buSzPct val="100000"/>
                  <a:buFont typeface="Times New Roman" panose="02020603050405020304" pitchFamily="18" charset="0"/>
                  <a:buNone/>
                </a:pPr>
                <a:endParaRPr lang="nl-BE" altLang="nl-NL"/>
              </a:p>
            </p:txBody>
          </p:sp>
          <p:sp>
            <p:nvSpPr>
              <p:cNvPr id="20520" name="Oval 65">
                <a:extLst>
                  <a:ext uri="{FF2B5EF4-FFF2-40B4-BE49-F238E27FC236}">
                    <a16:creationId xmlns:a16="http://schemas.microsoft.com/office/drawing/2014/main" id="{F6CE112C-C6BC-4325-88BC-CC0D7A50533D}"/>
                  </a:ext>
                </a:extLst>
              </p:cNvPr>
              <p:cNvSpPr>
                <a:spLocks noChangeArrowheads="1"/>
              </p:cNvSpPr>
              <p:nvPr/>
            </p:nvSpPr>
            <p:spPr bwMode="auto">
              <a:xfrm>
                <a:off x="7540625" y="3208338"/>
                <a:ext cx="71438" cy="71437"/>
              </a:xfrm>
              <a:prstGeom prst="ellipse">
                <a:avLst/>
              </a:prstGeom>
              <a:solidFill>
                <a:schemeClr val="tx1"/>
              </a:solidFill>
              <a:ln w="9525">
                <a:solidFill>
                  <a:schemeClr val="tx1"/>
                </a:solidFill>
                <a:round/>
                <a:headEnd/>
                <a:tailEnd/>
              </a:ln>
            </p:spPr>
            <p:txBody>
              <a:bodyPr/>
              <a:lstStyle/>
              <a:p>
                <a:pPr eaLnBrk="1">
                  <a:lnSpc>
                    <a:spcPct val="93000"/>
                  </a:lnSpc>
                  <a:buClr>
                    <a:srgbClr val="000000"/>
                  </a:buClr>
                  <a:buSzPct val="100000"/>
                  <a:buFont typeface="Times New Roman" panose="02020603050405020304" pitchFamily="18" charset="0"/>
                  <a:buNone/>
                </a:pPr>
                <a:endParaRPr lang="nl-BE" altLang="nl-NL"/>
              </a:p>
            </p:txBody>
          </p:sp>
          <p:cxnSp>
            <p:nvCxnSpPr>
              <p:cNvPr id="20521" name="Straight Connector 74">
                <a:extLst>
                  <a:ext uri="{FF2B5EF4-FFF2-40B4-BE49-F238E27FC236}">
                    <a16:creationId xmlns:a16="http://schemas.microsoft.com/office/drawing/2014/main" id="{401BC9BE-153A-4759-98D0-587485757A03}"/>
                  </a:ext>
                </a:extLst>
              </p:cNvPr>
              <p:cNvCxnSpPr>
                <a:cxnSpLocks noChangeShapeType="1"/>
              </p:cNvCxnSpPr>
              <p:nvPr/>
            </p:nvCxnSpPr>
            <p:spPr bwMode="auto">
              <a:xfrm rot="5400000">
                <a:off x="7422356" y="2315369"/>
                <a:ext cx="1082675" cy="725488"/>
              </a:xfrm>
              <a:prstGeom prst="line">
                <a:avLst/>
              </a:prstGeom>
              <a:noFill/>
              <a:ln w="9525">
                <a:solidFill>
                  <a:schemeClr val="tx1"/>
                </a:solidFill>
                <a:prstDash val="sysDash"/>
                <a:round/>
                <a:headEnd/>
                <a:tailEnd/>
              </a:ln>
              <a:extLst>
                <a:ext uri="{909E8E84-426E-40DD-AFC4-6F175D3DCCD1}">
                  <a14:hiddenFill xmlns:a14="http://schemas.microsoft.com/office/drawing/2010/main">
                    <a:noFill/>
                  </a14:hiddenFill>
                </a:ext>
              </a:extLst>
            </p:spPr>
          </p:cxnSp>
        </p:grpSp>
      </p:grpSp>
      <p:grpSp>
        <p:nvGrpSpPr>
          <p:cNvPr id="10" name="Group 72">
            <a:extLst>
              <a:ext uri="{FF2B5EF4-FFF2-40B4-BE49-F238E27FC236}">
                <a16:creationId xmlns:a16="http://schemas.microsoft.com/office/drawing/2014/main" id="{1DA8BD8F-B925-4D67-8AE3-425CB2C4FC39}"/>
              </a:ext>
            </a:extLst>
          </p:cNvPr>
          <p:cNvGrpSpPr>
            <a:grpSpLocks/>
          </p:cNvGrpSpPr>
          <p:nvPr/>
        </p:nvGrpSpPr>
        <p:grpSpPr bwMode="auto">
          <a:xfrm>
            <a:off x="7985125" y="2708275"/>
            <a:ext cx="785813" cy="1249363"/>
            <a:chOff x="7601618" y="1983508"/>
            <a:chExt cx="785156" cy="1248635"/>
          </a:xfrm>
        </p:grpSpPr>
        <p:cxnSp>
          <p:nvCxnSpPr>
            <p:cNvPr id="20514" name="Straight Arrow Connector 55">
              <a:extLst>
                <a:ext uri="{FF2B5EF4-FFF2-40B4-BE49-F238E27FC236}">
                  <a16:creationId xmlns:a16="http://schemas.microsoft.com/office/drawing/2014/main" id="{FE3EA4EE-A0AA-4FD1-860B-81486196F344}"/>
                </a:ext>
              </a:extLst>
            </p:cNvPr>
            <p:cNvCxnSpPr>
              <a:cxnSpLocks noChangeShapeType="1"/>
            </p:cNvCxnSpPr>
            <p:nvPr/>
          </p:nvCxnSpPr>
          <p:spPr bwMode="auto">
            <a:xfrm rot="5400000" flipH="1" flipV="1">
              <a:off x="7376552" y="2208574"/>
              <a:ext cx="1235287" cy="785156"/>
            </a:xfrm>
            <a:prstGeom prst="straightConnector1">
              <a:avLst/>
            </a:prstGeom>
            <a:noFill/>
            <a:ln w="28575" cap="rnd">
              <a:solidFill>
                <a:schemeClr val="tx1"/>
              </a:solidFill>
              <a:prstDash val="sysDash"/>
              <a:round/>
              <a:headEnd/>
              <a:tailEnd type="arrow" w="med" len="med"/>
            </a:ln>
            <a:extLst>
              <a:ext uri="{909E8E84-426E-40DD-AFC4-6F175D3DCCD1}">
                <a14:hiddenFill xmlns:a14="http://schemas.microsoft.com/office/drawing/2010/main">
                  <a:noFill/>
                </a14:hiddenFill>
              </a:ext>
            </a:extLst>
          </p:spPr>
        </p:cxnSp>
        <p:pic>
          <p:nvPicPr>
            <p:cNvPr id="20515" name="Picture 1">
              <a:extLst>
                <a:ext uri="{FF2B5EF4-FFF2-40B4-BE49-F238E27FC236}">
                  <a16:creationId xmlns:a16="http://schemas.microsoft.com/office/drawing/2014/main" id="{1748F684-3675-4C04-BF00-8E8CCE8D4175}"/>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826394" y="2851143"/>
              <a:ext cx="5429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1" name="Group 48">
            <a:extLst>
              <a:ext uri="{FF2B5EF4-FFF2-40B4-BE49-F238E27FC236}">
                <a16:creationId xmlns:a16="http://schemas.microsoft.com/office/drawing/2014/main" id="{16AF8603-4755-4A7F-8817-9029CE53E025}"/>
              </a:ext>
            </a:extLst>
          </p:cNvPr>
          <p:cNvGrpSpPr>
            <a:grpSpLocks/>
          </p:cNvGrpSpPr>
          <p:nvPr/>
        </p:nvGrpSpPr>
        <p:grpSpPr bwMode="auto">
          <a:xfrm>
            <a:off x="6985000" y="1993900"/>
            <a:ext cx="2928938" cy="3184525"/>
            <a:chOff x="6079923" y="2351077"/>
            <a:chExt cx="2389413" cy="2364850"/>
          </a:xfrm>
        </p:grpSpPr>
        <p:cxnSp>
          <p:nvCxnSpPr>
            <p:cNvPr id="20508" name="Straight Arrow Connector 40">
              <a:extLst>
                <a:ext uri="{FF2B5EF4-FFF2-40B4-BE49-F238E27FC236}">
                  <a16:creationId xmlns:a16="http://schemas.microsoft.com/office/drawing/2014/main" id="{13C4ECF8-98DE-469F-89C1-5983FB8AC3F0}"/>
                </a:ext>
              </a:extLst>
            </p:cNvPr>
            <p:cNvCxnSpPr>
              <a:cxnSpLocks noChangeShapeType="1"/>
            </p:cNvCxnSpPr>
            <p:nvPr/>
          </p:nvCxnSpPr>
          <p:spPr bwMode="auto">
            <a:xfrm>
              <a:off x="6897700" y="3779837"/>
              <a:ext cx="1571636" cy="1588"/>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sp>
          <p:nvSpPr>
            <p:cNvPr id="20509" name="TextBox 52">
              <a:extLst>
                <a:ext uri="{FF2B5EF4-FFF2-40B4-BE49-F238E27FC236}">
                  <a16:creationId xmlns:a16="http://schemas.microsoft.com/office/drawing/2014/main" id="{8FC46096-54F9-44C2-95F8-F320FD5C8842}"/>
                </a:ext>
              </a:extLst>
            </p:cNvPr>
            <p:cNvSpPr txBox="1">
              <a:spLocks noChangeArrowheads="1"/>
            </p:cNvSpPr>
            <p:nvPr/>
          </p:nvSpPr>
          <p:spPr bwMode="auto">
            <a:xfrm>
              <a:off x="6196480" y="4366677"/>
              <a:ext cx="30008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a:lnSpc>
                  <a:spcPct val="93000"/>
                </a:lnSpc>
                <a:buClr>
                  <a:srgbClr val="000000"/>
                </a:buClr>
                <a:buSzPct val="100000"/>
                <a:buFont typeface="Times New Roman" panose="02020603050405020304" pitchFamily="18" charset="0"/>
                <a:buNone/>
              </a:pPr>
              <a:r>
                <a:rPr lang="nl-BE" altLang="nl-NL"/>
                <a:t>x</a:t>
              </a:r>
            </a:p>
          </p:txBody>
        </p:sp>
        <p:cxnSp>
          <p:nvCxnSpPr>
            <p:cNvPr id="20510" name="Straight Arrow Connector 41">
              <a:extLst>
                <a:ext uri="{FF2B5EF4-FFF2-40B4-BE49-F238E27FC236}">
                  <a16:creationId xmlns:a16="http://schemas.microsoft.com/office/drawing/2014/main" id="{C588C0E6-B59F-4B4B-B13D-967E732EEA4E}"/>
                </a:ext>
              </a:extLst>
            </p:cNvPr>
            <p:cNvCxnSpPr>
              <a:cxnSpLocks noChangeShapeType="1"/>
            </p:cNvCxnSpPr>
            <p:nvPr/>
          </p:nvCxnSpPr>
          <p:spPr bwMode="auto">
            <a:xfrm rot="5400000" flipH="1" flipV="1">
              <a:off x="6183320" y="3065457"/>
              <a:ext cx="1428761" cy="2"/>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sp>
          <p:nvSpPr>
            <p:cNvPr id="20511" name="TextBox 53">
              <a:extLst>
                <a:ext uri="{FF2B5EF4-FFF2-40B4-BE49-F238E27FC236}">
                  <a16:creationId xmlns:a16="http://schemas.microsoft.com/office/drawing/2014/main" id="{A5136B4B-C03D-452F-8716-B6F4CC2FF574}"/>
                </a:ext>
              </a:extLst>
            </p:cNvPr>
            <p:cNvSpPr txBox="1">
              <a:spLocks noChangeArrowheads="1"/>
            </p:cNvSpPr>
            <p:nvPr/>
          </p:nvSpPr>
          <p:spPr bwMode="auto">
            <a:xfrm>
              <a:off x="8112146" y="3779837"/>
              <a:ext cx="300038" cy="3499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a:lnSpc>
                  <a:spcPct val="93000"/>
                </a:lnSpc>
                <a:buClr>
                  <a:srgbClr val="000000"/>
                </a:buClr>
                <a:buSzPct val="100000"/>
                <a:buFont typeface="Times New Roman" panose="02020603050405020304" pitchFamily="18" charset="0"/>
                <a:buNone/>
              </a:pPr>
              <a:r>
                <a:rPr lang="nl-BE" altLang="nl-NL"/>
                <a:t>y</a:t>
              </a:r>
            </a:p>
          </p:txBody>
        </p:sp>
        <p:cxnSp>
          <p:nvCxnSpPr>
            <p:cNvPr id="20512" name="Straight Arrow Connector 46">
              <a:extLst>
                <a:ext uri="{FF2B5EF4-FFF2-40B4-BE49-F238E27FC236}">
                  <a16:creationId xmlns:a16="http://schemas.microsoft.com/office/drawing/2014/main" id="{B4B7909B-EA7E-400C-BCC9-51F8CEA779AB}"/>
                </a:ext>
              </a:extLst>
            </p:cNvPr>
            <p:cNvCxnSpPr>
              <a:cxnSpLocks noChangeShapeType="1"/>
            </p:cNvCxnSpPr>
            <p:nvPr/>
          </p:nvCxnSpPr>
          <p:spPr bwMode="auto">
            <a:xfrm rot="5400000">
              <a:off x="6115831" y="3743930"/>
              <a:ext cx="745966" cy="817781"/>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sp>
          <p:nvSpPr>
            <p:cNvPr id="20513" name="TextBox 54">
              <a:extLst>
                <a:ext uri="{FF2B5EF4-FFF2-40B4-BE49-F238E27FC236}">
                  <a16:creationId xmlns:a16="http://schemas.microsoft.com/office/drawing/2014/main" id="{26C4E634-B62D-4CD6-9BB1-52BBA309A1F6}"/>
                </a:ext>
              </a:extLst>
            </p:cNvPr>
            <p:cNvSpPr txBox="1">
              <a:spLocks noChangeArrowheads="1"/>
            </p:cNvSpPr>
            <p:nvPr/>
          </p:nvSpPr>
          <p:spPr bwMode="auto">
            <a:xfrm>
              <a:off x="6897700" y="2422515"/>
              <a:ext cx="300080" cy="349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a:lnSpc>
                  <a:spcPct val="93000"/>
                </a:lnSpc>
                <a:buClr>
                  <a:srgbClr val="000000"/>
                </a:buClr>
                <a:buSzPct val="100000"/>
                <a:buFont typeface="Times New Roman" panose="02020603050405020304" pitchFamily="18" charset="0"/>
                <a:buNone/>
              </a:pPr>
              <a:r>
                <a:rPr lang="nl-BE" altLang="nl-NL"/>
                <a:t>z</a:t>
              </a:r>
            </a:p>
          </p:txBody>
        </p:sp>
      </p:grpSp>
      <p:grpSp>
        <p:nvGrpSpPr>
          <p:cNvPr id="12" name="Group 44">
            <a:extLst>
              <a:ext uri="{FF2B5EF4-FFF2-40B4-BE49-F238E27FC236}">
                <a16:creationId xmlns:a16="http://schemas.microsoft.com/office/drawing/2014/main" id="{1304EFAE-7F99-4109-83C1-C1CFD4CB830A}"/>
              </a:ext>
            </a:extLst>
          </p:cNvPr>
          <p:cNvGrpSpPr>
            <a:grpSpLocks/>
          </p:cNvGrpSpPr>
          <p:nvPr/>
        </p:nvGrpSpPr>
        <p:grpSpPr bwMode="auto">
          <a:xfrm>
            <a:off x="7754938" y="2493963"/>
            <a:ext cx="428625" cy="1500187"/>
            <a:chOff x="9040840" y="4637093"/>
            <a:chExt cx="428629" cy="1500198"/>
          </a:xfrm>
        </p:grpSpPr>
        <p:sp>
          <p:nvSpPr>
            <p:cNvPr id="42" name="Can 41">
              <a:extLst>
                <a:ext uri="{FF2B5EF4-FFF2-40B4-BE49-F238E27FC236}">
                  <a16:creationId xmlns:a16="http://schemas.microsoft.com/office/drawing/2014/main" id="{80803E68-299B-445C-AE86-3FA93125DF8C}"/>
                </a:ext>
              </a:extLst>
            </p:cNvPr>
            <p:cNvSpPr/>
            <p:nvPr/>
          </p:nvSpPr>
          <p:spPr bwMode="auto">
            <a:xfrm>
              <a:off x="9040840" y="4637093"/>
              <a:ext cx="428629" cy="1500198"/>
            </a:xfrm>
            <a:prstGeom prst="can">
              <a:avLst>
                <a:gd name="adj" fmla="val 33333"/>
              </a:avLst>
            </a:prstGeom>
            <a:noFill/>
            <a:ln w="28575" cap="flat" cmpd="sng" algn="ctr">
              <a:solidFill>
                <a:schemeClr val="tx1"/>
              </a:solidFill>
              <a:prstDash val="solid"/>
              <a:round/>
              <a:headEnd type="none" w="med" len="med"/>
              <a:tailEnd type="none" w="med" len="med"/>
            </a:ln>
            <a:effectLst/>
          </p:spPr>
          <p:txBody>
            <a:bodyPr/>
            <a:lstStyle/>
            <a:p>
              <a:pPr eaLnBrk="1">
                <a:lnSpc>
                  <a:spcPct val="93000"/>
                </a:lnSpc>
                <a:buClr>
                  <a:srgbClr val="000000"/>
                </a:buClr>
                <a:buSzPct val="100000"/>
                <a:buFont typeface="Times New Roman" panose="02020603050405020304" pitchFamily="18" charset="0"/>
                <a:buNone/>
              </a:pPr>
              <a:endParaRPr lang="nl-BE" altLang="nl-NL"/>
            </a:p>
          </p:txBody>
        </p:sp>
        <p:sp>
          <p:nvSpPr>
            <p:cNvPr id="43" name="Oval 42">
              <a:extLst>
                <a:ext uri="{FF2B5EF4-FFF2-40B4-BE49-F238E27FC236}">
                  <a16:creationId xmlns:a16="http://schemas.microsoft.com/office/drawing/2014/main" id="{3E459685-950C-42D7-8015-8143D1A55DF0}"/>
                </a:ext>
              </a:extLst>
            </p:cNvPr>
            <p:cNvSpPr/>
            <p:nvPr/>
          </p:nvSpPr>
          <p:spPr bwMode="auto">
            <a:xfrm>
              <a:off x="9040840" y="5994415"/>
              <a:ext cx="428629" cy="142876"/>
            </a:xfrm>
            <a:prstGeom prst="ellipse">
              <a:avLst/>
            </a:prstGeom>
            <a:noFill/>
            <a:ln w="28575" cap="flat" cmpd="sng" algn="ctr">
              <a:solidFill>
                <a:schemeClr val="tx1"/>
              </a:solidFill>
              <a:prstDash val="sysDash"/>
              <a:round/>
              <a:headEnd type="none" w="med" len="med"/>
              <a:tailEnd type="none" w="med" len="med"/>
            </a:ln>
            <a:effectLst/>
          </p:spPr>
          <p:txBody>
            <a:bodyPr/>
            <a:lstStyle/>
            <a:p>
              <a:pPr eaLnBrk="1">
                <a:lnSpc>
                  <a:spcPct val="93000"/>
                </a:lnSpc>
                <a:buClr>
                  <a:srgbClr val="000000"/>
                </a:buClr>
                <a:buSzPct val="100000"/>
                <a:buFont typeface="Times New Roman" panose="02020603050405020304" pitchFamily="18" charset="0"/>
                <a:buNone/>
              </a:pPr>
              <a:endParaRPr lang="nl-BE" altLang="nl-NL"/>
            </a:p>
          </p:txBody>
        </p:sp>
      </p:grpSp>
      <p:sp>
        <p:nvSpPr>
          <p:cNvPr id="20492" name="Rectangle 27">
            <a:extLst>
              <a:ext uri="{FF2B5EF4-FFF2-40B4-BE49-F238E27FC236}">
                <a16:creationId xmlns:a16="http://schemas.microsoft.com/office/drawing/2014/main" id="{BF33F611-14B0-4ABE-B163-E275439BECDB}"/>
              </a:ext>
            </a:extLst>
          </p:cNvPr>
          <p:cNvSpPr>
            <a:spLocks noChangeArrowheads="1"/>
          </p:cNvSpPr>
          <p:nvPr/>
        </p:nvSpPr>
        <p:spPr bwMode="auto">
          <a:xfrm>
            <a:off x="0" y="0"/>
            <a:ext cx="10080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nl-BE" altLang="nl-NL"/>
          </a:p>
        </p:txBody>
      </p:sp>
      <p:sp>
        <p:nvSpPr>
          <p:cNvPr id="20493" name="Rectangle 28">
            <a:extLst>
              <a:ext uri="{FF2B5EF4-FFF2-40B4-BE49-F238E27FC236}">
                <a16:creationId xmlns:a16="http://schemas.microsoft.com/office/drawing/2014/main" id="{9D6EDDF7-26E5-42C9-BC3B-0CAFDE8696B6}"/>
              </a:ext>
            </a:extLst>
          </p:cNvPr>
          <p:cNvSpPr>
            <a:spLocks noChangeArrowheads="1"/>
          </p:cNvSpPr>
          <p:nvPr/>
        </p:nvSpPr>
        <p:spPr bwMode="auto">
          <a:xfrm>
            <a:off x="0" y="838200"/>
            <a:ext cx="10080625"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nl-BE" altLang="nl-NL"/>
          </a:p>
        </p:txBody>
      </p:sp>
      <p:grpSp>
        <p:nvGrpSpPr>
          <p:cNvPr id="13" name="Group 68">
            <a:extLst>
              <a:ext uri="{FF2B5EF4-FFF2-40B4-BE49-F238E27FC236}">
                <a16:creationId xmlns:a16="http://schemas.microsoft.com/office/drawing/2014/main" id="{D87ACE77-C848-4278-AF56-F8C8F8B88A39}"/>
              </a:ext>
            </a:extLst>
          </p:cNvPr>
          <p:cNvGrpSpPr>
            <a:grpSpLocks/>
          </p:cNvGrpSpPr>
          <p:nvPr/>
        </p:nvGrpSpPr>
        <p:grpSpPr bwMode="auto">
          <a:xfrm>
            <a:off x="8770938" y="2636838"/>
            <a:ext cx="323850" cy="307975"/>
            <a:chOff x="7897802" y="4637090"/>
            <a:chExt cx="324158" cy="307780"/>
          </a:xfrm>
        </p:grpSpPr>
        <p:sp>
          <p:nvSpPr>
            <p:cNvPr id="20504" name="TextBox 66">
              <a:extLst>
                <a:ext uri="{FF2B5EF4-FFF2-40B4-BE49-F238E27FC236}">
                  <a16:creationId xmlns:a16="http://schemas.microsoft.com/office/drawing/2014/main" id="{A49CABC8-3647-418D-895B-C4A5D445A2FE}"/>
                </a:ext>
              </a:extLst>
            </p:cNvPr>
            <p:cNvSpPr txBox="1">
              <a:spLocks noChangeArrowheads="1"/>
            </p:cNvSpPr>
            <p:nvPr/>
          </p:nvSpPr>
          <p:spPr bwMode="auto">
            <a:xfrm>
              <a:off x="7897832" y="4637093"/>
              <a:ext cx="32412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nl-BE" altLang="nl-NL" sz="1400"/>
                <a:t>p</a:t>
              </a:r>
              <a:r>
                <a:rPr lang="nl-BE" altLang="nl-NL" sz="1400" baseline="-25000"/>
                <a:t>r</a:t>
              </a:r>
            </a:p>
          </p:txBody>
        </p:sp>
        <p:sp>
          <p:nvSpPr>
            <p:cNvPr id="20505" name="Oval 67">
              <a:extLst>
                <a:ext uri="{FF2B5EF4-FFF2-40B4-BE49-F238E27FC236}">
                  <a16:creationId xmlns:a16="http://schemas.microsoft.com/office/drawing/2014/main" id="{C6CF23FF-0293-4BFF-81BC-2DFD2D54E514}"/>
                </a:ext>
              </a:extLst>
            </p:cNvPr>
            <p:cNvSpPr>
              <a:spLocks noChangeArrowheads="1"/>
            </p:cNvSpPr>
            <p:nvPr/>
          </p:nvSpPr>
          <p:spPr bwMode="auto">
            <a:xfrm>
              <a:off x="7897802" y="4637090"/>
              <a:ext cx="71438" cy="71438"/>
            </a:xfrm>
            <a:prstGeom prst="ellipse">
              <a:avLst/>
            </a:prstGeom>
            <a:solidFill>
              <a:schemeClr val="tx1"/>
            </a:solidFill>
            <a:ln w="9525">
              <a:solidFill>
                <a:schemeClr val="tx1"/>
              </a:solidFill>
              <a:round/>
              <a:headEnd/>
              <a:tailEnd/>
            </a:ln>
          </p:spPr>
          <p:txBody>
            <a:bodyPr/>
            <a:lstStyle/>
            <a:p>
              <a:pPr eaLnBrk="1">
                <a:lnSpc>
                  <a:spcPct val="93000"/>
                </a:lnSpc>
                <a:buClr>
                  <a:srgbClr val="000000"/>
                </a:buClr>
                <a:buSzPct val="100000"/>
                <a:buFont typeface="Times New Roman" panose="02020603050405020304" pitchFamily="18" charset="0"/>
                <a:buNone/>
              </a:pPr>
              <a:endParaRPr lang="nl-BE" altLang="nl-NL"/>
            </a:p>
          </p:txBody>
        </p:sp>
      </p:grpSp>
      <p:sp>
        <p:nvSpPr>
          <p:cNvPr id="20495" name="Rectangle 30">
            <a:extLst>
              <a:ext uri="{FF2B5EF4-FFF2-40B4-BE49-F238E27FC236}">
                <a16:creationId xmlns:a16="http://schemas.microsoft.com/office/drawing/2014/main" id="{046370AB-9327-4790-9F50-E8EE5FBD8DA0}"/>
              </a:ext>
            </a:extLst>
          </p:cNvPr>
          <p:cNvSpPr>
            <a:spLocks noChangeArrowheads="1"/>
          </p:cNvSpPr>
          <p:nvPr/>
        </p:nvSpPr>
        <p:spPr bwMode="auto">
          <a:xfrm>
            <a:off x="0" y="0"/>
            <a:ext cx="10080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nl-BE" altLang="nl-NL"/>
          </a:p>
        </p:txBody>
      </p:sp>
      <p:pic>
        <p:nvPicPr>
          <p:cNvPr id="8221" name="Picture 29">
            <a:extLst>
              <a:ext uri="{FF2B5EF4-FFF2-40B4-BE49-F238E27FC236}">
                <a16:creationId xmlns:a16="http://schemas.microsoft.com/office/drawing/2014/main" id="{E9B5B595-EE52-4AF3-B45E-2DB32D6030D3}"/>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968500" y="4851400"/>
            <a:ext cx="23622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97" name="Rectangle 31">
            <a:extLst>
              <a:ext uri="{FF2B5EF4-FFF2-40B4-BE49-F238E27FC236}">
                <a16:creationId xmlns:a16="http://schemas.microsoft.com/office/drawing/2014/main" id="{8A71166A-7D22-4968-9341-A65A58E5F876}"/>
              </a:ext>
            </a:extLst>
          </p:cNvPr>
          <p:cNvSpPr>
            <a:spLocks noChangeArrowheads="1"/>
          </p:cNvSpPr>
          <p:nvPr/>
        </p:nvSpPr>
        <p:spPr bwMode="auto">
          <a:xfrm>
            <a:off x="0" y="838200"/>
            <a:ext cx="10080625"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nl-BE" altLang="nl-NL"/>
          </a:p>
        </p:txBody>
      </p:sp>
      <p:pic>
        <p:nvPicPr>
          <p:cNvPr id="55" name="Picture 26">
            <a:extLst>
              <a:ext uri="{FF2B5EF4-FFF2-40B4-BE49-F238E27FC236}">
                <a16:creationId xmlns:a16="http://schemas.microsoft.com/office/drawing/2014/main" id="{255C11D4-E723-439F-AE73-09533C698437}"/>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968625" y="3565525"/>
            <a:ext cx="5429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99" name="Rectangle 33">
            <a:extLst>
              <a:ext uri="{FF2B5EF4-FFF2-40B4-BE49-F238E27FC236}">
                <a16:creationId xmlns:a16="http://schemas.microsoft.com/office/drawing/2014/main" id="{6CC9C098-8262-4AE4-8C0A-3286ED573CAB}"/>
              </a:ext>
            </a:extLst>
          </p:cNvPr>
          <p:cNvSpPr>
            <a:spLocks noChangeArrowheads="1"/>
          </p:cNvSpPr>
          <p:nvPr/>
        </p:nvSpPr>
        <p:spPr bwMode="auto">
          <a:xfrm>
            <a:off x="0" y="0"/>
            <a:ext cx="10080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nl-BE" altLang="nl-NL"/>
          </a:p>
        </p:txBody>
      </p:sp>
      <p:sp>
        <p:nvSpPr>
          <p:cNvPr id="20500" name="Rectangle 34">
            <a:extLst>
              <a:ext uri="{FF2B5EF4-FFF2-40B4-BE49-F238E27FC236}">
                <a16:creationId xmlns:a16="http://schemas.microsoft.com/office/drawing/2014/main" id="{A745F80B-9A9E-456F-A375-61B1E6D97FD8}"/>
              </a:ext>
            </a:extLst>
          </p:cNvPr>
          <p:cNvSpPr>
            <a:spLocks noChangeArrowheads="1"/>
          </p:cNvSpPr>
          <p:nvPr/>
        </p:nvSpPr>
        <p:spPr bwMode="auto">
          <a:xfrm>
            <a:off x="0" y="838200"/>
            <a:ext cx="10080625"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nl-BE" altLang="nl-NL"/>
          </a:p>
        </p:txBody>
      </p:sp>
      <p:sp>
        <p:nvSpPr>
          <p:cNvPr id="20501" name="Rectangle 36">
            <a:extLst>
              <a:ext uri="{FF2B5EF4-FFF2-40B4-BE49-F238E27FC236}">
                <a16:creationId xmlns:a16="http://schemas.microsoft.com/office/drawing/2014/main" id="{17243467-B93E-4145-BFC4-2CA815E28203}"/>
              </a:ext>
            </a:extLst>
          </p:cNvPr>
          <p:cNvSpPr>
            <a:spLocks noChangeArrowheads="1"/>
          </p:cNvSpPr>
          <p:nvPr/>
        </p:nvSpPr>
        <p:spPr bwMode="auto">
          <a:xfrm>
            <a:off x="0" y="0"/>
            <a:ext cx="10080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nl-BE" altLang="nl-NL"/>
          </a:p>
        </p:txBody>
      </p:sp>
      <p:pic>
        <p:nvPicPr>
          <p:cNvPr id="8227" name="Picture 35">
            <a:extLst>
              <a:ext uri="{FF2B5EF4-FFF2-40B4-BE49-F238E27FC236}">
                <a16:creationId xmlns:a16="http://schemas.microsoft.com/office/drawing/2014/main" id="{C86942D5-C5AE-455A-8BBA-0BE1BCDD9353}"/>
              </a:ext>
            </a:extLst>
          </p:cNvPr>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968750" y="2422525"/>
            <a:ext cx="20193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03" name="Rectangle 37">
            <a:extLst>
              <a:ext uri="{FF2B5EF4-FFF2-40B4-BE49-F238E27FC236}">
                <a16:creationId xmlns:a16="http://schemas.microsoft.com/office/drawing/2014/main" id="{528F6FE0-BE66-42F6-A362-EFFDE91175AF}"/>
              </a:ext>
            </a:extLst>
          </p:cNvPr>
          <p:cNvSpPr>
            <a:spLocks noChangeArrowheads="1"/>
          </p:cNvSpPr>
          <p:nvPr/>
        </p:nvSpPr>
        <p:spPr bwMode="auto">
          <a:xfrm>
            <a:off x="0" y="838200"/>
            <a:ext cx="10080625"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nl-BE" altLang="nl-NL"/>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1000"/>
                                        <p:tgtEl>
                                          <p:spTgt spid="1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6">
                                            <p:txEl>
                                              <p:pRg st="2" end="2"/>
                                            </p:txEl>
                                          </p:spTgt>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8227"/>
                                        </p:tgtEl>
                                        <p:attrNameLst>
                                          <p:attrName>style.visibility</p:attrName>
                                        </p:attrNameLst>
                                      </p:cBhvr>
                                      <p:to>
                                        <p:strVal val="visible"/>
                                      </p:to>
                                    </p:set>
                                  </p:childTnLst>
                                </p:cTn>
                              </p:par>
                              <p:par>
                                <p:cTn id="20" presetID="10" presetClass="entr" presetSubtype="0" fill="hold"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1000"/>
                                        <p:tgtEl>
                                          <p:spTgt spid="1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5"/>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
                                            <p:txEl>
                                              <p:pRg st="6" end="6"/>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8221"/>
                                        </p:tgtEl>
                                        <p:attrNameLst>
                                          <p:attrName>style.visibility</p:attrName>
                                        </p:attrNameLst>
                                      </p:cBhvr>
                                      <p:to>
                                        <p:strVal val="visible"/>
                                      </p:to>
                                    </p:set>
                                  </p:childTnLst>
                                </p:cTn>
                              </p:par>
                              <p:par>
                                <p:cTn id="39" presetID="10" presetClass="entr" presetSubtype="0" fill="hold" nodeType="withEffect">
                                  <p:stCondLst>
                                    <p:cond delay="0"/>
                                  </p:stCondLst>
                                  <p:childTnLst>
                                    <p:set>
                                      <p:cBhvr>
                                        <p:cTn id="40" dur="1" fill="hold">
                                          <p:stCondLst>
                                            <p:cond delay="0"/>
                                          </p:stCondLst>
                                        </p:cTn>
                                        <p:tgtEl>
                                          <p:spTgt spid="2"/>
                                        </p:tgtEl>
                                        <p:attrNameLst>
                                          <p:attrName>style.visibility</p:attrName>
                                        </p:attrNameLst>
                                      </p:cBhvr>
                                      <p:to>
                                        <p:strVal val="visible"/>
                                      </p:to>
                                    </p:set>
                                    <p:animEffect transition="in" filter="fade">
                                      <p:cBhvr>
                                        <p:cTn id="41" dur="2000"/>
                                        <p:tgtEl>
                                          <p:spTgt spid="2"/>
                                        </p:tgtEl>
                                      </p:cBhvr>
                                    </p:animEffect>
                                  </p:childTnLst>
                                </p:cTn>
                              </p:par>
                              <p:par>
                                <p:cTn id="42" presetID="10" presetClass="entr" presetSubtype="0" fill="hold" nodeType="with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2000"/>
                                        <p:tgtEl>
                                          <p:spTgt spid="13"/>
                                        </p:tgtEl>
                                      </p:cBhvr>
                                    </p:animEffect>
                                  </p:childTnLst>
                                </p:cTn>
                              </p:par>
                              <p:par>
                                <p:cTn id="45" presetID="10" presetClass="exit" presetSubtype="0" fill="hold" nodeType="withEffect">
                                  <p:stCondLst>
                                    <p:cond delay="0"/>
                                  </p:stCondLst>
                                  <p:childTnLst>
                                    <p:animEffect transition="out" filter="fade">
                                      <p:cBhvr>
                                        <p:cTn id="46" dur="2000"/>
                                        <p:tgtEl>
                                          <p:spTgt spid="12"/>
                                        </p:tgtEl>
                                      </p:cBhvr>
                                    </p:animEffect>
                                    <p:set>
                                      <p:cBhvr>
                                        <p:cTn id="47" dur="1" fill="hold">
                                          <p:stCondLst>
                                            <p:cond delay="1999"/>
                                          </p:stCondLst>
                                        </p:cTn>
                                        <p:tgtEl>
                                          <p:spTgt spid="12"/>
                                        </p:tgtEl>
                                        <p:attrNameLst>
                                          <p:attrName>style.visibility</p:attrName>
                                        </p:attrNameLst>
                                      </p:cBhvr>
                                      <p:to>
                                        <p:strVal val="hidden"/>
                                      </p:to>
                                    </p:set>
                                  </p:childTnLst>
                                </p:cTn>
                              </p:par>
                              <p:par>
                                <p:cTn id="48" presetID="10" presetClass="exit" presetSubtype="0" fill="hold" nodeType="withEffect">
                                  <p:stCondLst>
                                    <p:cond delay="0"/>
                                  </p:stCondLst>
                                  <p:childTnLst>
                                    <p:animEffect transition="out" filter="fade">
                                      <p:cBhvr>
                                        <p:cTn id="49" dur="2000"/>
                                        <p:tgtEl>
                                          <p:spTgt spid="3"/>
                                        </p:tgtEl>
                                      </p:cBhvr>
                                    </p:animEffect>
                                    <p:set>
                                      <p:cBhvr>
                                        <p:cTn id="50" dur="1" fill="hold">
                                          <p:stCondLst>
                                            <p:cond delay="1999"/>
                                          </p:stCondLst>
                                        </p:cTn>
                                        <p:tgtEl>
                                          <p:spTgt spid="3"/>
                                        </p:tgtEl>
                                        <p:attrNameLst>
                                          <p:attrName>style.visibility</p:attrName>
                                        </p:attrNameLst>
                                      </p:cBhvr>
                                      <p:to>
                                        <p:strVal val="hidden"/>
                                      </p:to>
                                    </p:set>
                                  </p:childTnLst>
                                </p:cTn>
                              </p:par>
                              <p:par>
                                <p:cTn id="51" presetID="10" presetClass="exit" presetSubtype="0" fill="hold" nodeType="withEffect">
                                  <p:stCondLst>
                                    <p:cond delay="0"/>
                                  </p:stCondLst>
                                  <p:childTnLst>
                                    <p:animEffect transition="out" filter="fade">
                                      <p:cBhvr>
                                        <p:cTn id="52" dur="2000"/>
                                        <p:tgtEl>
                                          <p:spTgt spid="11"/>
                                        </p:tgtEl>
                                      </p:cBhvr>
                                    </p:animEffect>
                                    <p:set>
                                      <p:cBhvr>
                                        <p:cTn id="53" dur="1" fill="hold">
                                          <p:stCondLst>
                                            <p:cond delay="1999"/>
                                          </p:stCondLst>
                                        </p:cTn>
                                        <p:tgtEl>
                                          <p:spTgt spid="11"/>
                                        </p:tgtEl>
                                        <p:attrNameLst>
                                          <p:attrName>style.visibility</p:attrName>
                                        </p:attrNameLst>
                                      </p:cBhvr>
                                      <p:to>
                                        <p:strVal val="hidden"/>
                                      </p:to>
                                    </p:set>
                                  </p:childTnLst>
                                </p:cTn>
                              </p:par>
                              <p:par>
                                <p:cTn id="54" presetID="10" presetClass="exit" presetSubtype="0" fill="hold" nodeType="withEffect">
                                  <p:stCondLst>
                                    <p:cond delay="0"/>
                                  </p:stCondLst>
                                  <p:childTnLst>
                                    <p:animEffect transition="out" filter="fade">
                                      <p:cBhvr>
                                        <p:cTn id="55" dur="2000"/>
                                        <p:tgtEl>
                                          <p:spTgt spid="10"/>
                                        </p:tgtEl>
                                      </p:cBhvr>
                                    </p:animEffect>
                                    <p:set>
                                      <p:cBhvr>
                                        <p:cTn id="56" dur="1" fill="hold">
                                          <p:stCondLst>
                                            <p:cond delay="1999"/>
                                          </p:stCondLst>
                                        </p:cTn>
                                        <p:tgtEl>
                                          <p:spTgt spid="10"/>
                                        </p:tgtEl>
                                        <p:attrNameLst>
                                          <p:attrName>style.visibility</p:attrName>
                                        </p:attrNameLst>
                                      </p:cBhvr>
                                      <p:to>
                                        <p:strVal val="hidden"/>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6">
                                            <p:txEl>
                                              <p:pRg st="8" end="8"/>
                                            </p:txEl>
                                          </p:spTgt>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a:extLst>
              <a:ext uri="{FF2B5EF4-FFF2-40B4-BE49-F238E27FC236}">
                <a16:creationId xmlns:a16="http://schemas.microsoft.com/office/drawing/2014/main" id="{071367D3-2BBE-494F-BABE-1AACD3B4A62B}"/>
              </a:ext>
            </a:extLst>
          </p:cNvPr>
          <p:cNvSpPr>
            <a:spLocks noGrp="1"/>
          </p:cNvSpPr>
          <p:nvPr>
            <p:ph type="title"/>
          </p:nvPr>
        </p:nvSpPr>
        <p:spPr/>
        <p:txBody>
          <a:bodyPr/>
          <a:lstStyle/>
          <a:p>
            <a:r>
              <a:rPr lang="nl-BE" altLang="nl-NL">
                <a:ea typeface="ＭＳ Ｐゴシック" panose="020B0600070205080204" pitchFamily="34" charset="-128"/>
              </a:rPr>
              <a:t>Genereren van cilinders</a:t>
            </a:r>
          </a:p>
        </p:txBody>
      </p:sp>
      <p:sp>
        <p:nvSpPr>
          <p:cNvPr id="21506" name="Content Placeholder 2">
            <a:extLst>
              <a:ext uri="{FF2B5EF4-FFF2-40B4-BE49-F238E27FC236}">
                <a16:creationId xmlns:a16="http://schemas.microsoft.com/office/drawing/2014/main" id="{5ADB0F95-E1B8-4E56-987D-A4B707D85936}"/>
              </a:ext>
            </a:extLst>
          </p:cNvPr>
          <p:cNvSpPr>
            <a:spLocks noGrp="1"/>
          </p:cNvSpPr>
          <p:nvPr>
            <p:ph idx="1"/>
          </p:nvPr>
        </p:nvSpPr>
        <p:spPr>
          <a:xfrm>
            <a:off x="503238" y="1260475"/>
            <a:ext cx="7323137" cy="4987925"/>
          </a:xfrm>
        </p:spPr>
        <p:txBody>
          <a:bodyPr/>
          <a:lstStyle/>
          <a:p>
            <a:r>
              <a:rPr lang="nl-BE" altLang="nl-NL">
                <a:ea typeface="ＭＳ Ｐゴシック" panose="020B0600070205080204" pitchFamily="34" charset="-128"/>
              </a:rPr>
              <a:t>Roteer de cilinder in de richting van het lijnstuk:</a:t>
            </a:r>
          </a:p>
          <a:p>
            <a:pPr lvl="1"/>
            <a:r>
              <a:rPr lang="nl-BE" altLang="nl-NL"/>
              <a:t> Carthesische coördinaten: </a:t>
            </a:r>
          </a:p>
          <a:p>
            <a:pPr lvl="1"/>
            <a:endParaRPr lang="nl-BE" altLang="nl-NL"/>
          </a:p>
          <a:p>
            <a:pPr lvl="1"/>
            <a:r>
              <a:rPr lang="nl-BE" altLang="nl-NL"/>
              <a:t>In poolcoördinaten:	</a:t>
            </a:r>
          </a:p>
          <a:p>
            <a:pPr lvl="1"/>
            <a:endParaRPr lang="nl-BE" altLang="nl-NL"/>
          </a:p>
          <a:p>
            <a:pPr lvl="1"/>
            <a:endParaRPr lang="nl-BE" altLang="nl-NL"/>
          </a:p>
          <a:p>
            <a:pPr lvl="1"/>
            <a:r>
              <a:rPr lang="nl-BE" altLang="nl-NL"/>
              <a:t>Roteer de cilinder </a:t>
            </a:r>
            <a:br>
              <a:rPr lang="nl-BE" altLang="nl-NL"/>
            </a:br>
            <a:r>
              <a:rPr lang="nl-BE" altLang="nl-NL"/>
              <a:t>éérst over de hoek </a:t>
            </a:r>
            <a:r>
              <a:rPr lang="nl-BE" altLang="nl-NL">
                <a:sym typeface="Symbol" panose="05050102010706020507" pitchFamily="18" charset="2"/>
              </a:rPr>
              <a:t></a:t>
            </a:r>
            <a:endParaRPr lang="nl-BE" altLang="nl-NL"/>
          </a:p>
          <a:p>
            <a:pPr lvl="1"/>
            <a:endParaRPr lang="nl-BE" altLang="nl-NL"/>
          </a:p>
          <a:p>
            <a:pPr lvl="1"/>
            <a:r>
              <a:rPr lang="nl-BE" altLang="nl-NL"/>
              <a:t>Roteer de cilinder daarna </a:t>
            </a:r>
            <a:br>
              <a:rPr lang="nl-BE" altLang="nl-NL"/>
            </a:br>
            <a:r>
              <a:rPr lang="nl-BE" altLang="nl-NL"/>
              <a:t>over de hoek </a:t>
            </a:r>
            <a:r>
              <a:rPr lang="nl-BE" altLang="nl-NL">
                <a:sym typeface="Symbol" panose="05050102010706020507" pitchFamily="18" charset="2"/>
              </a:rPr>
              <a:t></a:t>
            </a:r>
            <a:endParaRPr lang="nl-BE" altLang="nl-NL"/>
          </a:p>
          <a:p>
            <a:endParaRPr lang="nl-BE" altLang="nl-NL">
              <a:ea typeface="ＭＳ Ｐゴシック" panose="020B0600070205080204" pitchFamily="34" charset="-128"/>
            </a:endParaRPr>
          </a:p>
          <a:p>
            <a:pPr lvl="1"/>
            <a:endParaRPr lang="nl-BE" altLang="nl-NL"/>
          </a:p>
          <a:p>
            <a:endParaRPr lang="nl-BE" altLang="nl-NL">
              <a:ea typeface="ＭＳ Ｐゴシック" panose="020B0600070205080204" pitchFamily="34" charset="-128"/>
            </a:endParaRPr>
          </a:p>
        </p:txBody>
      </p:sp>
      <p:sp>
        <p:nvSpPr>
          <p:cNvPr id="4" name="Footer Placeholder 3">
            <a:extLst>
              <a:ext uri="{FF2B5EF4-FFF2-40B4-BE49-F238E27FC236}">
                <a16:creationId xmlns:a16="http://schemas.microsoft.com/office/drawing/2014/main" id="{0644A5C1-41E8-47BE-8DE1-772B15EECC1B}"/>
              </a:ext>
            </a:extLst>
          </p:cNvPr>
          <p:cNvSpPr>
            <a:spLocks noGrp="1"/>
          </p:cNvSpPr>
          <p:nvPr>
            <p:ph type="ftr" sz="quarter" idx="11"/>
          </p:nvPr>
        </p:nvSpPr>
        <p:spPr/>
        <p:txBody>
          <a:bodyPr/>
          <a:lstStyle/>
          <a:p>
            <a:pPr>
              <a:defRPr/>
            </a:pPr>
            <a:r>
              <a:rPr lang="nl-BE"/>
              <a:t>Practicum Computer Graphics: Bollen &amp; Cilinders</a:t>
            </a:r>
            <a:endParaRPr lang="en-GB" dirty="0"/>
          </a:p>
        </p:txBody>
      </p:sp>
      <p:sp>
        <p:nvSpPr>
          <p:cNvPr id="21508" name="Slide Number Placeholder 4">
            <a:extLst>
              <a:ext uri="{FF2B5EF4-FFF2-40B4-BE49-F238E27FC236}">
                <a16:creationId xmlns:a16="http://schemas.microsoft.com/office/drawing/2014/main" id="{D090C4EA-A02D-4502-A0B4-D38D4A2E55E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lnSpc>
                <a:spcPct val="81000"/>
              </a:lnSpc>
              <a:spcAft>
                <a:spcPts val="1413"/>
              </a:spcAft>
              <a:buClr>
                <a:srgbClr val="053A60"/>
              </a:buClr>
              <a:buSzPct val="100000"/>
              <a:buFont typeface="Arial" panose="020B0604020202020204" pitchFamily="34" charset="0"/>
              <a:buChar char="•"/>
              <a:tabLst>
                <a:tab pos="723900" algn="l"/>
              </a:tabLst>
              <a:defRPr sz="2400" b="1">
                <a:solidFill>
                  <a:srgbClr val="003D64"/>
                </a:solidFill>
                <a:latin typeface="FreeSans" pitchFamily="32" charset="0"/>
                <a:ea typeface="ＭＳ Ｐゴシック" panose="020B0600070205080204" pitchFamily="34" charset="-128"/>
                <a:cs typeface="WenQuanYi Zen Hei" charset="0"/>
              </a:defRPr>
            </a:lvl1pPr>
            <a:lvl2pPr>
              <a:lnSpc>
                <a:spcPct val="81000"/>
              </a:lnSpc>
              <a:spcAft>
                <a:spcPts val="1138"/>
              </a:spcAft>
              <a:buClr>
                <a:srgbClr val="053A60"/>
              </a:buClr>
              <a:buSzPct val="100000"/>
              <a:buFont typeface="Times New Roman" panose="02020603050405020304" pitchFamily="18" charset="0"/>
              <a:buChar char="–"/>
              <a:tabLst>
                <a:tab pos="723900" algn="l"/>
              </a:tabLst>
              <a:defRPr sz="2200">
                <a:solidFill>
                  <a:srgbClr val="003D64"/>
                </a:solidFill>
                <a:latin typeface="FreeSans" pitchFamily="32" charset="0"/>
                <a:ea typeface="WenQuanYi Zen Hei" charset="0"/>
                <a:cs typeface="WenQuanYi Zen Hei" charset="0"/>
              </a:defRPr>
            </a:lvl2pPr>
            <a:lvl3pPr>
              <a:lnSpc>
                <a:spcPct val="81000"/>
              </a:lnSpc>
              <a:spcAft>
                <a:spcPts val="850"/>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3pPr>
            <a:lvl4pPr>
              <a:lnSpc>
                <a:spcPct val="81000"/>
              </a:lnSpc>
              <a:spcAft>
                <a:spcPts val="575"/>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4pPr>
            <a:lvl5pPr>
              <a:lnSpc>
                <a:spcPct val="81000"/>
              </a:lnSpc>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5pPr>
            <a:lvl6pPr marL="25146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6pPr>
            <a:lvl7pPr marL="29718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7pPr>
            <a:lvl8pPr marL="34290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8pPr>
            <a:lvl9pPr marL="38862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9pPr>
          </a:lstStyle>
          <a:p>
            <a:pPr>
              <a:lnSpc>
                <a:spcPct val="108000"/>
              </a:lnSpc>
              <a:spcAft>
                <a:spcPct val="0"/>
              </a:spcAft>
              <a:buClr>
                <a:srgbClr val="000000"/>
              </a:buClr>
              <a:buFont typeface="Times New Roman" panose="02020603050405020304" pitchFamily="18" charset="0"/>
              <a:buNone/>
            </a:pPr>
            <a:fld id="{B8BB3B25-6F46-4291-807E-BDB5E8E1CAFD}" type="slidenum">
              <a:rPr lang="en-GB" altLang="nl-NL" sz="1400" b="0">
                <a:solidFill>
                  <a:srgbClr val="FFFFFF"/>
                </a:solidFill>
              </a:rPr>
              <a:pPr>
                <a:lnSpc>
                  <a:spcPct val="108000"/>
                </a:lnSpc>
                <a:spcAft>
                  <a:spcPct val="0"/>
                </a:spcAft>
                <a:buClr>
                  <a:srgbClr val="000000"/>
                </a:buClr>
                <a:buFont typeface="Times New Roman" panose="02020603050405020304" pitchFamily="18" charset="0"/>
                <a:buNone/>
              </a:pPr>
              <a:t>6</a:t>
            </a:fld>
            <a:endParaRPr lang="en-GB" altLang="nl-NL" sz="1400" b="0">
              <a:solidFill>
                <a:srgbClr val="FFFFFF"/>
              </a:solidFill>
            </a:endParaRPr>
          </a:p>
        </p:txBody>
      </p:sp>
      <p:pic>
        <p:nvPicPr>
          <p:cNvPr id="21509" name="Picture 29">
            <a:extLst>
              <a:ext uri="{FF2B5EF4-FFF2-40B4-BE49-F238E27FC236}">
                <a16:creationId xmlns:a16="http://schemas.microsoft.com/office/drawing/2014/main" id="{2EB63770-27C6-45E6-8907-E4E976FF77BE}"/>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611313" y="2136775"/>
            <a:ext cx="23622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1510" name="Group 9">
            <a:extLst>
              <a:ext uri="{FF2B5EF4-FFF2-40B4-BE49-F238E27FC236}">
                <a16:creationId xmlns:a16="http://schemas.microsoft.com/office/drawing/2014/main" id="{39B62A48-3475-49A5-8D34-C788F3DAB031}"/>
              </a:ext>
            </a:extLst>
          </p:cNvPr>
          <p:cNvGrpSpPr>
            <a:grpSpLocks/>
          </p:cNvGrpSpPr>
          <p:nvPr/>
        </p:nvGrpSpPr>
        <p:grpSpPr bwMode="auto">
          <a:xfrm>
            <a:off x="6040438" y="1993900"/>
            <a:ext cx="3810000" cy="3067050"/>
            <a:chOff x="5897568" y="3708399"/>
            <a:chExt cx="3810000" cy="3067050"/>
          </a:xfrm>
        </p:grpSpPr>
        <p:pic>
          <p:nvPicPr>
            <p:cNvPr id="21517" name="Picture 10" descr="spherical-coords.png">
              <a:extLst>
                <a:ext uri="{FF2B5EF4-FFF2-40B4-BE49-F238E27FC236}">
                  <a16:creationId xmlns:a16="http://schemas.microsoft.com/office/drawing/2014/main" id="{50535B00-DA53-43C9-9014-5A50EDC5D3A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897568" y="3708399"/>
              <a:ext cx="3810000" cy="306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8" name="Rectangle 11">
              <a:extLst>
                <a:ext uri="{FF2B5EF4-FFF2-40B4-BE49-F238E27FC236}">
                  <a16:creationId xmlns:a16="http://schemas.microsoft.com/office/drawing/2014/main" id="{B98472E3-88A1-4FF4-B949-A94AF27E18CD}"/>
                </a:ext>
              </a:extLst>
            </p:cNvPr>
            <p:cNvSpPr>
              <a:spLocks noChangeArrowheads="1"/>
            </p:cNvSpPr>
            <p:nvPr/>
          </p:nvSpPr>
          <p:spPr bwMode="auto">
            <a:xfrm>
              <a:off x="8397898" y="3994151"/>
              <a:ext cx="571504" cy="428628"/>
            </a:xfrm>
            <a:prstGeom prst="rect">
              <a:avLst/>
            </a:prstGeom>
            <a:solidFill>
              <a:schemeClr val="bg1"/>
            </a:solidFill>
            <a:ln w="9525">
              <a:solidFill>
                <a:schemeClr val="bg1"/>
              </a:solidFill>
              <a:round/>
              <a:headEnd/>
              <a:tailEnd/>
            </a:ln>
          </p:spPr>
          <p:txBody>
            <a:bodyPr/>
            <a:lstStyle/>
            <a:p>
              <a:pPr eaLnBrk="1">
                <a:lnSpc>
                  <a:spcPct val="93000"/>
                </a:lnSpc>
                <a:buClr>
                  <a:srgbClr val="000000"/>
                </a:buClr>
                <a:buSzPct val="100000"/>
                <a:buFont typeface="Times New Roman" panose="02020603050405020304" pitchFamily="18" charset="0"/>
                <a:buNone/>
              </a:pPr>
              <a:endParaRPr lang="nl-BE" altLang="nl-NL"/>
            </a:p>
          </p:txBody>
        </p:sp>
      </p:grpSp>
      <p:grpSp>
        <p:nvGrpSpPr>
          <p:cNvPr id="21511" name="Group 68">
            <a:extLst>
              <a:ext uri="{FF2B5EF4-FFF2-40B4-BE49-F238E27FC236}">
                <a16:creationId xmlns:a16="http://schemas.microsoft.com/office/drawing/2014/main" id="{ABDB1842-13CC-4963-9BAE-F4EA869FA482}"/>
              </a:ext>
            </a:extLst>
          </p:cNvPr>
          <p:cNvGrpSpPr>
            <a:grpSpLocks/>
          </p:cNvGrpSpPr>
          <p:nvPr/>
        </p:nvGrpSpPr>
        <p:grpSpPr bwMode="auto">
          <a:xfrm>
            <a:off x="8540750" y="2565400"/>
            <a:ext cx="323850" cy="307975"/>
            <a:chOff x="7897802" y="4637090"/>
            <a:chExt cx="324158" cy="307780"/>
          </a:xfrm>
        </p:grpSpPr>
        <p:sp>
          <p:nvSpPr>
            <p:cNvPr id="21515" name="TextBox 66">
              <a:extLst>
                <a:ext uri="{FF2B5EF4-FFF2-40B4-BE49-F238E27FC236}">
                  <a16:creationId xmlns:a16="http://schemas.microsoft.com/office/drawing/2014/main" id="{1C5AE43C-A8D5-469A-AC61-13098A75BD8C}"/>
                </a:ext>
              </a:extLst>
            </p:cNvPr>
            <p:cNvSpPr txBox="1">
              <a:spLocks noChangeArrowheads="1"/>
            </p:cNvSpPr>
            <p:nvPr/>
          </p:nvSpPr>
          <p:spPr bwMode="auto">
            <a:xfrm>
              <a:off x="7897832" y="4637093"/>
              <a:ext cx="32412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nl-BE" altLang="nl-NL" sz="1400"/>
                <a:t>p</a:t>
              </a:r>
              <a:r>
                <a:rPr lang="nl-BE" altLang="nl-NL" sz="1400" baseline="-25000"/>
                <a:t>r</a:t>
              </a:r>
            </a:p>
          </p:txBody>
        </p:sp>
        <p:sp>
          <p:nvSpPr>
            <p:cNvPr id="21516" name="Oval 67">
              <a:extLst>
                <a:ext uri="{FF2B5EF4-FFF2-40B4-BE49-F238E27FC236}">
                  <a16:creationId xmlns:a16="http://schemas.microsoft.com/office/drawing/2014/main" id="{02E0DC3D-68CA-43A4-8BBD-7F3F4D27A867}"/>
                </a:ext>
              </a:extLst>
            </p:cNvPr>
            <p:cNvSpPr>
              <a:spLocks noChangeArrowheads="1"/>
            </p:cNvSpPr>
            <p:nvPr/>
          </p:nvSpPr>
          <p:spPr bwMode="auto">
            <a:xfrm>
              <a:off x="7897802" y="4637090"/>
              <a:ext cx="71438" cy="71438"/>
            </a:xfrm>
            <a:prstGeom prst="ellipse">
              <a:avLst/>
            </a:prstGeom>
            <a:solidFill>
              <a:schemeClr val="tx1"/>
            </a:solidFill>
            <a:ln w="9525">
              <a:solidFill>
                <a:schemeClr val="tx1"/>
              </a:solidFill>
              <a:round/>
              <a:headEnd/>
              <a:tailEnd/>
            </a:ln>
          </p:spPr>
          <p:txBody>
            <a:bodyPr/>
            <a:lstStyle/>
            <a:p>
              <a:pPr eaLnBrk="1">
                <a:lnSpc>
                  <a:spcPct val="93000"/>
                </a:lnSpc>
                <a:buClr>
                  <a:srgbClr val="000000"/>
                </a:buClr>
                <a:buSzPct val="100000"/>
                <a:buFont typeface="Times New Roman" panose="02020603050405020304" pitchFamily="18" charset="0"/>
                <a:buNone/>
              </a:pPr>
              <a:endParaRPr lang="nl-BE" altLang="nl-NL"/>
            </a:p>
          </p:txBody>
        </p:sp>
      </p:grpSp>
      <p:sp>
        <p:nvSpPr>
          <p:cNvPr id="21512" name="Rectangle 2">
            <a:extLst>
              <a:ext uri="{FF2B5EF4-FFF2-40B4-BE49-F238E27FC236}">
                <a16:creationId xmlns:a16="http://schemas.microsoft.com/office/drawing/2014/main" id="{BCE3FA31-BE30-4E6A-A348-70C8DFD29FF9}"/>
              </a:ext>
            </a:extLst>
          </p:cNvPr>
          <p:cNvSpPr>
            <a:spLocks noChangeArrowheads="1"/>
          </p:cNvSpPr>
          <p:nvPr/>
        </p:nvSpPr>
        <p:spPr bwMode="auto">
          <a:xfrm>
            <a:off x="0" y="0"/>
            <a:ext cx="10080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nl-BE" altLang="nl-NL"/>
          </a:p>
        </p:txBody>
      </p:sp>
      <p:pic>
        <p:nvPicPr>
          <p:cNvPr id="21513" name="Picture 1">
            <a:extLst>
              <a:ext uri="{FF2B5EF4-FFF2-40B4-BE49-F238E27FC236}">
                <a16:creationId xmlns:a16="http://schemas.microsoft.com/office/drawing/2014/main" id="{ABB3B654-8E74-45D7-86EE-CDB2E1A5E3C9}"/>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611313" y="2994025"/>
            <a:ext cx="22479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4" name="Rectangle 3">
            <a:extLst>
              <a:ext uri="{FF2B5EF4-FFF2-40B4-BE49-F238E27FC236}">
                <a16:creationId xmlns:a16="http://schemas.microsoft.com/office/drawing/2014/main" id="{B193512D-0FAD-43FB-BFE2-F45D89135A2E}"/>
              </a:ext>
            </a:extLst>
          </p:cNvPr>
          <p:cNvSpPr>
            <a:spLocks noChangeArrowheads="1"/>
          </p:cNvSpPr>
          <p:nvPr/>
        </p:nvSpPr>
        <p:spPr bwMode="auto">
          <a:xfrm>
            <a:off x="0" y="838200"/>
            <a:ext cx="10080625"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nl-BE" altLang="nl-NL"/>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a:extLst>
              <a:ext uri="{FF2B5EF4-FFF2-40B4-BE49-F238E27FC236}">
                <a16:creationId xmlns:a16="http://schemas.microsoft.com/office/drawing/2014/main" id="{747FB461-396F-476D-AC09-C351674643FB}"/>
              </a:ext>
            </a:extLst>
          </p:cNvPr>
          <p:cNvSpPr>
            <a:spLocks noGrp="1"/>
          </p:cNvSpPr>
          <p:nvPr>
            <p:ph type="title"/>
          </p:nvPr>
        </p:nvSpPr>
        <p:spPr/>
        <p:txBody>
          <a:bodyPr/>
          <a:lstStyle/>
          <a:p>
            <a:r>
              <a:rPr lang="nl-BE" altLang="nl-NL">
                <a:ea typeface="ＭＳ Ｐゴシック" panose="020B0600070205080204" pitchFamily="34" charset="-128"/>
              </a:rPr>
              <a:t>Genereren van cilinders</a:t>
            </a:r>
          </a:p>
        </p:txBody>
      </p:sp>
      <p:sp>
        <p:nvSpPr>
          <p:cNvPr id="3" name="Content Placeholder 2">
            <a:extLst>
              <a:ext uri="{FF2B5EF4-FFF2-40B4-BE49-F238E27FC236}">
                <a16:creationId xmlns:a16="http://schemas.microsoft.com/office/drawing/2014/main" id="{92D0E057-B8C4-4DA6-B7C5-E933D2322561}"/>
              </a:ext>
            </a:extLst>
          </p:cNvPr>
          <p:cNvSpPr>
            <a:spLocks noGrp="1"/>
          </p:cNvSpPr>
          <p:nvPr>
            <p:ph idx="1"/>
          </p:nvPr>
        </p:nvSpPr>
        <p:spPr>
          <a:xfrm>
            <a:off x="503238" y="1260475"/>
            <a:ext cx="5894387" cy="4162425"/>
          </a:xfrm>
        </p:spPr>
        <p:txBody>
          <a:bodyPr/>
          <a:lstStyle/>
          <a:p>
            <a:r>
              <a:rPr lang="nl-BE" altLang="nl-NL">
                <a:ea typeface="ＭＳ Ｐゴシック" panose="020B0600070205080204" pitchFamily="34" charset="-128"/>
              </a:rPr>
              <a:t>Verplaats de cilinder naar de juiste positie</a:t>
            </a:r>
          </a:p>
          <a:p>
            <a:pPr lvl="1"/>
            <a:endParaRPr lang="nl-BE" altLang="nl-NL"/>
          </a:p>
          <a:p>
            <a:pPr lvl="1"/>
            <a:r>
              <a:rPr lang="nl-BE" altLang="nl-NL"/>
              <a:t>Het grondvlak van de cilinder gaat door de oorsprong</a:t>
            </a:r>
          </a:p>
          <a:p>
            <a:pPr lvl="1"/>
            <a:endParaRPr lang="nl-BE" altLang="nl-NL"/>
          </a:p>
          <a:p>
            <a:pPr lvl="1"/>
            <a:r>
              <a:rPr lang="nl-BE" altLang="nl-NL"/>
              <a:t>Na translatie moet het grondvlak het punt p</a:t>
            </a:r>
            <a:r>
              <a:rPr lang="nl-BE" altLang="nl-NL" baseline="-25000"/>
              <a:t>1</a:t>
            </a:r>
            <a:r>
              <a:rPr lang="nl-BE" altLang="nl-NL"/>
              <a:t> bevatten</a:t>
            </a:r>
          </a:p>
          <a:p>
            <a:pPr lvl="1"/>
            <a:endParaRPr lang="nl-BE" altLang="nl-NL"/>
          </a:p>
          <a:p>
            <a:pPr lvl="1">
              <a:buFont typeface="Wingdings" panose="05000000000000000000" pitchFamily="2" charset="2"/>
              <a:buChar char="à"/>
            </a:pPr>
            <a:r>
              <a:rPr lang="nl-BE" altLang="nl-NL"/>
              <a:t>Verplaats over de vector</a:t>
            </a:r>
          </a:p>
          <a:p>
            <a:endParaRPr lang="nl-BE" altLang="nl-NL">
              <a:ea typeface="ＭＳ Ｐゴシック" panose="020B0600070205080204" pitchFamily="34" charset="-128"/>
            </a:endParaRPr>
          </a:p>
          <a:p>
            <a:endParaRPr lang="nl-BE" altLang="nl-NL">
              <a:ea typeface="ＭＳ Ｐゴシック" panose="020B0600070205080204" pitchFamily="34" charset="-128"/>
            </a:endParaRPr>
          </a:p>
          <a:p>
            <a:endParaRPr lang="nl-BE" altLang="nl-NL">
              <a:ea typeface="ＭＳ Ｐゴシック" panose="020B0600070205080204" pitchFamily="34" charset="-128"/>
            </a:endParaRPr>
          </a:p>
          <a:p>
            <a:endParaRPr lang="nl-BE" altLang="nl-NL">
              <a:ea typeface="ＭＳ Ｐゴシック" panose="020B0600070205080204" pitchFamily="34" charset="-128"/>
            </a:endParaRPr>
          </a:p>
        </p:txBody>
      </p:sp>
      <p:sp>
        <p:nvSpPr>
          <p:cNvPr id="4" name="Footer Placeholder 3">
            <a:extLst>
              <a:ext uri="{FF2B5EF4-FFF2-40B4-BE49-F238E27FC236}">
                <a16:creationId xmlns:a16="http://schemas.microsoft.com/office/drawing/2014/main" id="{B2F3D8E2-3B8E-47C2-B9B6-9E6F0E78B083}"/>
              </a:ext>
            </a:extLst>
          </p:cNvPr>
          <p:cNvSpPr>
            <a:spLocks noGrp="1"/>
          </p:cNvSpPr>
          <p:nvPr>
            <p:ph type="ftr" sz="quarter" idx="11"/>
          </p:nvPr>
        </p:nvSpPr>
        <p:spPr/>
        <p:txBody>
          <a:bodyPr/>
          <a:lstStyle/>
          <a:p>
            <a:pPr>
              <a:defRPr/>
            </a:pPr>
            <a:r>
              <a:rPr lang="nl-BE"/>
              <a:t>Practicum Computer Graphics: Bollen &amp; Cilinders</a:t>
            </a:r>
            <a:endParaRPr lang="en-GB" dirty="0"/>
          </a:p>
        </p:txBody>
      </p:sp>
      <p:sp>
        <p:nvSpPr>
          <p:cNvPr id="22532" name="Slide Number Placeholder 4">
            <a:extLst>
              <a:ext uri="{FF2B5EF4-FFF2-40B4-BE49-F238E27FC236}">
                <a16:creationId xmlns:a16="http://schemas.microsoft.com/office/drawing/2014/main" id="{2CE38DF7-5364-4846-9762-61DDE7F847C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lnSpc>
                <a:spcPct val="81000"/>
              </a:lnSpc>
              <a:spcAft>
                <a:spcPts val="1413"/>
              </a:spcAft>
              <a:buClr>
                <a:srgbClr val="053A60"/>
              </a:buClr>
              <a:buSzPct val="100000"/>
              <a:buFont typeface="Arial" panose="020B0604020202020204" pitchFamily="34" charset="0"/>
              <a:buChar char="•"/>
              <a:tabLst>
                <a:tab pos="723900" algn="l"/>
              </a:tabLst>
              <a:defRPr sz="2400" b="1">
                <a:solidFill>
                  <a:srgbClr val="003D64"/>
                </a:solidFill>
                <a:latin typeface="FreeSans" pitchFamily="32" charset="0"/>
                <a:ea typeface="ＭＳ Ｐゴシック" panose="020B0600070205080204" pitchFamily="34" charset="-128"/>
                <a:cs typeface="WenQuanYi Zen Hei" charset="0"/>
              </a:defRPr>
            </a:lvl1pPr>
            <a:lvl2pPr>
              <a:lnSpc>
                <a:spcPct val="81000"/>
              </a:lnSpc>
              <a:spcAft>
                <a:spcPts val="1138"/>
              </a:spcAft>
              <a:buClr>
                <a:srgbClr val="053A60"/>
              </a:buClr>
              <a:buSzPct val="100000"/>
              <a:buFont typeface="Times New Roman" panose="02020603050405020304" pitchFamily="18" charset="0"/>
              <a:buChar char="–"/>
              <a:tabLst>
                <a:tab pos="723900" algn="l"/>
              </a:tabLst>
              <a:defRPr sz="2200">
                <a:solidFill>
                  <a:srgbClr val="003D64"/>
                </a:solidFill>
                <a:latin typeface="FreeSans" pitchFamily="32" charset="0"/>
                <a:ea typeface="WenQuanYi Zen Hei" charset="0"/>
                <a:cs typeface="WenQuanYi Zen Hei" charset="0"/>
              </a:defRPr>
            </a:lvl2pPr>
            <a:lvl3pPr>
              <a:lnSpc>
                <a:spcPct val="81000"/>
              </a:lnSpc>
              <a:spcAft>
                <a:spcPts val="850"/>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3pPr>
            <a:lvl4pPr>
              <a:lnSpc>
                <a:spcPct val="81000"/>
              </a:lnSpc>
              <a:spcAft>
                <a:spcPts val="575"/>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4pPr>
            <a:lvl5pPr>
              <a:lnSpc>
                <a:spcPct val="81000"/>
              </a:lnSpc>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5pPr>
            <a:lvl6pPr marL="25146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6pPr>
            <a:lvl7pPr marL="29718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7pPr>
            <a:lvl8pPr marL="34290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8pPr>
            <a:lvl9pPr marL="38862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9pPr>
          </a:lstStyle>
          <a:p>
            <a:pPr>
              <a:lnSpc>
                <a:spcPct val="108000"/>
              </a:lnSpc>
              <a:spcAft>
                <a:spcPct val="0"/>
              </a:spcAft>
              <a:buClr>
                <a:srgbClr val="000000"/>
              </a:buClr>
              <a:buFont typeface="Times New Roman" panose="02020603050405020304" pitchFamily="18" charset="0"/>
              <a:buNone/>
            </a:pPr>
            <a:fld id="{EC15D710-BB3F-4889-8DDE-A3659F725005}" type="slidenum">
              <a:rPr lang="en-GB" altLang="nl-NL" sz="1400" b="0">
                <a:solidFill>
                  <a:srgbClr val="FFFFFF"/>
                </a:solidFill>
              </a:rPr>
              <a:pPr>
                <a:lnSpc>
                  <a:spcPct val="108000"/>
                </a:lnSpc>
                <a:spcAft>
                  <a:spcPct val="0"/>
                </a:spcAft>
                <a:buClr>
                  <a:srgbClr val="000000"/>
                </a:buClr>
                <a:buFont typeface="Times New Roman" panose="02020603050405020304" pitchFamily="18" charset="0"/>
                <a:buNone/>
              </a:pPr>
              <a:t>7</a:t>
            </a:fld>
            <a:endParaRPr lang="en-GB" altLang="nl-NL" sz="1400" b="0">
              <a:solidFill>
                <a:srgbClr val="FFFFFF"/>
              </a:solidFill>
            </a:endParaRPr>
          </a:p>
        </p:txBody>
      </p:sp>
      <p:grpSp>
        <p:nvGrpSpPr>
          <p:cNvPr id="22533" name="Group 48">
            <a:extLst>
              <a:ext uri="{FF2B5EF4-FFF2-40B4-BE49-F238E27FC236}">
                <a16:creationId xmlns:a16="http://schemas.microsoft.com/office/drawing/2014/main" id="{1F00AE2B-6986-4FD8-97CB-67349A77177C}"/>
              </a:ext>
            </a:extLst>
          </p:cNvPr>
          <p:cNvGrpSpPr>
            <a:grpSpLocks/>
          </p:cNvGrpSpPr>
          <p:nvPr/>
        </p:nvGrpSpPr>
        <p:grpSpPr bwMode="auto">
          <a:xfrm>
            <a:off x="7040563" y="1851025"/>
            <a:ext cx="2857500" cy="3071813"/>
            <a:chOff x="6662710" y="2351077"/>
            <a:chExt cx="1806626" cy="1940149"/>
          </a:xfrm>
        </p:grpSpPr>
        <p:cxnSp>
          <p:nvCxnSpPr>
            <p:cNvPr id="22548" name="Straight Arrow Connector 40">
              <a:extLst>
                <a:ext uri="{FF2B5EF4-FFF2-40B4-BE49-F238E27FC236}">
                  <a16:creationId xmlns:a16="http://schemas.microsoft.com/office/drawing/2014/main" id="{71E45A41-1488-456A-9387-0B0D051EBF58}"/>
                </a:ext>
              </a:extLst>
            </p:cNvPr>
            <p:cNvCxnSpPr>
              <a:cxnSpLocks noChangeShapeType="1"/>
            </p:cNvCxnSpPr>
            <p:nvPr/>
          </p:nvCxnSpPr>
          <p:spPr bwMode="auto">
            <a:xfrm>
              <a:off x="6897700" y="3779837"/>
              <a:ext cx="1571636" cy="1588"/>
            </a:xfrm>
            <a:prstGeom prst="straightConnector1">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cxnSp>
        <p:sp>
          <p:nvSpPr>
            <p:cNvPr id="22549" name="TextBox 52">
              <a:extLst>
                <a:ext uri="{FF2B5EF4-FFF2-40B4-BE49-F238E27FC236}">
                  <a16:creationId xmlns:a16="http://schemas.microsoft.com/office/drawing/2014/main" id="{91FC47D0-AE19-4E65-BA9E-D2DFFA7896C6}"/>
                </a:ext>
              </a:extLst>
            </p:cNvPr>
            <p:cNvSpPr txBox="1">
              <a:spLocks noChangeArrowheads="1"/>
            </p:cNvSpPr>
            <p:nvPr/>
          </p:nvSpPr>
          <p:spPr bwMode="auto">
            <a:xfrm>
              <a:off x="6720990" y="3941976"/>
              <a:ext cx="30008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a:lnSpc>
                  <a:spcPct val="93000"/>
                </a:lnSpc>
                <a:buClr>
                  <a:srgbClr val="000000"/>
                </a:buClr>
                <a:buSzPct val="100000"/>
                <a:buFont typeface="Times New Roman" panose="02020603050405020304" pitchFamily="18" charset="0"/>
                <a:buNone/>
              </a:pPr>
              <a:r>
                <a:rPr lang="nl-BE" altLang="nl-NL"/>
                <a:t>x</a:t>
              </a:r>
            </a:p>
          </p:txBody>
        </p:sp>
        <p:cxnSp>
          <p:nvCxnSpPr>
            <p:cNvPr id="22550" name="Straight Arrow Connector 41">
              <a:extLst>
                <a:ext uri="{FF2B5EF4-FFF2-40B4-BE49-F238E27FC236}">
                  <a16:creationId xmlns:a16="http://schemas.microsoft.com/office/drawing/2014/main" id="{CD890CE5-0217-4845-8DE7-619E356B317B}"/>
                </a:ext>
              </a:extLst>
            </p:cNvPr>
            <p:cNvCxnSpPr>
              <a:cxnSpLocks noChangeShapeType="1"/>
            </p:cNvCxnSpPr>
            <p:nvPr/>
          </p:nvCxnSpPr>
          <p:spPr bwMode="auto">
            <a:xfrm rot="5400000" flipH="1" flipV="1">
              <a:off x="6183321" y="3065457"/>
              <a:ext cx="1428761" cy="2"/>
            </a:xfrm>
            <a:prstGeom prst="straightConnector1">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cxnSp>
        <p:sp>
          <p:nvSpPr>
            <p:cNvPr id="22551" name="TextBox 53">
              <a:extLst>
                <a:ext uri="{FF2B5EF4-FFF2-40B4-BE49-F238E27FC236}">
                  <a16:creationId xmlns:a16="http://schemas.microsoft.com/office/drawing/2014/main" id="{3AB4177C-6881-4677-B008-E62E74675D1F}"/>
                </a:ext>
              </a:extLst>
            </p:cNvPr>
            <p:cNvSpPr txBox="1">
              <a:spLocks noChangeArrowheads="1"/>
            </p:cNvSpPr>
            <p:nvPr/>
          </p:nvSpPr>
          <p:spPr bwMode="auto">
            <a:xfrm>
              <a:off x="8112146" y="3779837"/>
              <a:ext cx="300038" cy="3499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a:lnSpc>
                  <a:spcPct val="93000"/>
                </a:lnSpc>
                <a:buClr>
                  <a:srgbClr val="000000"/>
                </a:buClr>
                <a:buSzPct val="100000"/>
                <a:buFont typeface="Times New Roman" panose="02020603050405020304" pitchFamily="18" charset="0"/>
                <a:buNone/>
              </a:pPr>
              <a:r>
                <a:rPr lang="nl-BE" altLang="nl-NL"/>
                <a:t>y</a:t>
              </a:r>
            </a:p>
          </p:txBody>
        </p:sp>
        <p:cxnSp>
          <p:nvCxnSpPr>
            <p:cNvPr id="22552" name="Straight Arrow Connector 46">
              <a:extLst>
                <a:ext uri="{FF2B5EF4-FFF2-40B4-BE49-F238E27FC236}">
                  <a16:creationId xmlns:a16="http://schemas.microsoft.com/office/drawing/2014/main" id="{E43D8347-14EC-4993-952A-385E467CC768}"/>
                </a:ext>
              </a:extLst>
            </p:cNvPr>
            <p:cNvCxnSpPr>
              <a:cxnSpLocks noChangeShapeType="1"/>
            </p:cNvCxnSpPr>
            <p:nvPr/>
          </p:nvCxnSpPr>
          <p:spPr bwMode="auto">
            <a:xfrm rot="5400000">
              <a:off x="6619593" y="3822954"/>
              <a:ext cx="321228" cy="234994"/>
            </a:xfrm>
            <a:prstGeom prst="straightConnector1">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cxnSp>
        <p:sp>
          <p:nvSpPr>
            <p:cNvPr id="22553" name="TextBox 54">
              <a:extLst>
                <a:ext uri="{FF2B5EF4-FFF2-40B4-BE49-F238E27FC236}">
                  <a16:creationId xmlns:a16="http://schemas.microsoft.com/office/drawing/2014/main" id="{FA9D043B-6350-4587-B5A5-EDA4F5AF8330}"/>
                </a:ext>
              </a:extLst>
            </p:cNvPr>
            <p:cNvSpPr txBox="1">
              <a:spLocks noChangeArrowheads="1"/>
            </p:cNvSpPr>
            <p:nvPr/>
          </p:nvSpPr>
          <p:spPr bwMode="auto">
            <a:xfrm>
              <a:off x="6897700" y="2422515"/>
              <a:ext cx="300080" cy="349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a:lnSpc>
                  <a:spcPct val="93000"/>
                </a:lnSpc>
                <a:buClr>
                  <a:srgbClr val="000000"/>
                </a:buClr>
                <a:buSzPct val="100000"/>
                <a:buFont typeface="Times New Roman" panose="02020603050405020304" pitchFamily="18" charset="0"/>
                <a:buNone/>
              </a:pPr>
              <a:r>
                <a:rPr lang="nl-BE" altLang="nl-NL"/>
                <a:t>z</a:t>
              </a:r>
            </a:p>
          </p:txBody>
        </p:sp>
      </p:grpSp>
      <p:grpSp>
        <p:nvGrpSpPr>
          <p:cNvPr id="6" name="Group 22">
            <a:extLst>
              <a:ext uri="{FF2B5EF4-FFF2-40B4-BE49-F238E27FC236}">
                <a16:creationId xmlns:a16="http://schemas.microsoft.com/office/drawing/2014/main" id="{B0CF4392-ED9F-484C-A928-04879146018D}"/>
              </a:ext>
            </a:extLst>
          </p:cNvPr>
          <p:cNvGrpSpPr>
            <a:grpSpLocks/>
          </p:cNvGrpSpPr>
          <p:nvPr/>
        </p:nvGrpSpPr>
        <p:grpSpPr bwMode="auto">
          <a:xfrm>
            <a:off x="6969125" y="3351213"/>
            <a:ext cx="1922463" cy="639762"/>
            <a:chOff x="3671837" y="4525360"/>
            <a:chExt cx="1922563" cy="640450"/>
          </a:xfrm>
        </p:grpSpPr>
        <p:sp>
          <p:nvSpPr>
            <p:cNvPr id="22546" name="Can 41">
              <a:extLst>
                <a:ext uri="{FF2B5EF4-FFF2-40B4-BE49-F238E27FC236}">
                  <a16:creationId xmlns:a16="http://schemas.microsoft.com/office/drawing/2014/main" id="{0656A422-56A2-4A65-8B90-EE262B2D6876}"/>
                </a:ext>
              </a:extLst>
            </p:cNvPr>
            <p:cNvSpPr>
              <a:spLocks noChangeArrowheads="1"/>
            </p:cNvSpPr>
            <p:nvPr/>
          </p:nvSpPr>
          <p:spPr bwMode="auto">
            <a:xfrm rot="3074990">
              <a:off x="4312894" y="3884304"/>
              <a:ext cx="640449" cy="1922563"/>
            </a:xfrm>
            <a:prstGeom prst="can">
              <a:avLst>
                <a:gd name="adj" fmla="val 80106"/>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1">
                <a:lnSpc>
                  <a:spcPct val="93000"/>
                </a:lnSpc>
                <a:buClr>
                  <a:srgbClr val="000000"/>
                </a:buClr>
                <a:buSzPct val="100000"/>
                <a:buFont typeface="Times New Roman" panose="02020603050405020304" pitchFamily="18" charset="0"/>
                <a:buNone/>
              </a:pPr>
              <a:endParaRPr lang="nl-BE" altLang="nl-NL"/>
            </a:p>
          </p:txBody>
        </p:sp>
        <p:sp>
          <p:nvSpPr>
            <p:cNvPr id="22547" name="Can 42">
              <a:extLst>
                <a:ext uri="{FF2B5EF4-FFF2-40B4-BE49-F238E27FC236}">
                  <a16:creationId xmlns:a16="http://schemas.microsoft.com/office/drawing/2014/main" id="{274F6621-C257-4B64-A902-D6DF01AE356B}"/>
                </a:ext>
              </a:extLst>
            </p:cNvPr>
            <p:cNvSpPr>
              <a:spLocks noChangeArrowheads="1"/>
            </p:cNvSpPr>
            <p:nvPr/>
          </p:nvSpPr>
          <p:spPr bwMode="auto">
            <a:xfrm rot="-7725010">
              <a:off x="4312885" y="3884319"/>
              <a:ext cx="640448" cy="1922530"/>
            </a:xfrm>
            <a:prstGeom prst="can">
              <a:avLst>
                <a:gd name="adj" fmla="val 80105"/>
              </a:avLst>
            </a:prstGeom>
            <a:noFill/>
            <a:ln w="28575">
              <a:solidFill>
                <a:schemeClr val="tx1"/>
              </a:solidFill>
              <a:prstDash val="sysDash"/>
              <a:round/>
              <a:headEnd/>
              <a:tailEnd/>
            </a:ln>
            <a:extLst>
              <a:ext uri="{909E8E84-426E-40DD-AFC4-6F175D3DCCD1}">
                <a14:hiddenFill xmlns:a14="http://schemas.microsoft.com/office/drawing/2010/main">
                  <a:solidFill>
                    <a:srgbClr val="FFFFFF"/>
                  </a:solidFill>
                </a14:hiddenFill>
              </a:ext>
            </a:extLst>
          </p:spPr>
          <p:txBody>
            <a:bodyPr/>
            <a:lstStyle/>
            <a:p>
              <a:pPr eaLnBrk="1">
                <a:lnSpc>
                  <a:spcPct val="93000"/>
                </a:lnSpc>
                <a:buClr>
                  <a:srgbClr val="000000"/>
                </a:buClr>
                <a:buSzPct val="100000"/>
                <a:buFont typeface="Times New Roman" panose="02020603050405020304" pitchFamily="18" charset="0"/>
                <a:buNone/>
              </a:pPr>
              <a:endParaRPr lang="nl-BE" altLang="nl-NL"/>
            </a:p>
          </p:txBody>
        </p:sp>
      </p:grpSp>
      <p:sp>
        <p:nvSpPr>
          <p:cNvPr id="22535" name="Oval 43">
            <a:extLst>
              <a:ext uri="{FF2B5EF4-FFF2-40B4-BE49-F238E27FC236}">
                <a16:creationId xmlns:a16="http://schemas.microsoft.com/office/drawing/2014/main" id="{3895C061-C694-4C27-8164-CB408188B754}"/>
              </a:ext>
            </a:extLst>
          </p:cNvPr>
          <p:cNvSpPr>
            <a:spLocks noChangeArrowheads="1"/>
          </p:cNvSpPr>
          <p:nvPr/>
        </p:nvSpPr>
        <p:spPr bwMode="auto">
          <a:xfrm>
            <a:off x="9337675" y="4505325"/>
            <a:ext cx="71438" cy="71438"/>
          </a:xfrm>
          <a:prstGeom prst="ellipse">
            <a:avLst/>
          </a:prstGeom>
          <a:solidFill>
            <a:schemeClr val="tx1"/>
          </a:solidFill>
          <a:ln w="9525">
            <a:solidFill>
              <a:schemeClr val="tx1"/>
            </a:solidFill>
            <a:round/>
            <a:headEnd/>
            <a:tailEnd/>
          </a:ln>
        </p:spPr>
        <p:txBody>
          <a:bodyPr/>
          <a:lstStyle/>
          <a:p>
            <a:pPr eaLnBrk="1">
              <a:lnSpc>
                <a:spcPct val="93000"/>
              </a:lnSpc>
              <a:buClr>
                <a:srgbClr val="000000"/>
              </a:buClr>
              <a:buSzPct val="100000"/>
              <a:buFont typeface="Times New Roman" panose="02020603050405020304" pitchFamily="18" charset="0"/>
              <a:buNone/>
            </a:pPr>
            <a:endParaRPr lang="nl-BE" altLang="nl-NL"/>
          </a:p>
        </p:txBody>
      </p:sp>
      <p:sp>
        <p:nvSpPr>
          <p:cNvPr id="22536" name="Oval 44">
            <a:extLst>
              <a:ext uri="{FF2B5EF4-FFF2-40B4-BE49-F238E27FC236}">
                <a16:creationId xmlns:a16="http://schemas.microsoft.com/office/drawing/2014/main" id="{83123B29-3ACC-49B6-9D91-0486C35908AA}"/>
              </a:ext>
            </a:extLst>
          </p:cNvPr>
          <p:cNvSpPr>
            <a:spLocks noChangeArrowheads="1"/>
          </p:cNvSpPr>
          <p:nvPr/>
        </p:nvSpPr>
        <p:spPr bwMode="auto">
          <a:xfrm>
            <a:off x="8194675" y="5432425"/>
            <a:ext cx="71438" cy="71438"/>
          </a:xfrm>
          <a:prstGeom prst="ellipse">
            <a:avLst/>
          </a:prstGeom>
          <a:solidFill>
            <a:schemeClr val="tx1"/>
          </a:solidFill>
          <a:ln w="9525">
            <a:solidFill>
              <a:schemeClr val="tx1"/>
            </a:solidFill>
            <a:round/>
            <a:headEnd/>
            <a:tailEnd/>
          </a:ln>
        </p:spPr>
        <p:txBody>
          <a:bodyPr/>
          <a:lstStyle/>
          <a:p>
            <a:pPr eaLnBrk="1">
              <a:lnSpc>
                <a:spcPct val="93000"/>
              </a:lnSpc>
              <a:buClr>
                <a:srgbClr val="000000"/>
              </a:buClr>
              <a:buSzPct val="100000"/>
              <a:buFont typeface="Times New Roman" panose="02020603050405020304" pitchFamily="18" charset="0"/>
              <a:buNone/>
            </a:pPr>
            <a:endParaRPr lang="nl-BE" altLang="nl-NL"/>
          </a:p>
        </p:txBody>
      </p:sp>
      <p:cxnSp>
        <p:nvCxnSpPr>
          <p:cNvPr id="22537" name="Straight Connector 45">
            <a:extLst>
              <a:ext uri="{FF2B5EF4-FFF2-40B4-BE49-F238E27FC236}">
                <a16:creationId xmlns:a16="http://schemas.microsoft.com/office/drawing/2014/main" id="{A00836F2-381A-40E4-824D-53B5F67FD734}"/>
              </a:ext>
            </a:extLst>
          </p:cNvPr>
          <p:cNvCxnSpPr>
            <a:cxnSpLocks noChangeShapeType="1"/>
            <a:stCxn id="22535" idx="3"/>
            <a:endCxn id="22536" idx="7"/>
          </p:cNvCxnSpPr>
          <p:nvPr/>
        </p:nvCxnSpPr>
        <p:spPr bwMode="auto">
          <a:xfrm rot="5400000">
            <a:off x="8362156" y="4458494"/>
            <a:ext cx="877888" cy="1092200"/>
          </a:xfrm>
          <a:prstGeom prst="line">
            <a:avLst/>
          </a:prstGeom>
          <a:noFill/>
          <a:ln w="12700">
            <a:solidFill>
              <a:schemeClr val="tx1"/>
            </a:solidFill>
            <a:prstDash val="sysDash"/>
            <a:round/>
            <a:headEnd/>
            <a:tailEnd/>
          </a:ln>
          <a:extLst>
            <a:ext uri="{909E8E84-426E-40DD-AFC4-6F175D3DCCD1}">
              <a14:hiddenFill xmlns:a14="http://schemas.microsoft.com/office/drawing/2010/main">
                <a:noFill/>
              </a14:hiddenFill>
            </a:ext>
          </a:extLst>
        </p:spPr>
      </p:cxnSp>
      <p:sp>
        <p:nvSpPr>
          <p:cNvPr id="22538" name="TextBox 46">
            <a:extLst>
              <a:ext uri="{FF2B5EF4-FFF2-40B4-BE49-F238E27FC236}">
                <a16:creationId xmlns:a16="http://schemas.microsoft.com/office/drawing/2014/main" id="{5725F5D2-7CA0-49B9-92CC-522D903CD921}"/>
              </a:ext>
            </a:extLst>
          </p:cNvPr>
          <p:cNvSpPr txBox="1">
            <a:spLocks noChangeArrowheads="1"/>
          </p:cNvSpPr>
          <p:nvPr/>
        </p:nvSpPr>
        <p:spPr bwMode="auto">
          <a:xfrm>
            <a:off x="9337675" y="4433888"/>
            <a:ext cx="350838"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nl-BE" altLang="nl-NL" sz="1400"/>
              <a:t>p</a:t>
            </a:r>
            <a:r>
              <a:rPr lang="nl-BE" altLang="nl-NL" sz="1400" baseline="-25000"/>
              <a:t>2</a:t>
            </a:r>
          </a:p>
        </p:txBody>
      </p:sp>
      <p:sp>
        <p:nvSpPr>
          <p:cNvPr id="22539" name="TextBox 47">
            <a:extLst>
              <a:ext uri="{FF2B5EF4-FFF2-40B4-BE49-F238E27FC236}">
                <a16:creationId xmlns:a16="http://schemas.microsoft.com/office/drawing/2014/main" id="{F51DB145-8101-4A88-99AE-6526B29F6A83}"/>
              </a:ext>
            </a:extLst>
          </p:cNvPr>
          <p:cNvSpPr txBox="1">
            <a:spLocks noChangeArrowheads="1"/>
          </p:cNvSpPr>
          <p:nvPr/>
        </p:nvSpPr>
        <p:spPr bwMode="auto">
          <a:xfrm>
            <a:off x="8183563" y="5422900"/>
            <a:ext cx="3508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nl-BE" altLang="nl-NL" sz="1400"/>
              <a:t>p</a:t>
            </a:r>
            <a:r>
              <a:rPr lang="nl-BE" altLang="nl-NL" sz="1400" baseline="-25000"/>
              <a:t>1</a:t>
            </a:r>
          </a:p>
        </p:txBody>
      </p:sp>
      <p:sp>
        <p:nvSpPr>
          <p:cNvPr id="22540" name="Rectangle 2">
            <a:extLst>
              <a:ext uri="{FF2B5EF4-FFF2-40B4-BE49-F238E27FC236}">
                <a16:creationId xmlns:a16="http://schemas.microsoft.com/office/drawing/2014/main" id="{2A165F36-1E30-4E56-ACA4-0F7D2BE2613E}"/>
              </a:ext>
            </a:extLst>
          </p:cNvPr>
          <p:cNvSpPr>
            <a:spLocks noChangeArrowheads="1"/>
          </p:cNvSpPr>
          <p:nvPr/>
        </p:nvSpPr>
        <p:spPr bwMode="auto">
          <a:xfrm>
            <a:off x="0" y="0"/>
            <a:ext cx="10080625"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nl-BE" altLang="nl-NL"/>
          </a:p>
        </p:txBody>
      </p:sp>
      <p:pic>
        <p:nvPicPr>
          <p:cNvPr id="59393" name="Picture 1">
            <a:extLst>
              <a:ext uri="{FF2B5EF4-FFF2-40B4-BE49-F238E27FC236}">
                <a16:creationId xmlns:a16="http://schemas.microsoft.com/office/drawing/2014/main" id="{715C5AD5-515F-471D-B980-35B2F6AD7240}"/>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325938" y="4637088"/>
            <a:ext cx="2667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42" name="Rectangle 4">
            <a:extLst>
              <a:ext uri="{FF2B5EF4-FFF2-40B4-BE49-F238E27FC236}">
                <a16:creationId xmlns:a16="http://schemas.microsoft.com/office/drawing/2014/main" id="{6728ABEB-E3DB-4423-BF41-646D4D5E6299}"/>
              </a:ext>
            </a:extLst>
          </p:cNvPr>
          <p:cNvSpPr>
            <a:spLocks noChangeArrowheads="1"/>
          </p:cNvSpPr>
          <p:nvPr/>
        </p:nvSpPr>
        <p:spPr bwMode="auto">
          <a:xfrm>
            <a:off x="0" y="0"/>
            <a:ext cx="10080625"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nl-BE" altLang="nl-NL"/>
          </a:p>
        </p:txBody>
      </p:sp>
      <p:grpSp>
        <p:nvGrpSpPr>
          <p:cNvPr id="7" name="Group 44">
            <a:extLst>
              <a:ext uri="{FF2B5EF4-FFF2-40B4-BE49-F238E27FC236}">
                <a16:creationId xmlns:a16="http://schemas.microsoft.com/office/drawing/2014/main" id="{8725FBE2-39AA-4E32-B9D4-478E08E037F1}"/>
              </a:ext>
            </a:extLst>
          </p:cNvPr>
          <p:cNvGrpSpPr>
            <a:grpSpLocks/>
          </p:cNvGrpSpPr>
          <p:nvPr/>
        </p:nvGrpSpPr>
        <p:grpSpPr bwMode="auto">
          <a:xfrm>
            <a:off x="7397750" y="4065588"/>
            <a:ext cx="831850" cy="1366837"/>
            <a:chOff x="7397769" y="4065590"/>
            <a:chExt cx="832000" cy="1367583"/>
          </a:xfrm>
        </p:grpSpPr>
        <p:cxnSp>
          <p:nvCxnSpPr>
            <p:cNvPr id="22544" name="Straight Arrow Connector 24">
              <a:extLst>
                <a:ext uri="{FF2B5EF4-FFF2-40B4-BE49-F238E27FC236}">
                  <a16:creationId xmlns:a16="http://schemas.microsoft.com/office/drawing/2014/main" id="{1DC587AD-1F98-4859-99B9-93495AF33DD5}"/>
                </a:ext>
              </a:extLst>
            </p:cNvPr>
            <p:cNvCxnSpPr>
              <a:cxnSpLocks noChangeShapeType="1"/>
              <a:endCxn id="22536" idx="0"/>
            </p:cNvCxnSpPr>
            <p:nvPr/>
          </p:nvCxnSpPr>
          <p:spPr bwMode="auto">
            <a:xfrm rot="16200000" flipH="1">
              <a:off x="7129977" y="4333382"/>
              <a:ext cx="1367583" cy="832000"/>
            </a:xfrm>
            <a:prstGeom prst="straightConnector1">
              <a:avLst/>
            </a:prstGeom>
            <a:noFill/>
            <a:ln w="38100">
              <a:solidFill>
                <a:schemeClr val="tx1"/>
              </a:solidFill>
              <a:prstDash val="dash"/>
              <a:round/>
              <a:headEnd/>
              <a:tailEnd type="arrow" w="med" len="med"/>
            </a:ln>
            <a:extLst>
              <a:ext uri="{909E8E84-426E-40DD-AFC4-6F175D3DCCD1}">
                <a14:hiddenFill xmlns:a14="http://schemas.microsoft.com/office/drawing/2010/main">
                  <a:noFill/>
                </a14:hiddenFill>
              </a:ext>
            </a:extLst>
          </p:spPr>
        </p:cxnSp>
        <p:pic>
          <p:nvPicPr>
            <p:cNvPr id="22545" name="Picture 3">
              <a:extLst>
                <a:ext uri="{FF2B5EF4-FFF2-40B4-BE49-F238E27FC236}">
                  <a16:creationId xmlns:a16="http://schemas.microsoft.com/office/drawing/2014/main" id="{3779DA52-E832-4E00-9528-C5A7F7FFFC59}"/>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469204" y="4708531"/>
              <a:ext cx="2667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3">
                                            <p:txEl>
                                              <p:pRg st="6" end="6"/>
                                            </p:txEl>
                                          </p:spTgt>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9393"/>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0" presetClass="entr" presetSubtype="0" fill="hold"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1000"/>
                                        <p:tgtEl>
                                          <p:spTgt spid="7"/>
                                        </p:tgtEl>
                                      </p:cBhvr>
                                    </p:animEffect>
                                  </p:childTnLst>
                                </p:cTn>
                              </p:par>
                            </p:childTnLst>
                          </p:cTn>
                        </p:par>
                        <p:par>
                          <p:cTn id="27" fill="hold" nodeType="afterGroup">
                            <p:stCondLst>
                              <p:cond delay="1000"/>
                            </p:stCondLst>
                            <p:childTnLst>
                              <p:par>
                                <p:cTn id="28" presetID="42" presetClass="path" presetSubtype="0" accel="50000" decel="50000" fill="hold" nodeType="afterEffect">
                                  <p:stCondLst>
                                    <p:cond delay="0"/>
                                  </p:stCondLst>
                                  <p:childTnLst>
                                    <p:animMotion origin="layout" path="M 1.01983E-6 1.64392E-6 L 0.08483 0.17636 " pathEditMode="relative" rAng="0" ptsTypes="AA">
                                      <p:cBhvr>
                                        <p:cTn id="29" dur="2000" fill="hold"/>
                                        <p:tgtEl>
                                          <p:spTgt spid="6"/>
                                        </p:tgtEl>
                                        <p:attrNameLst>
                                          <p:attrName>ppt_x</p:attrName>
                                          <p:attrName>ppt_y</p:attrName>
                                        </p:attrNameLst>
                                      </p:cBhvr>
                                      <p:rCtr x="4234" y="881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a:extLst>
              <a:ext uri="{FF2B5EF4-FFF2-40B4-BE49-F238E27FC236}">
                <a16:creationId xmlns:a16="http://schemas.microsoft.com/office/drawing/2014/main" id="{3D363B86-7E85-4484-ABF2-18828973AD64}"/>
              </a:ext>
            </a:extLst>
          </p:cNvPr>
          <p:cNvSpPr>
            <a:spLocks noGrp="1"/>
          </p:cNvSpPr>
          <p:nvPr>
            <p:ph type="title"/>
          </p:nvPr>
        </p:nvSpPr>
        <p:spPr/>
        <p:txBody>
          <a:bodyPr/>
          <a:lstStyle/>
          <a:p>
            <a:r>
              <a:rPr lang="nl-BE" altLang="nl-NL">
                <a:ea typeface="ＭＳ Ｐゴシック" panose="020B0600070205080204" pitchFamily="34" charset="-128"/>
              </a:rPr>
              <a:t>Bollen &amp; Cilinders</a:t>
            </a:r>
          </a:p>
        </p:txBody>
      </p:sp>
      <p:sp>
        <p:nvSpPr>
          <p:cNvPr id="11267" name="Content Placeholder 2">
            <a:extLst>
              <a:ext uri="{FF2B5EF4-FFF2-40B4-BE49-F238E27FC236}">
                <a16:creationId xmlns:a16="http://schemas.microsoft.com/office/drawing/2014/main" id="{F38C4919-2BD4-4BB7-95AC-BA16DCCDAAF1}"/>
              </a:ext>
            </a:extLst>
          </p:cNvPr>
          <p:cNvSpPr>
            <a:spLocks noGrp="1"/>
          </p:cNvSpPr>
          <p:nvPr>
            <p:ph idx="1"/>
          </p:nvPr>
        </p:nvSpPr>
        <p:spPr/>
        <p:txBody>
          <a:bodyPr/>
          <a:lstStyle/>
          <a:p>
            <a:r>
              <a:rPr lang="nl-BE" altLang="nl-NL">
                <a:ea typeface="ＭＳ Ｐゴシック" panose="020B0600070205080204" pitchFamily="34" charset="-128"/>
              </a:rPr>
              <a:t>Tips</a:t>
            </a:r>
          </a:p>
          <a:p>
            <a:endParaRPr lang="nl-BE" altLang="nl-NL">
              <a:ea typeface="ＭＳ Ｐゴシック" panose="020B0600070205080204" pitchFamily="34" charset="-128"/>
            </a:endParaRPr>
          </a:p>
          <a:p>
            <a:pPr lvl="1"/>
            <a:r>
              <a:rPr lang="nl-BE" altLang="nl-NL"/>
              <a:t>Gebruik voor deze opgave cilinders zonder boven en ondervlak. Deze vlakken zouden normaliter toch niet zichtbaar mogen zijn en op deze manier vermijd je artefacten in de uiteindelijke image.</a:t>
            </a:r>
          </a:p>
          <a:p>
            <a:pPr lvl="2"/>
            <a:r>
              <a:rPr lang="nl-BE" altLang="nl-NL"/>
              <a:t>Vb: </a:t>
            </a:r>
          </a:p>
          <a:p>
            <a:pPr lvl="1"/>
            <a:endParaRPr lang="nl-BE" altLang="nl-NL"/>
          </a:p>
          <a:p>
            <a:pPr lvl="1"/>
            <a:r>
              <a:rPr lang="nl-BE" altLang="nl-NL"/>
              <a:t>Als alle vorige opgaves correct werden geïmplementeerd zou deze opgave geen grote uitdaging mogen zijn. Als je toch in de problemen komt is de kans zéér groot dat je ergens een fout hebt gemaakt in één van de vorige opgaves.</a:t>
            </a:r>
          </a:p>
          <a:p>
            <a:pPr lvl="1"/>
            <a:endParaRPr lang="nl-BE" altLang="nl-NL"/>
          </a:p>
        </p:txBody>
      </p:sp>
      <p:sp>
        <p:nvSpPr>
          <p:cNvPr id="4" name="Footer Placeholder 3">
            <a:extLst>
              <a:ext uri="{FF2B5EF4-FFF2-40B4-BE49-F238E27FC236}">
                <a16:creationId xmlns:a16="http://schemas.microsoft.com/office/drawing/2014/main" id="{3E3F64EF-6AC3-472A-A7EC-65A31B55044F}"/>
              </a:ext>
            </a:extLst>
          </p:cNvPr>
          <p:cNvSpPr>
            <a:spLocks noGrp="1"/>
          </p:cNvSpPr>
          <p:nvPr>
            <p:ph type="ftr" sz="quarter" idx="11"/>
          </p:nvPr>
        </p:nvSpPr>
        <p:spPr/>
        <p:txBody>
          <a:bodyPr/>
          <a:lstStyle/>
          <a:p>
            <a:pPr>
              <a:defRPr/>
            </a:pPr>
            <a:r>
              <a:rPr lang="nl-BE"/>
              <a:t>Practicum Computer Graphics: Bollen &amp; Cilinders</a:t>
            </a:r>
            <a:endParaRPr lang="en-GB" dirty="0"/>
          </a:p>
        </p:txBody>
      </p:sp>
      <p:sp>
        <p:nvSpPr>
          <p:cNvPr id="23556" name="Slide Number Placeholder 4">
            <a:extLst>
              <a:ext uri="{FF2B5EF4-FFF2-40B4-BE49-F238E27FC236}">
                <a16:creationId xmlns:a16="http://schemas.microsoft.com/office/drawing/2014/main" id="{0D829FBF-9897-4DBD-AD5E-4B330A952D2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lnSpc>
                <a:spcPct val="81000"/>
              </a:lnSpc>
              <a:spcAft>
                <a:spcPts val="1413"/>
              </a:spcAft>
              <a:buClr>
                <a:srgbClr val="053A60"/>
              </a:buClr>
              <a:buSzPct val="100000"/>
              <a:buFont typeface="Arial" panose="020B0604020202020204" pitchFamily="34" charset="0"/>
              <a:buChar char="•"/>
              <a:tabLst>
                <a:tab pos="723900" algn="l"/>
              </a:tabLst>
              <a:defRPr sz="2400" b="1">
                <a:solidFill>
                  <a:srgbClr val="003D64"/>
                </a:solidFill>
                <a:latin typeface="FreeSans" pitchFamily="32" charset="0"/>
                <a:ea typeface="ＭＳ Ｐゴシック" panose="020B0600070205080204" pitchFamily="34" charset="-128"/>
                <a:cs typeface="WenQuanYi Zen Hei" charset="0"/>
              </a:defRPr>
            </a:lvl1pPr>
            <a:lvl2pPr>
              <a:lnSpc>
                <a:spcPct val="81000"/>
              </a:lnSpc>
              <a:spcAft>
                <a:spcPts val="1138"/>
              </a:spcAft>
              <a:buClr>
                <a:srgbClr val="053A60"/>
              </a:buClr>
              <a:buSzPct val="100000"/>
              <a:buFont typeface="Times New Roman" panose="02020603050405020304" pitchFamily="18" charset="0"/>
              <a:buChar char="–"/>
              <a:tabLst>
                <a:tab pos="723900" algn="l"/>
              </a:tabLst>
              <a:defRPr sz="2200">
                <a:solidFill>
                  <a:srgbClr val="003D64"/>
                </a:solidFill>
                <a:latin typeface="FreeSans" pitchFamily="32" charset="0"/>
                <a:ea typeface="WenQuanYi Zen Hei" charset="0"/>
                <a:cs typeface="WenQuanYi Zen Hei" charset="0"/>
              </a:defRPr>
            </a:lvl2pPr>
            <a:lvl3pPr>
              <a:lnSpc>
                <a:spcPct val="81000"/>
              </a:lnSpc>
              <a:spcAft>
                <a:spcPts val="850"/>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3pPr>
            <a:lvl4pPr>
              <a:lnSpc>
                <a:spcPct val="81000"/>
              </a:lnSpc>
              <a:spcAft>
                <a:spcPts val="575"/>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4pPr>
            <a:lvl5pPr>
              <a:lnSpc>
                <a:spcPct val="81000"/>
              </a:lnSpc>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5pPr>
            <a:lvl6pPr marL="25146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6pPr>
            <a:lvl7pPr marL="29718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7pPr>
            <a:lvl8pPr marL="34290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8pPr>
            <a:lvl9pPr marL="38862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9pPr>
          </a:lstStyle>
          <a:p>
            <a:pPr>
              <a:lnSpc>
                <a:spcPct val="108000"/>
              </a:lnSpc>
              <a:spcAft>
                <a:spcPct val="0"/>
              </a:spcAft>
              <a:buClr>
                <a:srgbClr val="000000"/>
              </a:buClr>
              <a:buFont typeface="Times New Roman" panose="02020603050405020304" pitchFamily="18" charset="0"/>
              <a:buNone/>
            </a:pPr>
            <a:fld id="{8777ACD9-2B80-482C-BFE7-118F13F77EB3}" type="slidenum">
              <a:rPr lang="en-GB" altLang="nl-NL" sz="1400" b="0">
                <a:solidFill>
                  <a:srgbClr val="FFFFFF"/>
                </a:solidFill>
              </a:rPr>
              <a:pPr>
                <a:lnSpc>
                  <a:spcPct val="108000"/>
                </a:lnSpc>
                <a:spcAft>
                  <a:spcPct val="0"/>
                </a:spcAft>
                <a:buClr>
                  <a:srgbClr val="000000"/>
                </a:buClr>
                <a:buFont typeface="Times New Roman" panose="02020603050405020304" pitchFamily="18" charset="0"/>
                <a:buNone/>
              </a:pPr>
              <a:t>8</a:t>
            </a:fld>
            <a:endParaRPr lang="en-GB" altLang="nl-NL" sz="1400" b="0">
              <a:solidFill>
                <a:srgbClr val="FFFFFF"/>
              </a:solidFill>
            </a:endParaRPr>
          </a:p>
        </p:txBody>
      </p:sp>
      <p:sp>
        <p:nvSpPr>
          <p:cNvPr id="6" name="Rectangle 5">
            <a:extLst>
              <a:ext uri="{FF2B5EF4-FFF2-40B4-BE49-F238E27FC236}">
                <a16:creationId xmlns:a16="http://schemas.microsoft.com/office/drawing/2014/main" id="{A3A3AE7C-DB07-4250-BC05-3ECB8559FE37}"/>
              </a:ext>
            </a:extLst>
          </p:cNvPr>
          <p:cNvSpPr>
            <a:spLocks noChangeArrowheads="1"/>
          </p:cNvSpPr>
          <p:nvPr/>
        </p:nvSpPr>
        <p:spPr bwMode="auto">
          <a:xfrm>
            <a:off x="2111375" y="3208338"/>
            <a:ext cx="8305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nl-BE" altLang="nl-NL" sz="1400">
                <a:solidFill>
                  <a:srgbClr val="005032"/>
                </a:solidFill>
                <a:latin typeface="Courier New" panose="02070309020205020404" pitchFamily="49" charset="0"/>
              </a:rPr>
              <a:t>Figure</a:t>
            </a:r>
            <a:r>
              <a:rPr lang="nl-BE" altLang="nl-NL" sz="1400">
                <a:latin typeface="Courier New" panose="02070309020205020404" pitchFamily="49" charset="0"/>
              </a:rPr>
              <a:t> </a:t>
            </a:r>
            <a:r>
              <a:rPr lang="nl-BE" altLang="nl-NL" sz="1400" b="1">
                <a:latin typeface="Courier New" panose="02070309020205020404" pitchFamily="49" charset="0"/>
              </a:rPr>
              <a:t>createCylinder</a:t>
            </a:r>
            <a:r>
              <a:rPr lang="nl-BE" altLang="nl-NL" sz="1400">
                <a:latin typeface="Courier New" panose="02070309020205020404" pitchFamily="49" charset="0"/>
              </a:rPr>
              <a:t>(</a:t>
            </a:r>
            <a:r>
              <a:rPr lang="nl-BE" altLang="nl-NL" sz="1400" b="1">
                <a:solidFill>
                  <a:srgbClr val="7F0055"/>
                </a:solidFill>
                <a:latin typeface="Courier New" panose="02070309020205020404" pitchFamily="49" charset="0"/>
              </a:rPr>
              <a:t>int</a:t>
            </a:r>
            <a:r>
              <a:rPr lang="nl-BE" altLang="nl-NL" sz="1400">
                <a:latin typeface="Courier New" panose="02070309020205020404" pitchFamily="49" charset="0"/>
              </a:rPr>
              <a:t> n, </a:t>
            </a:r>
            <a:r>
              <a:rPr lang="nl-BE" altLang="nl-NL" sz="1400" b="1">
                <a:solidFill>
                  <a:srgbClr val="7F0055"/>
                </a:solidFill>
                <a:latin typeface="Courier New" panose="02070309020205020404" pitchFamily="49" charset="0"/>
              </a:rPr>
              <a:t>double</a:t>
            </a:r>
            <a:r>
              <a:rPr lang="nl-BE" altLang="nl-NL" sz="1400">
                <a:latin typeface="Courier New" panose="02070309020205020404" pitchFamily="49" charset="0"/>
              </a:rPr>
              <a:t> h, </a:t>
            </a:r>
            <a:r>
              <a:rPr lang="nl-BE" altLang="nl-NL" sz="1400" b="1">
                <a:solidFill>
                  <a:srgbClr val="7F0055"/>
                </a:solidFill>
                <a:latin typeface="Courier New" panose="02070309020205020404" pitchFamily="49" charset="0"/>
              </a:rPr>
              <a:t>bool</a:t>
            </a:r>
            <a:r>
              <a:rPr lang="nl-BE" altLang="nl-NL" sz="1400">
                <a:latin typeface="Courier New" panose="02070309020205020404" pitchFamily="49" charset="0"/>
              </a:rPr>
              <a:t> genTAndB = </a:t>
            </a:r>
            <a:r>
              <a:rPr lang="nl-BE" altLang="nl-NL" sz="1400" b="1">
                <a:solidFill>
                  <a:srgbClr val="7F0055"/>
                </a:solidFill>
                <a:latin typeface="Courier New" panose="02070309020205020404" pitchFamily="49" charset="0"/>
              </a:rPr>
              <a:t>true</a:t>
            </a:r>
            <a:r>
              <a:rPr lang="nl-BE" altLang="nl-NL" sz="1400">
                <a:latin typeface="Courier New" panose="02070309020205020404" pitchFamily="49" charset="0"/>
              </a:rPr>
              <a:t>);</a:t>
            </a:r>
            <a:endParaRPr lang="nl-BE" altLang="nl-NL" sz="1400"/>
          </a:p>
        </p:txBody>
      </p:sp>
      <p:sp>
        <p:nvSpPr>
          <p:cNvPr id="7" name="Rectangle 6">
            <a:extLst>
              <a:ext uri="{FF2B5EF4-FFF2-40B4-BE49-F238E27FC236}">
                <a16:creationId xmlns:a16="http://schemas.microsoft.com/office/drawing/2014/main" id="{7EF4AD34-C94F-48E6-9754-A82F2044033A}"/>
              </a:ext>
            </a:extLst>
          </p:cNvPr>
          <p:cNvSpPr>
            <a:spLocks noChangeArrowheads="1"/>
          </p:cNvSpPr>
          <p:nvPr/>
        </p:nvSpPr>
        <p:spPr bwMode="auto">
          <a:xfrm>
            <a:off x="2111375" y="3208338"/>
            <a:ext cx="52863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nl-BE" altLang="nl-NL" sz="1400">
                <a:solidFill>
                  <a:srgbClr val="005032"/>
                </a:solidFill>
                <a:latin typeface="Courier New" panose="02070309020205020404" pitchFamily="49" charset="0"/>
              </a:rPr>
              <a:t>Figure </a:t>
            </a:r>
            <a:r>
              <a:rPr lang="nl-BE" altLang="nl-NL" sz="1400" b="1">
                <a:latin typeface="Courier New" panose="02070309020205020404" pitchFamily="49" charset="0"/>
              </a:rPr>
              <a:t>createCylinder</a:t>
            </a:r>
            <a:r>
              <a:rPr lang="nl-BE" altLang="nl-NL" sz="1400">
                <a:latin typeface="Courier New" panose="02070309020205020404" pitchFamily="49" charset="0"/>
              </a:rPr>
              <a:t>(</a:t>
            </a:r>
            <a:r>
              <a:rPr lang="nl-BE" altLang="nl-NL" sz="1400" b="1">
                <a:solidFill>
                  <a:srgbClr val="7F0055"/>
                </a:solidFill>
                <a:latin typeface="Courier New" panose="02070309020205020404" pitchFamily="49" charset="0"/>
              </a:rPr>
              <a:t>int</a:t>
            </a:r>
            <a:r>
              <a:rPr lang="nl-BE" altLang="nl-NL" sz="1400">
                <a:latin typeface="Courier New" panose="02070309020205020404" pitchFamily="49" charset="0"/>
              </a:rPr>
              <a:t> n, </a:t>
            </a:r>
            <a:r>
              <a:rPr lang="nl-BE" altLang="nl-NL" sz="1400" b="1">
                <a:solidFill>
                  <a:srgbClr val="7F0055"/>
                </a:solidFill>
                <a:latin typeface="Courier New" panose="02070309020205020404" pitchFamily="49" charset="0"/>
              </a:rPr>
              <a:t>double</a:t>
            </a:r>
            <a:r>
              <a:rPr lang="nl-BE" altLang="nl-NL" sz="1400">
                <a:latin typeface="Courier New" panose="02070309020205020404" pitchFamily="49" charset="0"/>
              </a:rPr>
              <a:t> h);</a:t>
            </a:r>
            <a:endParaRPr lang="nl-BE" altLang="nl-NL" sz="140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67">
                                            <p:txEl>
                                              <p:pRg st="3" end="3"/>
                                            </p:txEl>
                                          </p:spTgt>
                                        </p:tgtEl>
                                        <p:attrNameLst>
                                          <p:attrName>style.visibility</p:attrName>
                                        </p:attrNameLst>
                                      </p:cBhvr>
                                      <p:to>
                                        <p:strVal val="visible"/>
                                      </p:to>
                                    </p:set>
                                  </p:childTnLst>
                                </p:cTn>
                              </p:par>
                              <p:par>
                                <p:cTn id="7" presetID="10"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animEffect transition="in" filter="fade">
                                      <p:cBhvr>
                                        <p:cTn id="9" dur="500"/>
                                        <p:tgtEl>
                                          <p:spTgt spid="7"/>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10" presetClass="exit" presetSubtype="0" fill="hold" grpId="1" nodeType="clickEffect">
                                  <p:stCondLst>
                                    <p:cond delay="0"/>
                                  </p:stCondLst>
                                  <p:childTnLst>
                                    <p:animEffect transition="out" filter="fade">
                                      <p:cBhvr>
                                        <p:cTn id="13" dur="500"/>
                                        <p:tgtEl>
                                          <p:spTgt spid="7"/>
                                        </p:tgtEl>
                                      </p:cBhvr>
                                    </p:animEffect>
                                    <p:set>
                                      <p:cBhvr>
                                        <p:cTn id="14" dur="1" fill="hold">
                                          <p:stCondLst>
                                            <p:cond delay="499"/>
                                          </p:stCondLst>
                                        </p:cTn>
                                        <p:tgtEl>
                                          <p:spTgt spid="7"/>
                                        </p:tgtEl>
                                        <p:attrNameLst>
                                          <p:attrName>style.visibility</p:attrName>
                                        </p:attrNameLst>
                                      </p:cBhvr>
                                      <p:to>
                                        <p:strVal val="hidden"/>
                                      </p:to>
                                    </p:se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126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p:bldP spid="6" grpId="0"/>
      <p:bldP spid="7" grpId="0"/>
      <p:bldP spid="7"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4A30B7F-D373-42CC-9492-5056DBC96143}"/>
              </a:ext>
            </a:extLst>
          </p:cNvPr>
          <p:cNvSpPr>
            <a:spLocks noGrp="1"/>
          </p:cNvSpPr>
          <p:nvPr>
            <p:ph type="title"/>
          </p:nvPr>
        </p:nvSpPr>
        <p:spPr/>
        <p:txBody>
          <a:bodyPr/>
          <a:lstStyle/>
          <a:p>
            <a:r>
              <a:rPr lang="nl-BE" altLang="nl-NL" dirty="0">
                <a:ea typeface="ＭＳ Ｐゴシック" panose="020B0600070205080204" pitchFamily="34" charset="-128"/>
              </a:rPr>
              <a:t>Uitbreiding Texture Mapping: Cube Mapping</a:t>
            </a:r>
          </a:p>
        </p:txBody>
      </p:sp>
      <p:sp>
        <p:nvSpPr>
          <p:cNvPr id="17410" name="Content Placeholder 2">
            <a:extLst>
              <a:ext uri="{FF2B5EF4-FFF2-40B4-BE49-F238E27FC236}">
                <a16:creationId xmlns:a16="http://schemas.microsoft.com/office/drawing/2014/main" id="{BE285499-5337-4D77-B034-CD16793644FB}"/>
              </a:ext>
            </a:extLst>
          </p:cNvPr>
          <p:cNvSpPr>
            <a:spLocks noGrp="1"/>
          </p:cNvSpPr>
          <p:nvPr>
            <p:ph idx="1"/>
          </p:nvPr>
        </p:nvSpPr>
        <p:spPr/>
        <p:txBody>
          <a:bodyPr/>
          <a:lstStyle/>
          <a:p>
            <a:r>
              <a:rPr lang="nl-BE" altLang="nl-NL" dirty="0">
                <a:ea typeface="ＭＳ Ｐゴシック" panose="020B0600070205080204" pitchFamily="34" charset="-128"/>
              </a:rPr>
              <a:t>Opdracht: Implementeer cube mapping voor alle figuren</a:t>
            </a:r>
            <a:endParaRPr lang="nl-BE" altLang="nl-NL" dirty="0"/>
          </a:p>
          <a:p>
            <a:pPr lvl="1"/>
            <a:r>
              <a:rPr lang="nl-BE" altLang="nl-NL" dirty="0"/>
              <a:t>Ook bekend als </a:t>
            </a:r>
            <a:r>
              <a:rPr lang="nl-BE" altLang="nl-NL" i="1" dirty="0"/>
              <a:t>sky box</a:t>
            </a:r>
            <a:endParaRPr lang="nl-BE" altLang="nl-NL" dirty="0"/>
          </a:p>
          <a:p>
            <a:pPr lvl="1"/>
            <a:endParaRPr lang="nl-BE" altLang="nl-NL" dirty="0"/>
          </a:p>
          <a:p>
            <a:pPr lvl="1"/>
            <a:r>
              <a:rPr lang="nl-BE" altLang="nl-NL" dirty="0"/>
              <a:t>Textuur voor een denkbeeldige kubus rond de figuren</a:t>
            </a:r>
          </a:p>
          <a:p>
            <a:pPr lvl="2"/>
            <a:r>
              <a:rPr lang="nl-BE" altLang="nl-NL" dirty="0"/>
              <a:t>Niet voor de figuren zelf</a:t>
            </a:r>
          </a:p>
          <a:p>
            <a:pPr lvl="1"/>
            <a:endParaRPr lang="nl-BE" altLang="nl-NL" dirty="0"/>
          </a:p>
          <a:p>
            <a:pPr lvl="1"/>
            <a:r>
              <a:rPr lang="nl-BE" altLang="nl-NL" dirty="0"/>
              <a:t>Figuren worden getextured door de cube map</a:t>
            </a:r>
          </a:p>
          <a:p>
            <a:pPr lvl="2"/>
            <a:r>
              <a:rPr lang="nl-BE" altLang="nl-NL" dirty="0"/>
              <a:t>Voor elk punt (gedeprojecteerd) P van de figuur:</a:t>
            </a:r>
          </a:p>
          <a:p>
            <a:pPr lvl="3"/>
            <a:r>
              <a:rPr lang="nl-BE" altLang="nl-NL" dirty="0"/>
              <a:t>“Verleng“ de normaalvector in P tot die de kubus snijdt</a:t>
            </a:r>
          </a:p>
          <a:p>
            <a:pPr lvl="3"/>
            <a:r>
              <a:rPr lang="nl-BE" altLang="nl-NL" dirty="0"/>
              <a:t>Kleur van de texture in het snijpunt bepaalt de kleur voor P</a:t>
            </a:r>
          </a:p>
          <a:p>
            <a:pPr lvl="3"/>
            <a:endParaRPr lang="nl-BE" altLang="nl-NL" dirty="0"/>
          </a:p>
          <a:p>
            <a:pPr lvl="1"/>
            <a:r>
              <a:rPr lang="nl-BE" altLang="nl-NL" dirty="0">
                <a:ea typeface="ＭＳ Ｐゴシック" panose="020B0600070205080204" pitchFamily="34" charset="-128"/>
              </a:rPr>
              <a:t>Net zoals texture mapping: </a:t>
            </a:r>
            <a:r>
              <a:rPr lang="nl-BE" altLang="nl-NL" i="1" dirty="0">
                <a:ea typeface="ＭＳ Ｐゴシック" panose="020B0600070205080204" pitchFamily="34" charset="-128"/>
              </a:rPr>
              <a:t>geen </a:t>
            </a:r>
            <a:r>
              <a:rPr lang="nl-BE" altLang="nl-NL" dirty="0">
                <a:ea typeface="ＭＳ Ｐゴシック" panose="020B0600070205080204" pitchFamily="34" charset="-128"/>
              </a:rPr>
              <a:t>opgelegd ini-formaat. </a:t>
            </a:r>
            <a:br>
              <a:rPr lang="nl-BE" altLang="nl-NL" dirty="0">
                <a:ea typeface="ＭＳ Ｐゴシック" panose="020B0600070205080204" pitchFamily="34" charset="-128"/>
              </a:rPr>
            </a:br>
            <a:r>
              <a:rPr lang="nl-BE" altLang="nl-NL" dirty="0">
                <a:ea typeface="ＭＳ Ｐゴシック" panose="020B0600070205080204" pitchFamily="34" charset="-128"/>
              </a:rPr>
              <a:t>Voorzie daarom zelf test-files (en de textures zelf) in je inzending.</a:t>
            </a:r>
          </a:p>
          <a:p>
            <a:pPr lvl="1"/>
            <a:endParaRPr lang="nl-BE" altLang="nl-NL" dirty="0"/>
          </a:p>
        </p:txBody>
      </p:sp>
      <p:sp>
        <p:nvSpPr>
          <p:cNvPr id="4" name="Footer Placeholder 3">
            <a:extLst>
              <a:ext uri="{FF2B5EF4-FFF2-40B4-BE49-F238E27FC236}">
                <a16:creationId xmlns:a16="http://schemas.microsoft.com/office/drawing/2014/main" id="{5C440D17-147E-49D2-8BC5-9CA14D4599B7}"/>
              </a:ext>
            </a:extLst>
          </p:cNvPr>
          <p:cNvSpPr>
            <a:spLocks noGrp="1"/>
          </p:cNvSpPr>
          <p:nvPr>
            <p:ph type="ftr" sz="quarter" idx="11"/>
          </p:nvPr>
        </p:nvSpPr>
        <p:spPr/>
        <p:txBody>
          <a:bodyPr/>
          <a:lstStyle/>
          <a:p>
            <a:pPr>
              <a:defRPr/>
            </a:pPr>
            <a:r>
              <a:rPr lang="nl-BE" dirty="0"/>
              <a:t>Practicum Computer </a:t>
            </a:r>
            <a:r>
              <a:rPr lang="nl-BE" dirty="0" err="1"/>
              <a:t>Graphics</a:t>
            </a:r>
            <a:r>
              <a:rPr lang="nl-BE" dirty="0"/>
              <a:t>: Bollen &amp; Cilinders</a:t>
            </a:r>
            <a:endParaRPr lang="en-GB" dirty="0"/>
          </a:p>
        </p:txBody>
      </p:sp>
      <p:sp>
        <p:nvSpPr>
          <p:cNvPr id="17412" name="Slide Number Placeholder 4">
            <a:extLst>
              <a:ext uri="{FF2B5EF4-FFF2-40B4-BE49-F238E27FC236}">
                <a16:creationId xmlns:a16="http://schemas.microsoft.com/office/drawing/2014/main" id="{7159FCA7-1264-4A2F-AD62-6C52E7B3919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lnSpc>
                <a:spcPct val="81000"/>
              </a:lnSpc>
              <a:spcAft>
                <a:spcPts val="1413"/>
              </a:spcAft>
              <a:buClr>
                <a:srgbClr val="053A60"/>
              </a:buClr>
              <a:buSzPct val="100000"/>
              <a:buFont typeface="Arial" panose="020B0604020202020204" pitchFamily="34" charset="0"/>
              <a:buChar char="•"/>
              <a:tabLst>
                <a:tab pos="723900" algn="l"/>
              </a:tabLst>
              <a:defRPr sz="2400" b="1">
                <a:solidFill>
                  <a:srgbClr val="003D64"/>
                </a:solidFill>
                <a:latin typeface="FreeSans" pitchFamily="32" charset="0"/>
                <a:ea typeface="ＭＳ Ｐゴシック" panose="020B0600070205080204" pitchFamily="34" charset="-128"/>
                <a:cs typeface="WenQuanYi Zen Hei" charset="0"/>
              </a:defRPr>
            </a:lvl1pPr>
            <a:lvl2pPr>
              <a:lnSpc>
                <a:spcPct val="81000"/>
              </a:lnSpc>
              <a:spcAft>
                <a:spcPts val="1138"/>
              </a:spcAft>
              <a:buClr>
                <a:srgbClr val="053A60"/>
              </a:buClr>
              <a:buSzPct val="100000"/>
              <a:buFont typeface="Times New Roman" panose="02020603050405020304" pitchFamily="18" charset="0"/>
              <a:buChar char="–"/>
              <a:tabLst>
                <a:tab pos="723900" algn="l"/>
              </a:tabLst>
              <a:defRPr sz="2200">
                <a:solidFill>
                  <a:srgbClr val="003D64"/>
                </a:solidFill>
                <a:latin typeface="FreeSans" pitchFamily="32" charset="0"/>
                <a:ea typeface="WenQuanYi Zen Hei" charset="0"/>
                <a:cs typeface="WenQuanYi Zen Hei" charset="0"/>
              </a:defRPr>
            </a:lvl2pPr>
            <a:lvl3pPr>
              <a:lnSpc>
                <a:spcPct val="81000"/>
              </a:lnSpc>
              <a:spcAft>
                <a:spcPts val="850"/>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3pPr>
            <a:lvl4pPr>
              <a:lnSpc>
                <a:spcPct val="81000"/>
              </a:lnSpc>
              <a:spcAft>
                <a:spcPts val="575"/>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4pPr>
            <a:lvl5pPr>
              <a:lnSpc>
                <a:spcPct val="81000"/>
              </a:lnSpc>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5pPr>
            <a:lvl6pPr marL="25146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6pPr>
            <a:lvl7pPr marL="29718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7pPr>
            <a:lvl8pPr marL="34290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8pPr>
            <a:lvl9pPr marL="38862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9pPr>
          </a:lstStyle>
          <a:p>
            <a:pPr>
              <a:lnSpc>
                <a:spcPct val="108000"/>
              </a:lnSpc>
              <a:spcAft>
                <a:spcPct val="0"/>
              </a:spcAft>
              <a:buClr>
                <a:srgbClr val="000000"/>
              </a:buClr>
              <a:buFont typeface="Times New Roman" panose="02020603050405020304" pitchFamily="18" charset="0"/>
              <a:buNone/>
            </a:pPr>
            <a:fld id="{342A9418-E5E6-450C-BED8-27C798559BC6}" type="slidenum">
              <a:rPr lang="en-GB" altLang="nl-NL" sz="1400" b="0">
                <a:solidFill>
                  <a:srgbClr val="FFFFFF"/>
                </a:solidFill>
              </a:rPr>
              <a:pPr>
                <a:lnSpc>
                  <a:spcPct val="108000"/>
                </a:lnSpc>
                <a:spcAft>
                  <a:spcPct val="0"/>
                </a:spcAft>
                <a:buClr>
                  <a:srgbClr val="000000"/>
                </a:buClr>
                <a:buFont typeface="Times New Roman" panose="02020603050405020304" pitchFamily="18" charset="0"/>
                <a:buNone/>
              </a:pPr>
              <a:t>9</a:t>
            </a:fld>
            <a:endParaRPr lang="en-GB" altLang="nl-NL" sz="1400" b="0" dirty="0">
              <a:solidFill>
                <a:srgbClr val="FFFFFF"/>
              </a:solidFill>
            </a:endParaRPr>
          </a:p>
        </p:txBody>
      </p:sp>
    </p:spTree>
    <p:extLst>
      <p:ext uri="{BB962C8B-B14F-4D97-AF65-F5344CB8AC3E}">
        <p14:creationId xmlns:p14="http://schemas.microsoft.com/office/powerpoint/2010/main" val="37220059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4A30B7F-D373-42CC-9492-5056DBC96143}"/>
              </a:ext>
            </a:extLst>
          </p:cNvPr>
          <p:cNvSpPr>
            <a:spLocks noGrp="1"/>
          </p:cNvSpPr>
          <p:nvPr>
            <p:ph type="title"/>
          </p:nvPr>
        </p:nvSpPr>
        <p:spPr/>
        <p:txBody>
          <a:bodyPr/>
          <a:lstStyle/>
          <a:p>
            <a:r>
              <a:rPr lang="nl-BE" altLang="nl-NL" dirty="0">
                <a:ea typeface="ＭＳ Ｐゴシック" panose="020B0600070205080204" pitchFamily="34" charset="-128"/>
              </a:rPr>
              <a:t>Uitbreiding Texture Mapping: textuurco</a:t>
            </a:r>
            <a:r>
              <a:rPr lang="en-US" dirty="0"/>
              <a:t>ö</a:t>
            </a:r>
            <a:r>
              <a:rPr lang="nl-BE" altLang="nl-NL" dirty="0">
                <a:ea typeface="ＭＳ Ｐゴシック" panose="020B0600070205080204" pitchFamily="34" charset="-128"/>
              </a:rPr>
              <a:t>rdinaten</a:t>
            </a:r>
          </a:p>
        </p:txBody>
      </p:sp>
      <p:sp>
        <p:nvSpPr>
          <p:cNvPr id="17410" name="Content Placeholder 2">
            <a:extLst>
              <a:ext uri="{FF2B5EF4-FFF2-40B4-BE49-F238E27FC236}">
                <a16:creationId xmlns:a16="http://schemas.microsoft.com/office/drawing/2014/main" id="{BE285499-5337-4D77-B034-CD16793644FB}"/>
              </a:ext>
            </a:extLst>
          </p:cNvPr>
          <p:cNvSpPr>
            <a:spLocks noGrp="1"/>
          </p:cNvSpPr>
          <p:nvPr>
            <p:ph idx="1"/>
          </p:nvPr>
        </p:nvSpPr>
        <p:spPr/>
        <p:txBody>
          <a:bodyPr/>
          <a:lstStyle/>
          <a:p>
            <a:r>
              <a:rPr lang="nl-BE" altLang="nl-NL" dirty="0">
                <a:ea typeface="ＭＳ Ｐゴシック" panose="020B0600070205080204" pitchFamily="34" charset="-128"/>
              </a:rPr>
              <a:t>Opdracht: Implementeer input van (UV)-textuurco</a:t>
            </a:r>
            <a:r>
              <a:rPr lang="en-US" dirty="0"/>
              <a:t>ö</a:t>
            </a:r>
            <a:r>
              <a:rPr lang="nl-BE" altLang="nl-NL" dirty="0">
                <a:ea typeface="ＭＳ Ｐゴシック" panose="020B0600070205080204" pitchFamily="34" charset="-128"/>
              </a:rPr>
              <a:t>rdinaten:</a:t>
            </a:r>
          </a:p>
          <a:p>
            <a:pPr lvl="1"/>
            <a:r>
              <a:rPr lang="nl-BE" altLang="nl-NL" dirty="0"/>
              <a:t>Voor elk hoekpunt van een face worden </a:t>
            </a:r>
            <a:r>
              <a:rPr lang="nl-BE" altLang="nl-NL" dirty="0">
                <a:ea typeface="ＭＳ Ｐゴシック" panose="020B0600070205080204" pitchFamily="34" charset="-128"/>
              </a:rPr>
              <a:t>textuurco</a:t>
            </a:r>
            <a:r>
              <a:rPr lang="en-US" dirty="0"/>
              <a:t>ö</a:t>
            </a:r>
            <a:r>
              <a:rPr lang="nl-BE" altLang="nl-NL" dirty="0">
                <a:ea typeface="ＭＳ Ｐゴシック" panose="020B0600070205080204" pitchFamily="34" charset="-128"/>
              </a:rPr>
              <a:t>rdinaten </a:t>
            </a:r>
            <a:r>
              <a:rPr lang="nl-BE" altLang="nl-NL" dirty="0"/>
              <a:t>gespecificeerd.</a:t>
            </a:r>
          </a:p>
          <a:p>
            <a:pPr lvl="1"/>
            <a:endParaRPr lang="nl-BE" altLang="nl-NL" dirty="0"/>
          </a:p>
          <a:p>
            <a:pPr lvl="1"/>
            <a:r>
              <a:rPr lang="nl-BE" altLang="nl-NL" dirty="0"/>
              <a:t>Deze </a:t>
            </a:r>
            <a:r>
              <a:rPr lang="nl-BE" altLang="nl-NL" dirty="0">
                <a:ea typeface="ＭＳ Ｐゴシック"/>
              </a:rPr>
              <a:t>textuurco</a:t>
            </a:r>
            <a:r>
              <a:rPr lang="en-US" dirty="0"/>
              <a:t>ö</a:t>
            </a:r>
            <a:r>
              <a:rPr lang="nl-BE" altLang="nl-NL" dirty="0">
                <a:ea typeface="ＭＳ Ｐゴシック"/>
              </a:rPr>
              <a:t>rdinaten zijn een paar (</a:t>
            </a:r>
            <a:r>
              <a:rPr lang="nl-BE" altLang="nl-NL" i="1" dirty="0">
                <a:ea typeface="ＭＳ Ｐゴシック"/>
              </a:rPr>
              <a:t>u</a:t>
            </a:r>
            <a:r>
              <a:rPr lang="nl-BE" altLang="nl-NL" dirty="0">
                <a:ea typeface="ＭＳ Ｐゴシック"/>
              </a:rPr>
              <a:t>,</a:t>
            </a:r>
            <a:r>
              <a:rPr lang="nl-BE" altLang="nl-NL" i="1" dirty="0">
                <a:ea typeface="ＭＳ Ｐゴシック"/>
              </a:rPr>
              <a:t>v</a:t>
            </a:r>
            <a:r>
              <a:rPr lang="nl-BE" altLang="nl-NL" dirty="0">
                <a:ea typeface="ＭＳ Ｐゴシック"/>
              </a:rPr>
              <a:t>) van </a:t>
            </a:r>
            <a:r>
              <a:rPr lang="en-US" dirty="0"/>
              <a:t>reële </a:t>
            </a:r>
            <a:r>
              <a:rPr lang="en-US" dirty="0" err="1"/>
              <a:t>getallen</a:t>
            </a:r>
            <a:r>
              <a:rPr lang="en-US" dirty="0"/>
              <a:t>, </a:t>
            </a:r>
            <a:r>
              <a:rPr lang="en-US" dirty="0" err="1"/>
              <a:t>vaak</a:t>
            </a:r>
            <a:r>
              <a:rPr lang="en-US" dirty="0"/>
              <a:t> </a:t>
            </a:r>
            <a:r>
              <a:rPr lang="en-US" dirty="0" err="1"/>
              <a:t>tussen</a:t>
            </a:r>
            <a:r>
              <a:rPr lang="en-US" dirty="0"/>
              <a:t> 0 en 1.</a:t>
            </a:r>
            <a:endParaRPr lang="nl-BE" dirty="0"/>
          </a:p>
          <a:p>
            <a:pPr lvl="2"/>
            <a:r>
              <a:rPr lang="nl-BE" altLang="nl-NL" dirty="0"/>
              <a:t>bereken hiermee de overeenkomstige pixel in de textuur</a:t>
            </a:r>
          </a:p>
          <a:p>
            <a:pPr lvl="2"/>
            <a:r>
              <a:rPr lang="nl-BE" altLang="nl-NL" dirty="0"/>
              <a:t>indien niet tussen 0 en 1:</a:t>
            </a:r>
            <a:r>
              <a:rPr lang="nl-BE" altLang="nl-NL" i="1" dirty="0"/>
              <a:t> modulo 1</a:t>
            </a:r>
          </a:p>
          <a:p>
            <a:pPr marL="457200" lvl="1" indent="0">
              <a:buNone/>
            </a:pPr>
            <a:endParaRPr lang="nl-BE" altLang="nl-NL" dirty="0"/>
          </a:p>
          <a:p>
            <a:pPr lvl="1"/>
            <a:r>
              <a:rPr lang="nl-BE" altLang="nl-NL" dirty="0"/>
              <a:t>Voor alle pixels van de geprojecteerde driehoek wordt het (</a:t>
            </a:r>
            <a:r>
              <a:rPr lang="nl-BE" altLang="nl-NL" i="1" dirty="0"/>
              <a:t>u</a:t>
            </a:r>
            <a:r>
              <a:rPr lang="nl-BE" altLang="nl-NL" dirty="0"/>
              <a:t>,</a:t>
            </a:r>
            <a:r>
              <a:rPr lang="nl-BE" altLang="nl-NL" i="1" dirty="0"/>
              <a:t>v</a:t>
            </a:r>
            <a:r>
              <a:rPr lang="nl-BE" altLang="nl-NL" dirty="0"/>
              <a:t>)-paar ge</a:t>
            </a:r>
            <a:r>
              <a:rPr lang="en-US" dirty="0"/>
              <a:t>ï</a:t>
            </a:r>
            <a:r>
              <a:rPr lang="nl-BE" altLang="nl-NL" dirty="0"/>
              <a:t>nterpoleerd tussen deze van de hoekpunten.</a:t>
            </a:r>
          </a:p>
          <a:p>
            <a:pPr lvl="1"/>
            <a:endParaRPr lang="nl-BE" altLang="nl-NL" dirty="0">
              <a:ea typeface="ＭＳ Ｐゴシック" panose="020B0600070205080204" pitchFamily="34" charset="-128"/>
            </a:endParaRPr>
          </a:p>
          <a:p>
            <a:pPr lvl="1"/>
            <a:r>
              <a:rPr lang="nl-BE" altLang="nl-NL" dirty="0">
                <a:ea typeface="ＭＳ Ｐゴシック"/>
              </a:rPr>
              <a:t>Opnieuw </a:t>
            </a:r>
            <a:r>
              <a:rPr lang="nl-BE" altLang="nl-NL" i="1" dirty="0">
                <a:ea typeface="ＭＳ Ｐゴシック"/>
              </a:rPr>
              <a:t>geen </a:t>
            </a:r>
            <a:r>
              <a:rPr lang="nl-BE" altLang="nl-NL" dirty="0">
                <a:ea typeface="ＭＳ Ｐゴシック"/>
              </a:rPr>
              <a:t>opgelegd ini-formaat. </a:t>
            </a:r>
            <a:br>
              <a:rPr lang="nl-BE" altLang="nl-NL" dirty="0">
                <a:ea typeface="ＭＳ Ｐゴシック" panose="020B0600070205080204" pitchFamily="34" charset="-128"/>
              </a:rPr>
            </a:br>
            <a:r>
              <a:rPr lang="nl-BE" altLang="nl-NL" dirty="0">
                <a:ea typeface="ＭＳ Ｐゴシック"/>
              </a:rPr>
              <a:t>Voorzie zelf test-files (en textures) in je inzending.</a:t>
            </a:r>
          </a:p>
          <a:p>
            <a:pPr lvl="1"/>
            <a:endParaRPr lang="nl-BE" altLang="nl-NL" dirty="0">
              <a:ea typeface="ＭＳ Ｐゴシック" panose="020B0600070205080204" pitchFamily="34" charset="-128"/>
            </a:endParaRPr>
          </a:p>
          <a:p>
            <a:pPr lvl="1"/>
            <a:endParaRPr lang="nl-BE" altLang="nl-NL" dirty="0">
              <a:ea typeface="ＭＳ Ｐゴシック" panose="020B0600070205080204" pitchFamily="34" charset="-128"/>
            </a:endParaRPr>
          </a:p>
          <a:p>
            <a:pPr lvl="1"/>
            <a:endParaRPr lang="nl-BE" altLang="nl-NL" dirty="0">
              <a:ea typeface="ＭＳ Ｐゴシック" panose="020B0600070205080204" pitchFamily="34" charset="-128"/>
            </a:endParaRPr>
          </a:p>
        </p:txBody>
      </p:sp>
      <p:sp>
        <p:nvSpPr>
          <p:cNvPr id="4" name="Footer Placeholder 3">
            <a:extLst>
              <a:ext uri="{FF2B5EF4-FFF2-40B4-BE49-F238E27FC236}">
                <a16:creationId xmlns:a16="http://schemas.microsoft.com/office/drawing/2014/main" id="{5C440D17-147E-49D2-8BC5-9CA14D4599B7}"/>
              </a:ext>
            </a:extLst>
          </p:cNvPr>
          <p:cNvSpPr>
            <a:spLocks noGrp="1"/>
          </p:cNvSpPr>
          <p:nvPr>
            <p:ph type="ftr" sz="quarter" idx="11"/>
          </p:nvPr>
        </p:nvSpPr>
        <p:spPr/>
        <p:txBody>
          <a:bodyPr/>
          <a:lstStyle/>
          <a:p>
            <a:pPr>
              <a:defRPr/>
            </a:pPr>
            <a:r>
              <a:rPr lang="nl-BE" dirty="0"/>
              <a:t>Practicum Computer </a:t>
            </a:r>
            <a:r>
              <a:rPr lang="nl-BE" dirty="0" err="1"/>
              <a:t>Graphics</a:t>
            </a:r>
            <a:r>
              <a:rPr lang="nl-BE" dirty="0"/>
              <a:t>: Bollen &amp; Cilinders</a:t>
            </a:r>
            <a:endParaRPr lang="en-GB" dirty="0"/>
          </a:p>
        </p:txBody>
      </p:sp>
      <p:sp>
        <p:nvSpPr>
          <p:cNvPr id="17412" name="Slide Number Placeholder 4">
            <a:extLst>
              <a:ext uri="{FF2B5EF4-FFF2-40B4-BE49-F238E27FC236}">
                <a16:creationId xmlns:a16="http://schemas.microsoft.com/office/drawing/2014/main" id="{7159FCA7-1264-4A2F-AD62-6C52E7B3919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lnSpc>
                <a:spcPct val="81000"/>
              </a:lnSpc>
              <a:spcAft>
                <a:spcPts val="1413"/>
              </a:spcAft>
              <a:buClr>
                <a:srgbClr val="053A60"/>
              </a:buClr>
              <a:buSzPct val="100000"/>
              <a:buFont typeface="Arial" panose="020B0604020202020204" pitchFamily="34" charset="0"/>
              <a:buChar char="•"/>
              <a:tabLst>
                <a:tab pos="723900" algn="l"/>
              </a:tabLst>
              <a:defRPr sz="2400" b="1">
                <a:solidFill>
                  <a:srgbClr val="003D64"/>
                </a:solidFill>
                <a:latin typeface="FreeSans" pitchFamily="32" charset="0"/>
                <a:ea typeface="ＭＳ Ｐゴシック" panose="020B0600070205080204" pitchFamily="34" charset="-128"/>
                <a:cs typeface="WenQuanYi Zen Hei" charset="0"/>
              </a:defRPr>
            </a:lvl1pPr>
            <a:lvl2pPr>
              <a:lnSpc>
                <a:spcPct val="81000"/>
              </a:lnSpc>
              <a:spcAft>
                <a:spcPts val="1138"/>
              </a:spcAft>
              <a:buClr>
                <a:srgbClr val="053A60"/>
              </a:buClr>
              <a:buSzPct val="100000"/>
              <a:buFont typeface="Times New Roman" panose="02020603050405020304" pitchFamily="18" charset="0"/>
              <a:buChar char="–"/>
              <a:tabLst>
                <a:tab pos="723900" algn="l"/>
              </a:tabLst>
              <a:defRPr sz="2200">
                <a:solidFill>
                  <a:srgbClr val="003D64"/>
                </a:solidFill>
                <a:latin typeface="FreeSans" pitchFamily="32" charset="0"/>
                <a:ea typeface="WenQuanYi Zen Hei" charset="0"/>
                <a:cs typeface="WenQuanYi Zen Hei" charset="0"/>
              </a:defRPr>
            </a:lvl2pPr>
            <a:lvl3pPr>
              <a:lnSpc>
                <a:spcPct val="81000"/>
              </a:lnSpc>
              <a:spcAft>
                <a:spcPts val="850"/>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3pPr>
            <a:lvl4pPr>
              <a:lnSpc>
                <a:spcPct val="81000"/>
              </a:lnSpc>
              <a:spcAft>
                <a:spcPts val="575"/>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4pPr>
            <a:lvl5pPr>
              <a:lnSpc>
                <a:spcPct val="81000"/>
              </a:lnSpc>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5pPr>
            <a:lvl6pPr marL="25146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6pPr>
            <a:lvl7pPr marL="29718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7pPr>
            <a:lvl8pPr marL="34290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8pPr>
            <a:lvl9pPr marL="38862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9pPr>
          </a:lstStyle>
          <a:p>
            <a:pPr>
              <a:lnSpc>
                <a:spcPct val="108000"/>
              </a:lnSpc>
              <a:spcAft>
                <a:spcPct val="0"/>
              </a:spcAft>
              <a:buClr>
                <a:srgbClr val="000000"/>
              </a:buClr>
              <a:buFont typeface="Times New Roman" panose="02020603050405020304" pitchFamily="18" charset="0"/>
              <a:buNone/>
            </a:pPr>
            <a:fld id="{342A9418-E5E6-450C-BED8-27C798559BC6}" type="slidenum">
              <a:rPr lang="en-GB" altLang="nl-NL" sz="1400" b="0">
                <a:solidFill>
                  <a:srgbClr val="FFFFFF"/>
                </a:solidFill>
              </a:rPr>
              <a:pPr>
                <a:lnSpc>
                  <a:spcPct val="108000"/>
                </a:lnSpc>
                <a:spcAft>
                  <a:spcPct val="0"/>
                </a:spcAft>
                <a:buClr>
                  <a:srgbClr val="000000"/>
                </a:buClr>
                <a:buFont typeface="Times New Roman" panose="02020603050405020304" pitchFamily="18" charset="0"/>
                <a:buNone/>
              </a:pPr>
              <a:t>10</a:t>
            </a:fld>
            <a:endParaRPr lang="en-GB" altLang="nl-NL" sz="1400" b="0" dirty="0">
              <a:solidFill>
                <a:srgbClr val="FFFFFF"/>
              </a:solidFill>
            </a:endParaRPr>
          </a:p>
        </p:txBody>
      </p:sp>
    </p:spTree>
    <p:extLst>
      <p:ext uri="{BB962C8B-B14F-4D97-AF65-F5344CB8AC3E}">
        <p14:creationId xmlns:p14="http://schemas.microsoft.com/office/powerpoint/2010/main" val="14186440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4A30B7F-D373-42CC-9492-5056DBC96143}"/>
              </a:ext>
            </a:extLst>
          </p:cNvPr>
          <p:cNvSpPr>
            <a:spLocks noGrp="1"/>
          </p:cNvSpPr>
          <p:nvPr>
            <p:ph type="title"/>
          </p:nvPr>
        </p:nvSpPr>
        <p:spPr/>
        <p:txBody>
          <a:bodyPr/>
          <a:lstStyle/>
          <a:p>
            <a:r>
              <a:rPr lang="nl-BE" altLang="nl-NL" dirty="0">
                <a:ea typeface="ＭＳ Ｐゴシック" panose="020B0600070205080204" pitchFamily="34" charset="-128"/>
              </a:rPr>
              <a:t>Uitbreiding Texture Mapping: normaalvectoren</a:t>
            </a:r>
          </a:p>
        </p:txBody>
      </p:sp>
      <p:sp>
        <p:nvSpPr>
          <p:cNvPr id="17410" name="Content Placeholder 2">
            <a:extLst>
              <a:ext uri="{FF2B5EF4-FFF2-40B4-BE49-F238E27FC236}">
                <a16:creationId xmlns:a16="http://schemas.microsoft.com/office/drawing/2014/main" id="{BE285499-5337-4D77-B034-CD16793644FB}"/>
              </a:ext>
            </a:extLst>
          </p:cNvPr>
          <p:cNvSpPr>
            <a:spLocks noGrp="1"/>
          </p:cNvSpPr>
          <p:nvPr>
            <p:ph idx="1"/>
          </p:nvPr>
        </p:nvSpPr>
        <p:spPr/>
        <p:txBody>
          <a:bodyPr/>
          <a:lstStyle/>
          <a:p>
            <a:r>
              <a:rPr lang="nl-BE" altLang="nl-NL" dirty="0">
                <a:ea typeface="ＭＳ Ｐゴシック" panose="020B0600070205080204" pitchFamily="34" charset="-128"/>
              </a:rPr>
              <a:t>Opdracht: Implementeer input van normaalvectoren:</a:t>
            </a:r>
          </a:p>
          <a:p>
            <a:pPr lvl="1"/>
            <a:r>
              <a:rPr lang="nl-BE" altLang="nl-NL" dirty="0"/>
              <a:t>Voor elk hoekpunt van een face wordt een normaalvector gespecificeerd.</a:t>
            </a:r>
          </a:p>
          <a:p>
            <a:pPr lvl="1"/>
            <a:endParaRPr lang="nl-BE" altLang="nl-NL" dirty="0"/>
          </a:p>
          <a:p>
            <a:pPr lvl="1"/>
            <a:r>
              <a:rPr lang="nl-BE" altLang="nl-NL" dirty="0"/>
              <a:t>Die normaalvector vervangt de normaalvector die je berekende tijdens Z-buffering met driehoeken en belichting.</a:t>
            </a:r>
          </a:p>
          <a:p>
            <a:pPr lvl="1"/>
            <a:endParaRPr lang="nl-BE" altLang="nl-NL" dirty="0"/>
          </a:p>
          <a:p>
            <a:pPr lvl="1"/>
            <a:r>
              <a:rPr lang="nl-BE" altLang="nl-NL" dirty="0"/>
              <a:t>Voor alle pixels van de geprojecteerde driehoek wordt de normaalvector ge</a:t>
            </a:r>
            <a:r>
              <a:rPr lang="en-US" dirty="0"/>
              <a:t>ï</a:t>
            </a:r>
            <a:r>
              <a:rPr lang="nl-BE" altLang="nl-NL" dirty="0"/>
              <a:t>nterpoleerd tussen de normaalvectoren van de hoekpunten.</a:t>
            </a:r>
          </a:p>
          <a:p>
            <a:pPr lvl="1"/>
            <a:endParaRPr lang="nl-BE" altLang="nl-NL" dirty="0">
              <a:ea typeface="ＭＳ Ｐゴシック" panose="020B0600070205080204" pitchFamily="34" charset="-128"/>
            </a:endParaRPr>
          </a:p>
          <a:p>
            <a:pPr lvl="1"/>
            <a:r>
              <a:rPr lang="nl-BE" altLang="nl-NL" dirty="0">
                <a:ea typeface="ＭＳ Ｐゴシック" panose="020B0600070205080204" pitchFamily="34" charset="-128"/>
              </a:rPr>
              <a:t>Opnieuw </a:t>
            </a:r>
            <a:r>
              <a:rPr lang="nl-BE" altLang="nl-NL" i="1" dirty="0">
                <a:ea typeface="ＭＳ Ｐゴシック" panose="020B0600070205080204" pitchFamily="34" charset="-128"/>
              </a:rPr>
              <a:t>geen </a:t>
            </a:r>
            <a:r>
              <a:rPr lang="nl-BE" altLang="nl-NL" dirty="0">
                <a:ea typeface="ＭＳ Ｐゴシック" panose="020B0600070205080204" pitchFamily="34" charset="-128"/>
              </a:rPr>
              <a:t>opgelegd ini-formaat. </a:t>
            </a:r>
            <a:br>
              <a:rPr lang="nl-BE" altLang="nl-NL" dirty="0">
                <a:ea typeface="ＭＳ Ｐゴシック" panose="020B0600070205080204" pitchFamily="34" charset="-128"/>
              </a:rPr>
            </a:br>
            <a:r>
              <a:rPr lang="nl-BE" altLang="nl-NL" dirty="0">
                <a:ea typeface="ＭＳ Ｐゴシック" panose="020B0600070205080204" pitchFamily="34" charset="-128"/>
              </a:rPr>
              <a:t>Voorzie zelf test-files (en textures) in je inzending.</a:t>
            </a:r>
          </a:p>
          <a:p>
            <a:endParaRPr lang="nl-BE" altLang="nl-NL" dirty="0">
              <a:ea typeface="ＭＳ Ｐゴシック" panose="020B0600070205080204" pitchFamily="34" charset="-128"/>
            </a:endParaRPr>
          </a:p>
        </p:txBody>
      </p:sp>
      <p:sp>
        <p:nvSpPr>
          <p:cNvPr id="4" name="Footer Placeholder 3">
            <a:extLst>
              <a:ext uri="{FF2B5EF4-FFF2-40B4-BE49-F238E27FC236}">
                <a16:creationId xmlns:a16="http://schemas.microsoft.com/office/drawing/2014/main" id="{5C440D17-147E-49D2-8BC5-9CA14D4599B7}"/>
              </a:ext>
            </a:extLst>
          </p:cNvPr>
          <p:cNvSpPr>
            <a:spLocks noGrp="1"/>
          </p:cNvSpPr>
          <p:nvPr>
            <p:ph type="ftr" sz="quarter" idx="11"/>
          </p:nvPr>
        </p:nvSpPr>
        <p:spPr/>
        <p:txBody>
          <a:bodyPr/>
          <a:lstStyle/>
          <a:p>
            <a:pPr>
              <a:defRPr/>
            </a:pPr>
            <a:r>
              <a:rPr lang="nl-BE" dirty="0"/>
              <a:t>Practicum Computer </a:t>
            </a:r>
            <a:r>
              <a:rPr lang="nl-BE" dirty="0" err="1"/>
              <a:t>Graphics</a:t>
            </a:r>
            <a:r>
              <a:rPr lang="nl-BE" dirty="0"/>
              <a:t>: Bollen &amp; Cilinders</a:t>
            </a:r>
            <a:endParaRPr lang="en-GB" dirty="0"/>
          </a:p>
        </p:txBody>
      </p:sp>
      <p:sp>
        <p:nvSpPr>
          <p:cNvPr id="17412" name="Slide Number Placeholder 4">
            <a:extLst>
              <a:ext uri="{FF2B5EF4-FFF2-40B4-BE49-F238E27FC236}">
                <a16:creationId xmlns:a16="http://schemas.microsoft.com/office/drawing/2014/main" id="{7159FCA7-1264-4A2F-AD62-6C52E7B3919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lnSpc>
                <a:spcPct val="81000"/>
              </a:lnSpc>
              <a:spcAft>
                <a:spcPts val="1413"/>
              </a:spcAft>
              <a:buClr>
                <a:srgbClr val="053A60"/>
              </a:buClr>
              <a:buSzPct val="100000"/>
              <a:buFont typeface="Arial" panose="020B0604020202020204" pitchFamily="34" charset="0"/>
              <a:buChar char="•"/>
              <a:tabLst>
                <a:tab pos="723900" algn="l"/>
              </a:tabLst>
              <a:defRPr sz="2400" b="1">
                <a:solidFill>
                  <a:srgbClr val="003D64"/>
                </a:solidFill>
                <a:latin typeface="FreeSans" pitchFamily="32" charset="0"/>
                <a:ea typeface="ＭＳ Ｐゴシック" panose="020B0600070205080204" pitchFamily="34" charset="-128"/>
                <a:cs typeface="WenQuanYi Zen Hei" charset="0"/>
              </a:defRPr>
            </a:lvl1pPr>
            <a:lvl2pPr>
              <a:lnSpc>
                <a:spcPct val="81000"/>
              </a:lnSpc>
              <a:spcAft>
                <a:spcPts val="1138"/>
              </a:spcAft>
              <a:buClr>
                <a:srgbClr val="053A60"/>
              </a:buClr>
              <a:buSzPct val="100000"/>
              <a:buFont typeface="Times New Roman" panose="02020603050405020304" pitchFamily="18" charset="0"/>
              <a:buChar char="–"/>
              <a:tabLst>
                <a:tab pos="723900" algn="l"/>
              </a:tabLst>
              <a:defRPr sz="2200">
                <a:solidFill>
                  <a:srgbClr val="003D64"/>
                </a:solidFill>
                <a:latin typeface="FreeSans" pitchFamily="32" charset="0"/>
                <a:ea typeface="WenQuanYi Zen Hei" charset="0"/>
                <a:cs typeface="WenQuanYi Zen Hei" charset="0"/>
              </a:defRPr>
            </a:lvl2pPr>
            <a:lvl3pPr>
              <a:lnSpc>
                <a:spcPct val="81000"/>
              </a:lnSpc>
              <a:spcAft>
                <a:spcPts val="850"/>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3pPr>
            <a:lvl4pPr>
              <a:lnSpc>
                <a:spcPct val="81000"/>
              </a:lnSpc>
              <a:spcAft>
                <a:spcPts val="575"/>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4pPr>
            <a:lvl5pPr>
              <a:lnSpc>
                <a:spcPct val="81000"/>
              </a:lnSpc>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5pPr>
            <a:lvl6pPr marL="25146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6pPr>
            <a:lvl7pPr marL="29718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7pPr>
            <a:lvl8pPr marL="34290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8pPr>
            <a:lvl9pPr marL="38862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9pPr>
          </a:lstStyle>
          <a:p>
            <a:pPr>
              <a:lnSpc>
                <a:spcPct val="108000"/>
              </a:lnSpc>
              <a:spcAft>
                <a:spcPct val="0"/>
              </a:spcAft>
              <a:buClr>
                <a:srgbClr val="000000"/>
              </a:buClr>
              <a:buFont typeface="Times New Roman" panose="02020603050405020304" pitchFamily="18" charset="0"/>
              <a:buNone/>
            </a:pPr>
            <a:fld id="{342A9418-E5E6-450C-BED8-27C798559BC6}" type="slidenum">
              <a:rPr lang="en-GB" altLang="nl-NL" sz="1400" b="0">
                <a:solidFill>
                  <a:srgbClr val="FFFFFF"/>
                </a:solidFill>
              </a:rPr>
              <a:pPr>
                <a:lnSpc>
                  <a:spcPct val="108000"/>
                </a:lnSpc>
                <a:spcAft>
                  <a:spcPct val="0"/>
                </a:spcAft>
                <a:buClr>
                  <a:srgbClr val="000000"/>
                </a:buClr>
                <a:buFont typeface="Times New Roman" panose="02020603050405020304" pitchFamily="18" charset="0"/>
                <a:buNone/>
              </a:pPr>
              <a:t>11</a:t>
            </a:fld>
            <a:endParaRPr lang="en-GB" altLang="nl-NL" sz="1400" b="0" dirty="0">
              <a:solidFill>
                <a:srgbClr val="FFFFFF"/>
              </a:solidFill>
            </a:endParaRPr>
          </a:p>
        </p:txBody>
      </p:sp>
    </p:spTree>
    <p:extLst>
      <p:ext uri="{BB962C8B-B14F-4D97-AF65-F5344CB8AC3E}">
        <p14:creationId xmlns:p14="http://schemas.microsoft.com/office/powerpoint/2010/main" val="8785428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1">
            <a:extLst>
              <a:ext uri="{FF2B5EF4-FFF2-40B4-BE49-F238E27FC236}">
                <a16:creationId xmlns:a16="http://schemas.microsoft.com/office/drawing/2014/main" id="{2306FE9D-EA53-49F1-81CE-B54E6E6F9E2E}"/>
              </a:ext>
            </a:extLst>
          </p:cNvPr>
          <p:cNvSpPr>
            <a:spLocks noGrp="1" noChangeArrowheads="1"/>
          </p:cNvSpPr>
          <p:nvPr>
            <p:ph type="title"/>
          </p:nvPr>
        </p:nvSpPr>
        <p:spPr/>
        <p:txBody>
          <a:bodyPr/>
          <a:lstStyle/>
          <a:p>
            <a:r>
              <a:rPr lang="nl-BE" altLang="nl-NL" dirty="0">
                <a:ea typeface="ＭＳ Ｐゴシック" panose="020B0600070205080204" pitchFamily="34" charset="-128"/>
              </a:rPr>
              <a:t>Input van textuurco</a:t>
            </a:r>
            <a:r>
              <a:rPr lang="en-US" dirty="0"/>
              <a:t>ö</a:t>
            </a:r>
            <a:r>
              <a:rPr lang="nl-BE" altLang="nl-NL" dirty="0">
                <a:ea typeface="ＭＳ Ｐゴシック" panose="020B0600070205080204" pitchFamily="34" charset="-128"/>
              </a:rPr>
              <a:t>rdinaten en normaalvectoren</a:t>
            </a:r>
          </a:p>
        </p:txBody>
      </p:sp>
      <p:sp>
        <p:nvSpPr>
          <p:cNvPr id="27650" name="Content Placeholder 2">
            <a:extLst>
              <a:ext uri="{FF2B5EF4-FFF2-40B4-BE49-F238E27FC236}">
                <a16:creationId xmlns:a16="http://schemas.microsoft.com/office/drawing/2014/main" id="{9EA494DA-A3B6-4C23-B5E1-D33AF7D4BC96}"/>
              </a:ext>
            </a:extLst>
          </p:cNvPr>
          <p:cNvSpPr>
            <a:spLocks noGrp="1" noChangeArrowheads="1"/>
          </p:cNvSpPr>
          <p:nvPr>
            <p:ph idx="1"/>
          </p:nvPr>
        </p:nvSpPr>
        <p:spPr/>
        <p:txBody>
          <a:bodyPr/>
          <a:lstStyle/>
          <a:p>
            <a:r>
              <a:rPr lang="nl-BE" altLang="nl-NL" dirty="0">
                <a:ea typeface="ＭＳ Ｐゴシック" panose="020B0600070205080204" pitchFamily="34" charset="-128"/>
              </a:rPr>
              <a:t>Normaalvectoren en (u,v)-paren kunnen ingelezen worden vanuit het (Wavefront) obj-bestandsformaat:</a:t>
            </a:r>
          </a:p>
          <a:p>
            <a:endParaRPr lang="nl-BE" altLang="nl-NL" dirty="0">
              <a:ea typeface="ＭＳ Ｐゴシック" panose="020B0600070205080204" pitchFamily="34" charset="-128"/>
            </a:endParaRPr>
          </a:p>
        </p:txBody>
      </p:sp>
      <p:sp>
        <p:nvSpPr>
          <p:cNvPr id="4" name="Footer Placeholder 3">
            <a:extLst>
              <a:ext uri="{FF2B5EF4-FFF2-40B4-BE49-F238E27FC236}">
                <a16:creationId xmlns:a16="http://schemas.microsoft.com/office/drawing/2014/main" id="{1EBC96D8-5BFC-7747-A63E-7004D6DACC2D}"/>
              </a:ext>
            </a:extLst>
          </p:cNvPr>
          <p:cNvSpPr>
            <a:spLocks noGrp="1"/>
          </p:cNvSpPr>
          <p:nvPr>
            <p:ph type="ftr" sz="quarter" idx="11"/>
          </p:nvPr>
        </p:nvSpPr>
        <p:spPr/>
        <p:txBody>
          <a:bodyPr/>
          <a:lstStyle/>
          <a:p>
            <a:pPr>
              <a:defRPr/>
            </a:pPr>
            <a:r>
              <a:rPr lang="en-GB"/>
              <a:t>Practicum Computer Graphics: L-Systemen</a:t>
            </a:r>
            <a:endParaRPr lang="en-GB" dirty="0"/>
          </a:p>
        </p:txBody>
      </p:sp>
      <p:sp>
        <p:nvSpPr>
          <p:cNvPr id="27652" name="Slide Number Placeholder 4">
            <a:extLst>
              <a:ext uri="{FF2B5EF4-FFF2-40B4-BE49-F238E27FC236}">
                <a16:creationId xmlns:a16="http://schemas.microsoft.com/office/drawing/2014/main" id="{18E639B2-9B62-479A-8E33-2468E1534D0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lnSpc>
                <a:spcPct val="81000"/>
              </a:lnSpc>
              <a:spcAft>
                <a:spcPts val="1413"/>
              </a:spcAft>
              <a:buClr>
                <a:srgbClr val="053A60"/>
              </a:buClr>
              <a:buSzPct val="100000"/>
              <a:buFont typeface="Arial" panose="020B0604020202020204" pitchFamily="34" charset="0"/>
              <a:buChar char="•"/>
              <a:tabLst>
                <a:tab pos="723900" algn="l"/>
              </a:tabLst>
              <a:defRPr sz="2400" b="1">
                <a:solidFill>
                  <a:srgbClr val="003D64"/>
                </a:solidFill>
                <a:latin typeface="FreeSans" pitchFamily="32" charset="0"/>
                <a:ea typeface="ＭＳ Ｐゴシック" panose="020B0600070205080204" pitchFamily="34" charset="-128"/>
                <a:cs typeface="WenQuanYi Zen Hei" charset="0"/>
              </a:defRPr>
            </a:lvl1pPr>
            <a:lvl2pPr>
              <a:lnSpc>
                <a:spcPct val="81000"/>
              </a:lnSpc>
              <a:spcAft>
                <a:spcPts val="1138"/>
              </a:spcAft>
              <a:buClr>
                <a:srgbClr val="053A60"/>
              </a:buClr>
              <a:buSzPct val="100000"/>
              <a:buFont typeface="Times New Roman" panose="02020603050405020304" pitchFamily="18" charset="0"/>
              <a:buChar char="–"/>
              <a:tabLst>
                <a:tab pos="723900" algn="l"/>
              </a:tabLst>
              <a:defRPr sz="2200">
                <a:solidFill>
                  <a:srgbClr val="003D64"/>
                </a:solidFill>
                <a:latin typeface="FreeSans" pitchFamily="32" charset="0"/>
                <a:ea typeface="WenQuanYi Zen Hei" charset="0"/>
                <a:cs typeface="WenQuanYi Zen Hei" charset="0"/>
              </a:defRPr>
            </a:lvl2pPr>
            <a:lvl3pPr>
              <a:lnSpc>
                <a:spcPct val="81000"/>
              </a:lnSpc>
              <a:spcAft>
                <a:spcPts val="850"/>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3pPr>
            <a:lvl4pPr>
              <a:lnSpc>
                <a:spcPct val="81000"/>
              </a:lnSpc>
              <a:spcAft>
                <a:spcPts val="575"/>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4pPr>
            <a:lvl5pPr>
              <a:lnSpc>
                <a:spcPct val="81000"/>
              </a:lnSpc>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5pPr>
            <a:lvl6pPr marL="25146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6pPr>
            <a:lvl7pPr marL="29718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7pPr>
            <a:lvl8pPr marL="34290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8pPr>
            <a:lvl9pPr marL="38862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9pPr>
          </a:lstStyle>
          <a:p>
            <a:pPr>
              <a:lnSpc>
                <a:spcPct val="108000"/>
              </a:lnSpc>
              <a:spcAft>
                <a:spcPct val="0"/>
              </a:spcAft>
              <a:buClr>
                <a:srgbClr val="000000"/>
              </a:buClr>
              <a:buFont typeface="Times New Roman" panose="02020603050405020304" pitchFamily="18" charset="0"/>
              <a:buNone/>
            </a:pPr>
            <a:fld id="{75C698BB-7CED-47FC-8FBF-F767C5EF29A6}" type="slidenum">
              <a:rPr lang="en-GB" altLang="nl-NL" sz="1400" b="0">
                <a:solidFill>
                  <a:srgbClr val="FFFFFF"/>
                </a:solidFill>
              </a:rPr>
              <a:pPr>
                <a:lnSpc>
                  <a:spcPct val="108000"/>
                </a:lnSpc>
                <a:spcAft>
                  <a:spcPct val="0"/>
                </a:spcAft>
                <a:buClr>
                  <a:srgbClr val="000000"/>
                </a:buClr>
                <a:buFont typeface="Times New Roman" panose="02020603050405020304" pitchFamily="18" charset="0"/>
                <a:buNone/>
              </a:pPr>
              <a:t>12</a:t>
            </a:fld>
            <a:endParaRPr lang="en-GB" altLang="nl-NL" sz="1400" b="0">
              <a:solidFill>
                <a:srgbClr val="FFFFFF"/>
              </a:solidFill>
            </a:endParaRPr>
          </a:p>
        </p:txBody>
      </p:sp>
      <p:sp>
        <p:nvSpPr>
          <p:cNvPr id="6" name="TextBox 5">
            <a:extLst>
              <a:ext uri="{FF2B5EF4-FFF2-40B4-BE49-F238E27FC236}">
                <a16:creationId xmlns:a16="http://schemas.microsoft.com/office/drawing/2014/main" id="{20566C5F-50C3-46AA-814C-5128F6451826}"/>
              </a:ext>
            </a:extLst>
          </p:cNvPr>
          <p:cNvSpPr txBox="1">
            <a:spLocks noChangeArrowheads="1"/>
          </p:cNvSpPr>
          <p:nvPr/>
        </p:nvSpPr>
        <p:spPr bwMode="auto">
          <a:xfrm>
            <a:off x="791840" y="1869216"/>
            <a:ext cx="8247260" cy="5506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a:lnSpc>
                <a:spcPct val="93000"/>
              </a:lnSpc>
              <a:buClr>
                <a:srgbClr val="000000"/>
              </a:buClr>
              <a:buSzPct val="100000"/>
              <a:buFont typeface="Times New Roman" panose="02020603050405020304" pitchFamily="18" charset="0"/>
              <a:buNone/>
            </a:pPr>
            <a:r>
              <a:rPr lang="nl-BE" altLang="nl-NL" sz="1400" dirty="0">
                <a:solidFill>
                  <a:srgbClr val="005032"/>
                </a:solidFill>
                <a:latin typeface="Courier New" panose="02070309020205020404" pitchFamily="49" charset="0"/>
              </a:rPr>
              <a:t># Comments worden voorafgegaan door '#’</a:t>
            </a:r>
          </a:p>
          <a:p>
            <a:pPr eaLnBrk="1">
              <a:lnSpc>
                <a:spcPct val="93000"/>
              </a:lnSpc>
              <a:buClr>
                <a:srgbClr val="000000"/>
              </a:buClr>
              <a:buSzPct val="100000"/>
            </a:pPr>
            <a:r>
              <a:rPr lang="nl-BE" altLang="nl-NL" sz="1400" dirty="0">
                <a:solidFill>
                  <a:srgbClr val="005032"/>
                </a:solidFill>
                <a:latin typeface="Courier New" panose="02070309020205020404" pitchFamily="49" charset="0"/>
              </a:rPr>
              <a:t># Invoer van RGB-waarden en texturen kan met een mtl-bestand </a:t>
            </a:r>
            <a:endParaRPr lang="nl-BE" altLang="nl-NL" sz="1400" b="1" dirty="0">
              <a:solidFill>
                <a:srgbClr val="1010C4"/>
              </a:solidFill>
              <a:latin typeface="Courier New" panose="02070309020205020404" pitchFamily="49" charset="0"/>
            </a:endParaRPr>
          </a:p>
          <a:p>
            <a:pPr eaLnBrk="1">
              <a:lnSpc>
                <a:spcPct val="93000"/>
              </a:lnSpc>
              <a:buClr>
                <a:srgbClr val="000000"/>
              </a:buClr>
              <a:buSzPct val="100000"/>
              <a:buFont typeface="Times New Roman" panose="02020603050405020304" pitchFamily="18" charset="0"/>
              <a:buNone/>
            </a:pPr>
            <a:r>
              <a:rPr lang="nl-BE" altLang="nl-NL" sz="1400" b="1" dirty="0">
                <a:solidFill>
                  <a:srgbClr val="1010C4"/>
                </a:solidFill>
                <a:latin typeface="Courier New" panose="02070309020205020404" pitchFamily="49" charset="0"/>
              </a:rPr>
              <a:t>mtllib</a:t>
            </a:r>
            <a:r>
              <a:rPr lang="nl-BE" altLang="nl-NL" sz="1400" dirty="0">
                <a:latin typeface="Courier New" panose="02070309020205020404" pitchFamily="49" charset="0"/>
              </a:rPr>
              <a:t> colorrectangle.mtl</a:t>
            </a:r>
          </a:p>
          <a:p>
            <a:pPr eaLnBrk="1">
              <a:lnSpc>
                <a:spcPct val="93000"/>
              </a:lnSpc>
              <a:buClr>
                <a:srgbClr val="000000"/>
              </a:buClr>
              <a:buSzPct val="100000"/>
            </a:pPr>
            <a:r>
              <a:rPr lang="nl-BE" altLang="nl-NL" sz="1400" dirty="0">
                <a:solidFill>
                  <a:srgbClr val="005032"/>
                </a:solidFill>
                <a:latin typeface="Courier New" panose="02070309020205020404" pitchFamily="49" charset="0"/>
              </a:rPr>
              <a:t># Gebruik voor deze figuur het materiaal met naam colorrect</a:t>
            </a:r>
          </a:p>
          <a:p>
            <a:pPr eaLnBrk="1">
              <a:lnSpc>
                <a:spcPct val="93000"/>
              </a:lnSpc>
              <a:buClr>
                <a:srgbClr val="000000"/>
              </a:buClr>
              <a:buSzPct val="100000"/>
            </a:pPr>
            <a:r>
              <a:rPr lang="nl-BE" altLang="nl-NL" sz="1400" b="1" dirty="0">
                <a:solidFill>
                  <a:srgbClr val="1010C4"/>
                </a:solidFill>
                <a:latin typeface="Courier New" panose="02070309020205020404" pitchFamily="49" charset="0"/>
              </a:rPr>
              <a:t>usemtl</a:t>
            </a:r>
            <a:r>
              <a:rPr lang="nl-BE" altLang="nl-NL" sz="1400" dirty="0">
                <a:latin typeface="Courier New" panose="02070309020205020404" pitchFamily="49" charset="0"/>
              </a:rPr>
              <a:t> colorrect</a:t>
            </a:r>
          </a:p>
          <a:p>
            <a:pPr eaLnBrk="1">
              <a:lnSpc>
                <a:spcPct val="93000"/>
              </a:lnSpc>
              <a:buClr>
                <a:srgbClr val="000000"/>
              </a:buClr>
              <a:buSzPct val="100000"/>
              <a:buFont typeface="Times New Roman" panose="02020603050405020304" pitchFamily="18" charset="0"/>
              <a:buNone/>
            </a:pPr>
            <a:r>
              <a:rPr lang="nl-BE" altLang="nl-NL" sz="1400" dirty="0">
                <a:solidFill>
                  <a:srgbClr val="005032"/>
                </a:solidFill>
                <a:latin typeface="Courier New" panose="02070309020205020404" pitchFamily="49" charset="0"/>
              </a:rPr>
              <a:t># Punten van tetrahedron gespecificeerd met v (</a:t>
            </a:r>
            <a:r>
              <a:rPr lang="nl-BE" altLang="nl-NL" sz="1400" b="1" dirty="0">
                <a:solidFill>
                  <a:srgbClr val="005032"/>
                </a:solidFill>
                <a:latin typeface="Courier New" panose="02070309020205020404" pitchFamily="49" charset="0"/>
              </a:rPr>
              <a:t>v</a:t>
            </a:r>
            <a:r>
              <a:rPr lang="nl-BE" altLang="nl-NL" sz="1400" dirty="0">
                <a:solidFill>
                  <a:srgbClr val="005032"/>
                </a:solidFill>
                <a:latin typeface="Courier New" panose="02070309020205020404" pitchFamily="49" charset="0"/>
              </a:rPr>
              <a:t>ertex)</a:t>
            </a:r>
          </a:p>
          <a:p>
            <a:pPr eaLnBrk="1">
              <a:lnSpc>
                <a:spcPct val="93000"/>
              </a:lnSpc>
              <a:buClr>
                <a:srgbClr val="000000"/>
              </a:buClr>
              <a:buSzPct val="100000"/>
              <a:buFont typeface="Times New Roman" panose="02020603050405020304" pitchFamily="18" charset="0"/>
              <a:buNone/>
            </a:pPr>
            <a:r>
              <a:rPr lang="nl-BE" altLang="nl-NL" sz="1400" b="1" dirty="0">
                <a:solidFill>
                  <a:srgbClr val="1010C4"/>
                </a:solidFill>
                <a:latin typeface="Courier New" panose="02070309020205020404" pitchFamily="49" charset="0"/>
              </a:rPr>
              <a:t>v</a:t>
            </a:r>
            <a:r>
              <a:rPr lang="nl-BE" altLang="nl-NL" sz="1400" dirty="0">
                <a:latin typeface="Courier New" panose="02070309020205020404" pitchFamily="49" charset="0"/>
              </a:rPr>
              <a:t>  1.0 -1.0 -1.0</a:t>
            </a:r>
          </a:p>
          <a:p>
            <a:pPr eaLnBrk="1">
              <a:lnSpc>
                <a:spcPct val="93000"/>
              </a:lnSpc>
              <a:buClr>
                <a:srgbClr val="000000"/>
              </a:buClr>
              <a:buSzPct val="100000"/>
              <a:buFont typeface="Times New Roman" panose="02020603050405020304" pitchFamily="18" charset="0"/>
              <a:buNone/>
            </a:pPr>
            <a:r>
              <a:rPr lang="nl-BE" altLang="nl-NL" sz="1400" b="1" dirty="0">
                <a:solidFill>
                  <a:srgbClr val="1010C4"/>
                </a:solidFill>
                <a:latin typeface="Courier New" panose="02070309020205020404" pitchFamily="49" charset="0"/>
              </a:rPr>
              <a:t>v</a:t>
            </a:r>
            <a:r>
              <a:rPr lang="nl-BE" altLang="nl-NL" sz="1400" dirty="0">
                <a:latin typeface="Courier New" panose="02070309020205020404" pitchFamily="49" charset="0"/>
              </a:rPr>
              <a:t> -1.0  1.0 -1.0</a:t>
            </a:r>
          </a:p>
          <a:p>
            <a:pPr eaLnBrk="1">
              <a:lnSpc>
                <a:spcPct val="93000"/>
              </a:lnSpc>
              <a:buClr>
                <a:srgbClr val="000000"/>
              </a:buClr>
              <a:buSzPct val="100000"/>
              <a:buFont typeface="Times New Roman" panose="02020603050405020304" pitchFamily="18" charset="0"/>
              <a:buNone/>
            </a:pPr>
            <a:r>
              <a:rPr lang="nl-BE" altLang="nl-NL" sz="1400" b="1" dirty="0">
                <a:solidFill>
                  <a:srgbClr val="1010C4"/>
                </a:solidFill>
                <a:latin typeface="Courier New" panose="02070309020205020404" pitchFamily="49" charset="0"/>
              </a:rPr>
              <a:t>v</a:t>
            </a:r>
            <a:r>
              <a:rPr lang="nl-BE" altLang="nl-NL" sz="1400" dirty="0">
                <a:latin typeface="Courier New" panose="02070309020205020404" pitchFamily="49" charset="0"/>
              </a:rPr>
              <a:t>  1.0  1.0  1.0</a:t>
            </a:r>
          </a:p>
          <a:p>
            <a:pPr eaLnBrk="1">
              <a:lnSpc>
                <a:spcPct val="93000"/>
              </a:lnSpc>
              <a:buClr>
                <a:srgbClr val="000000"/>
              </a:buClr>
              <a:buSzPct val="100000"/>
              <a:buFont typeface="Times New Roman" panose="02020603050405020304" pitchFamily="18" charset="0"/>
              <a:buNone/>
            </a:pPr>
            <a:r>
              <a:rPr lang="nl-BE" altLang="nl-NL" sz="1400" b="1" dirty="0">
                <a:solidFill>
                  <a:srgbClr val="1010C4"/>
                </a:solidFill>
                <a:latin typeface="Courier New" panose="02070309020205020404" pitchFamily="49" charset="0"/>
              </a:rPr>
              <a:t>v</a:t>
            </a:r>
            <a:r>
              <a:rPr lang="nl-BE" altLang="nl-NL" sz="1400" dirty="0">
                <a:latin typeface="Courier New" panose="02070309020205020404" pitchFamily="49" charset="0"/>
              </a:rPr>
              <a:t> -1.0 -1.0  1.0</a:t>
            </a:r>
          </a:p>
          <a:p>
            <a:pPr eaLnBrk="1">
              <a:lnSpc>
                <a:spcPct val="93000"/>
              </a:lnSpc>
              <a:buClr>
                <a:srgbClr val="000000"/>
              </a:buClr>
              <a:buSzPct val="100000"/>
              <a:buFont typeface="Times New Roman" panose="02020603050405020304" pitchFamily="18" charset="0"/>
              <a:buNone/>
            </a:pPr>
            <a:r>
              <a:rPr lang="nl-BE" altLang="nl-NL" sz="1400" dirty="0">
                <a:solidFill>
                  <a:srgbClr val="005032"/>
                </a:solidFill>
                <a:latin typeface="Courier New" panose="02070309020205020404" pitchFamily="49" charset="0"/>
              </a:rPr>
              <a:t># Normaalvectoren met vn</a:t>
            </a:r>
          </a:p>
          <a:p>
            <a:pPr eaLnBrk="1">
              <a:lnSpc>
                <a:spcPct val="93000"/>
              </a:lnSpc>
              <a:buClr>
                <a:srgbClr val="000000"/>
              </a:buClr>
              <a:buSzPct val="100000"/>
              <a:buFont typeface="Times New Roman" panose="02020603050405020304" pitchFamily="18" charset="0"/>
              <a:buNone/>
            </a:pPr>
            <a:r>
              <a:rPr lang="nl-BE" altLang="nl-NL" sz="1400" b="1" dirty="0">
                <a:solidFill>
                  <a:srgbClr val="1010C4"/>
                </a:solidFill>
                <a:latin typeface="Courier New" panose="02070309020205020404" pitchFamily="49" charset="0"/>
              </a:rPr>
              <a:t>vn</a:t>
            </a:r>
            <a:r>
              <a:rPr lang="nl-BE" altLang="nl-NL" sz="1400" dirty="0">
                <a:latin typeface="Courier New" panose="02070309020205020404" pitchFamily="49" charset="0"/>
              </a:rPr>
              <a:t>  1.0 -1.0 -1.0</a:t>
            </a:r>
          </a:p>
          <a:p>
            <a:pPr eaLnBrk="1">
              <a:lnSpc>
                <a:spcPct val="93000"/>
              </a:lnSpc>
              <a:buClr>
                <a:srgbClr val="000000"/>
              </a:buClr>
              <a:buSzPct val="100000"/>
              <a:buFont typeface="Times New Roman" panose="02020603050405020304" pitchFamily="18" charset="0"/>
              <a:buNone/>
            </a:pPr>
            <a:r>
              <a:rPr lang="nl-BE" altLang="nl-NL" sz="1400" b="1" dirty="0">
                <a:solidFill>
                  <a:srgbClr val="1010C4"/>
                </a:solidFill>
                <a:latin typeface="Courier New" panose="02070309020205020404" pitchFamily="49" charset="0"/>
              </a:rPr>
              <a:t>vn</a:t>
            </a:r>
            <a:r>
              <a:rPr lang="nl-BE" altLang="nl-NL" sz="1400" dirty="0">
                <a:latin typeface="Courier New" panose="02070309020205020404" pitchFamily="49" charset="0"/>
              </a:rPr>
              <a:t> -1.0  1.0 -1.0</a:t>
            </a:r>
          </a:p>
          <a:p>
            <a:pPr eaLnBrk="1">
              <a:lnSpc>
                <a:spcPct val="93000"/>
              </a:lnSpc>
              <a:buClr>
                <a:srgbClr val="000000"/>
              </a:buClr>
              <a:buSzPct val="100000"/>
              <a:buFont typeface="Times New Roman" panose="02020603050405020304" pitchFamily="18" charset="0"/>
              <a:buNone/>
            </a:pPr>
            <a:r>
              <a:rPr lang="nl-BE" altLang="nl-NL" sz="1400" b="1" dirty="0">
                <a:solidFill>
                  <a:srgbClr val="1010C4"/>
                </a:solidFill>
                <a:latin typeface="Courier New" panose="02070309020205020404" pitchFamily="49" charset="0"/>
              </a:rPr>
              <a:t>vn</a:t>
            </a:r>
            <a:r>
              <a:rPr lang="nl-BE" altLang="nl-NL" sz="1400" dirty="0">
                <a:latin typeface="Courier New" panose="02070309020205020404" pitchFamily="49" charset="0"/>
              </a:rPr>
              <a:t>  1.0  1.0  1.0</a:t>
            </a:r>
          </a:p>
          <a:p>
            <a:pPr eaLnBrk="1">
              <a:lnSpc>
                <a:spcPct val="93000"/>
              </a:lnSpc>
              <a:buClr>
                <a:srgbClr val="000000"/>
              </a:buClr>
              <a:buSzPct val="100000"/>
              <a:buFont typeface="Times New Roman" panose="02020603050405020304" pitchFamily="18" charset="0"/>
              <a:buNone/>
            </a:pPr>
            <a:r>
              <a:rPr lang="nl-BE" altLang="nl-NL" sz="1400" b="1" dirty="0">
                <a:solidFill>
                  <a:srgbClr val="1010C4"/>
                </a:solidFill>
                <a:latin typeface="Courier New" panose="02070309020205020404" pitchFamily="49" charset="0"/>
              </a:rPr>
              <a:t>vn</a:t>
            </a:r>
            <a:r>
              <a:rPr lang="nl-BE" altLang="nl-NL" sz="1400" dirty="0">
                <a:latin typeface="Courier New" panose="02070309020205020404" pitchFamily="49" charset="0"/>
              </a:rPr>
              <a:t> -1.0 -1.0  1.0</a:t>
            </a:r>
          </a:p>
          <a:p>
            <a:pPr eaLnBrk="1">
              <a:lnSpc>
                <a:spcPct val="93000"/>
              </a:lnSpc>
              <a:buClr>
                <a:srgbClr val="000000"/>
              </a:buClr>
              <a:buSzPct val="100000"/>
              <a:buFont typeface="Times New Roman" panose="02020603050405020304" pitchFamily="18" charset="0"/>
              <a:buNone/>
            </a:pPr>
            <a:r>
              <a:rPr lang="nl-BE" altLang="nl-NL" sz="1400" dirty="0">
                <a:solidFill>
                  <a:srgbClr val="005032"/>
                </a:solidFill>
                <a:latin typeface="Courier New" panose="02070309020205020404" pitchFamily="49" charset="0"/>
              </a:rPr>
              <a:t># (UV) Texture coordinates, als (u,v)-paren</a:t>
            </a:r>
          </a:p>
          <a:p>
            <a:pPr eaLnBrk="1">
              <a:lnSpc>
                <a:spcPct val="93000"/>
              </a:lnSpc>
              <a:buClr>
                <a:srgbClr val="000000"/>
              </a:buClr>
              <a:buSzPct val="100000"/>
              <a:buFont typeface="Times New Roman" panose="02020603050405020304" pitchFamily="18" charset="0"/>
              <a:buNone/>
            </a:pPr>
            <a:r>
              <a:rPr lang="nl-BE" altLang="nl-NL" sz="1400" b="1" dirty="0">
                <a:solidFill>
                  <a:srgbClr val="1010C4"/>
                </a:solidFill>
                <a:latin typeface="Courier New" panose="02070309020205020404" pitchFamily="49" charset="0"/>
              </a:rPr>
              <a:t>vt</a:t>
            </a:r>
            <a:r>
              <a:rPr lang="nl-BE" altLang="nl-NL" sz="1400" dirty="0">
                <a:latin typeface="Courier New" panose="02070309020205020404" pitchFamily="49" charset="0"/>
              </a:rPr>
              <a:t> 0.0 0.0</a:t>
            </a:r>
          </a:p>
          <a:p>
            <a:pPr eaLnBrk="1">
              <a:lnSpc>
                <a:spcPct val="93000"/>
              </a:lnSpc>
              <a:buClr>
                <a:srgbClr val="000000"/>
              </a:buClr>
              <a:buSzPct val="100000"/>
              <a:buFont typeface="Times New Roman" panose="02020603050405020304" pitchFamily="18" charset="0"/>
              <a:buNone/>
            </a:pPr>
            <a:r>
              <a:rPr lang="nl-BE" altLang="nl-NL" sz="1400" b="1" dirty="0">
                <a:solidFill>
                  <a:srgbClr val="1010C4"/>
                </a:solidFill>
                <a:latin typeface="Courier New" panose="02070309020205020404" pitchFamily="49" charset="0"/>
              </a:rPr>
              <a:t>vt</a:t>
            </a:r>
            <a:r>
              <a:rPr lang="nl-BE" altLang="nl-NL" sz="1400" dirty="0">
                <a:latin typeface="Courier New" panose="02070309020205020404" pitchFamily="49" charset="0"/>
              </a:rPr>
              <a:t> 0.5 1.0</a:t>
            </a:r>
          </a:p>
          <a:p>
            <a:pPr eaLnBrk="1">
              <a:lnSpc>
                <a:spcPct val="93000"/>
              </a:lnSpc>
              <a:buClr>
                <a:srgbClr val="000000"/>
              </a:buClr>
              <a:buSzPct val="100000"/>
            </a:pPr>
            <a:r>
              <a:rPr lang="nl-BE" altLang="nl-NL" sz="1400" b="1" dirty="0">
                <a:solidFill>
                  <a:srgbClr val="1010C4"/>
                </a:solidFill>
                <a:latin typeface="Courier New" panose="02070309020205020404" pitchFamily="49" charset="0"/>
              </a:rPr>
              <a:t>vt</a:t>
            </a:r>
            <a:r>
              <a:rPr lang="nl-BE" altLang="nl-NL" sz="1400" dirty="0">
                <a:latin typeface="Courier New" panose="02070309020205020404" pitchFamily="49" charset="0"/>
              </a:rPr>
              <a:t> 1.0 0.0</a:t>
            </a:r>
          </a:p>
          <a:p>
            <a:pPr eaLnBrk="1">
              <a:lnSpc>
                <a:spcPct val="93000"/>
              </a:lnSpc>
              <a:buClr>
                <a:srgbClr val="000000"/>
              </a:buClr>
              <a:buSzPct val="100000"/>
              <a:buFont typeface="Times New Roman" panose="02020603050405020304" pitchFamily="18" charset="0"/>
              <a:buNone/>
            </a:pPr>
            <a:r>
              <a:rPr lang="nl-BE" altLang="nl-NL" sz="1400" dirty="0">
                <a:solidFill>
                  <a:srgbClr val="005032"/>
                </a:solidFill>
                <a:latin typeface="Courier New" panose="02070309020205020404" pitchFamily="49" charset="0"/>
              </a:rPr>
              <a:t># Faces, opgelijst als v/vt/vn (vt en vn optioneel)</a:t>
            </a:r>
          </a:p>
          <a:p>
            <a:pPr eaLnBrk="1">
              <a:lnSpc>
                <a:spcPct val="93000"/>
              </a:lnSpc>
              <a:buClr>
                <a:srgbClr val="000000"/>
              </a:buClr>
              <a:buSzPct val="100000"/>
              <a:buFont typeface="Times New Roman" panose="02020603050405020304" pitchFamily="18" charset="0"/>
              <a:buNone/>
            </a:pPr>
            <a:r>
              <a:rPr lang="nl-BE" altLang="nl-NL" sz="1400" dirty="0">
                <a:solidFill>
                  <a:srgbClr val="005032"/>
                </a:solidFill>
                <a:latin typeface="Courier New" panose="02070309020205020404" pitchFamily="49" charset="0"/>
              </a:rPr>
              <a:t># Deze beginnen vanaf index 1!</a:t>
            </a:r>
          </a:p>
          <a:p>
            <a:pPr eaLnBrk="1">
              <a:lnSpc>
                <a:spcPct val="93000"/>
              </a:lnSpc>
              <a:buClr>
                <a:srgbClr val="000000"/>
              </a:buClr>
              <a:buSzPct val="100000"/>
              <a:buFont typeface="Times New Roman" panose="02020603050405020304" pitchFamily="18" charset="0"/>
              <a:buNone/>
            </a:pPr>
            <a:r>
              <a:rPr lang="nl-BE" altLang="nl-NL" sz="1400" b="1" dirty="0">
                <a:solidFill>
                  <a:srgbClr val="1010C4"/>
                </a:solidFill>
                <a:latin typeface="Courier New" panose="02070309020205020404" pitchFamily="49" charset="0"/>
              </a:rPr>
              <a:t>f</a:t>
            </a:r>
            <a:r>
              <a:rPr lang="nl-BE" altLang="nl-NL" sz="1400" dirty="0">
                <a:latin typeface="Courier New" panose="02070309020205020404" pitchFamily="49" charset="0"/>
              </a:rPr>
              <a:t> 1/1/1 2/2/2 3/3/3</a:t>
            </a:r>
          </a:p>
          <a:p>
            <a:pPr eaLnBrk="1">
              <a:lnSpc>
                <a:spcPct val="93000"/>
              </a:lnSpc>
              <a:buClr>
                <a:srgbClr val="000000"/>
              </a:buClr>
              <a:buSzPct val="100000"/>
            </a:pPr>
            <a:r>
              <a:rPr lang="nl-BE" altLang="nl-NL" sz="1400" b="1" dirty="0">
                <a:solidFill>
                  <a:srgbClr val="1010C4"/>
                </a:solidFill>
                <a:latin typeface="Courier New" panose="02070309020205020404" pitchFamily="49" charset="0"/>
              </a:rPr>
              <a:t>f</a:t>
            </a:r>
            <a:r>
              <a:rPr lang="nl-BE" altLang="nl-NL" sz="1400" dirty="0">
                <a:latin typeface="Courier New" panose="02070309020205020404" pitchFamily="49" charset="0"/>
              </a:rPr>
              <a:t> 2/1/2 4/2/4 3/3/3</a:t>
            </a:r>
          </a:p>
          <a:p>
            <a:pPr eaLnBrk="1">
              <a:lnSpc>
                <a:spcPct val="93000"/>
              </a:lnSpc>
              <a:buClr>
                <a:srgbClr val="000000"/>
              </a:buClr>
              <a:buSzPct val="100000"/>
            </a:pPr>
            <a:r>
              <a:rPr lang="nl-BE" altLang="nl-NL" sz="1400" b="1" dirty="0">
                <a:solidFill>
                  <a:srgbClr val="1010C4"/>
                </a:solidFill>
                <a:latin typeface="Courier New" panose="02070309020205020404" pitchFamily="49" charset="0"/>
              </a:rPr>
              <a:t>f</a:t>
            </a:r>
            <a:r>
              <a:rPr lang="nl-BE" altLang="nl-NL" sz="1400" dirty="0">
                <a:latin typeface="Courier New" panose="02070309020205020404" pitchFamily="49" charset="0"/>
              </a:rPr>
              <a:t> 1/1/1 4/2/4 2/3/2</a:t>
            </a:r>
          </a:p>
          <a:p>
            <a:pPr eaLnBrk="1">
              <a:lnSpc>
                <a:spcPct val="93000"/>
              </a:lnSpc>
              <a:buClr>
                <a:srgbClr val="000000"/>
              </a:buClr>
              <a:buSzPct val="100000"/>
            </a:pPr>
            <a:r>
              <a:rPr lang="nl-BE" altLang="nl-NL" sz="1400" b="1" dirty="0">
                <a:solidFill>
                  <a:srgbClr val="1010C4"/>
                </a:solidFill>
                <a:latin typeface="Courier New" panose="02070309020205020404" pitchFamily="49" charset="0"/>
              </a:rPr>
              <a:t>f</a:t>
            </a:r>
            <a:r>
              <a:rPr lang="nl-BE" altLang="nl-NL" sz="1400" dirty="0">
                <a:latin typeface="Courier New" panose="02070309020205020404" pitchFamily="49" charset="0"/>
              </a:rPr>
              <a:t> 1/1/1 3/2/3 4/3/4</a:t>
            </a:r>
          </a:p>
          <a:p>
            <a:pPr eaLnBrk="1">
              <a:lnSpc>
                <a:spcPct val="93000"/>
              </a:lnSpc>
              <a:buClr>
                <a:srgbClr val="000000"/>
              </a:buClr>
              <a:buSzPct val="100000"/>
            </a:pPr>
            <a:endParaRPr lang="nl-BE" altLang="nl-NL" sz="1400" dirty="0">
              <a:latin typeface="Courier New" panose="02070309020205020404" pitchFamily="49" charset="0"/>
            </a:endParaRPr>
          </a:p>
          <a:p>
            <a:pPr eaLnBrk="1">
              <a:lnSpc>
                <a:spcPct val="93000"/>
              </a:lnSpc>
              <a:buClr>
                <a:srgbClr val="000000"/>
              </a:buClr>
              <a:buSzPct val="100000"/>
              <a:buFont typeface="Times New Roman" panose="02020603050405020304" pitchFamily="18" charset="0"/>
              <a:buNone/>
            </a:pPr>
            <a:endParaRPr lang="nl-BE" altLang="nl-NL" sz="1400" dirty="0">
              <a:latin typeface="Courier New" panose="02070309020205020404" pitchFamily="49" charset="0"/>
            </a:endParaRPr>
          </a:p>
        </p:txBody>
      </p:sp>
    </p:spTree>
    <p:custDataLst>
      <p:tags r:id="rId1"/>
    </p:custDataLst>
    <p:extLst>
      <p:ext uri="{BB962C8B-B14F-4D97-AF65-F5344CB8AC3E}">
        <p14:creationId xmlns:p14="http://schemas.microsoft.com/office/powerpoint/2010/main" val="544135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1">
            <a:extLst>
              <a:ext uri="{FF2B5EF4-FFF2-40B4-BE49-F238E27FC236}">
                <a16:creationId xmlns:a16="http://schemas.microsoft.com/office/drawing/2014/main" id="{2306FE9D-EA53-49F1-81CE-B54E6E6F9E2E}"/>
              </a:ext>
            </a:extLst>
          </p:cNvPr>
          <p:cNvSpPr>
            <a:spLocks noGrp="1" noChangeArrowheads="1"/>
          </p:cNvSpPr>
          <p:nvPr>
            <p:ph type="title"/>
          </p:nvPr>
        </p:nvSpPr>
        <p:spPr/>
        <p:txBody>
          <a:bodyPr/>
          <a:lstStyle/>
          <a:p>
            <a:r>
              <a:rPr lang="nl-BE" altLang="nl-NL" dirty="0">
                <a:ea typeface="ＭＳ Ｐゴシック" panose="020B0600070205080204" pitchFamily="34" charset="-128"/>
              </a:rPr>
              <a:t>Input van textuurco</a:t>
            </a:r>
            <a:r>
              <a:rPr lang="en-US" dirty="0"/>
              <a:t>ö</a:t>
            </a:r>
            <a:r>
              <a:rPr lang="nl-BE" altLang="nl-NL" dirty="0">
                <a:ea typeface="ＭＳ Ｐゴシック" panose="020B0600070205080204" pitchFamily="34" charset="-128"/>
              </a:rPr>
              <a:t>rdinaten en normaalvectoren</a:t>
            </a:r>
          </a:p>
        </p:txBody>
      </p:sp>
      <p:sp>
        <p:nvSpPr>
          <p:cNvPr id="27650" name="Content Placeholder 2">
            <a:extLst>
              <a:ext uri="{FF2B5EF4-FFF2-40B4-BE49-F238E27FC236}">
                <a16:creationId xmlns:a16="http://schemas.microsoft.com/office/drawing/2014/main" id="{9EA494DA-A3B6-4C23-B5E1-D33AF7D4BC96}"/>
              </a:ext>
            </a:extLst>
          </p:cNvPr>
          <p:cNvSpPr>
            <a:spLocks noGrp="1" noChangeArrowheads="1"/>
          </p:cNvSpPr>
          <p:nvPr>
            <p:ph idx="1"/>
          </p:nvPr>
        </p:nvSpPr>
        <p:spPr/>
        <p:txBody>
          <a:bodyPr/>
          <a:lstStyle/>
          <a:p>
            <a:r>
              <a:rPr lang="nl-BE" altLang="nl-NL" dirty="0">
                <a:ea typeface="ＭＳ Ｐゴシック" panose="020B0600070205080204" pitchFamily="34" charset="-128"/>
              </a:rPr>
              <a:t>Materialen kunnen opgehaald worden vanuit mtl-bestanden:</a:t>
            </a:r>
          </a:p>
        </p:txBody>
      </p:sp>
      <p:sp>
        <p:nvSpPr>
          <p:cNvPr id="4" name="Footer Placeholder 3">
            <a:extLst>
              <a:ext uri="{FF2B5EF4-FFF2-40B4-BE49-F238E27FC236}">
                <a16:creationId xmlns:a16="http://schemas.microsoft.com/office/drawing/2014/main" id="{1EBC96D8-5BFC-7747-A63E-7004D6DACC2D}"/>
              </a:ext>
            </a:extLst>
          </p:cNvPr>
          <p:cNvSpPr>
            <a:spLocks noGrp="1"/>
          </p:cNvSpPr>
          <p:nvPr>
            <p:ph type="ftr" sz="quarter" idx="11"/>
          </p:nvPr>
        </p:nvSpPr>
        <p:spPr/>
        <p:txBody>
          <a:bodyPr/>
          <a:lstStyle/>
          <a:p>
            <a:pPr>
              <a:defRPr/>
            </a:pPr>
            <a:r>
              <a:rPr lang="en-GB"/>
              <a:t>Practicum Computer Graphics: L-Systemen</a:t>
            </a:r>
            <a:endParaRPr lang="en-GB" dirty="0"/>
          </a:p>
        </p:txBody>
      </p:sp>
      <p:sp>
        <p:nvSpPr>
          <p:cNvPr id="27652" name="Slide Number Placeholder 4">
            <a:extLst>
              <a:ext uri="{FF2B5EF4-FFF2-40B4-BE49-F238E27FC236}">
                <a16:creationId xmlns:a16="http://schemas.microsoft.com/office/drawing/2014/main" id="{18E639B2-9B62-479A-8E33-2468E1534D0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lnSpc>
                <a:spcPct val="81000"/>
              </a:lnSpc>
              <a:spcAft>
                <a:spcPts val="1413"/>
              </a:spcAft>
              <a:buClr>
                <a:srgbClr val="053A60"/>
              </a:buClr>
              <a:buSzPct val="100000"/>
              <a:buFont typeface="Arial" panose="020B0604020202020204" pitchFamily="34" charset="0"/>
              <a:buChar char="•"/>
              <a:tabLst>
                <a:tab pos="723900" algn="l"/>
              </a:tabLst>
              <a:defRPr sz="2400" b="1">
                <a:solidFill>
                  <a:srgbClr val="003D64"/>
                </a:solidFill>
                <a:latin typeface="FreeSans" pitchFamily="32" charset="0"/>
                <a:ea typeface="ＭＳ Ｐゴシック" panose="020B0600070205080204" pitchFamily="34" charset="-128"/>
                <a:cs typeface="WenQuanYi Zen Hei" charset="0"/>
              </a:defRPr>
            </a:lvl1pPr>
            <a:lvl2pPr>
              <a:lnSpc>
                <a:spcPct val="81000"/>
              </a:lnSpc>
              <a:spcAft>
                <a:spcPts val="1138"/>
              </a:spcAft>
              <a:buClr>
                <a:srgbClr val="053A60"/>
              </a:buClr>
              <a:buSzPct val="100000"/>
              <a:buFont typeface="Times New Roman" panose="02020603050405020304" pitchFamily="18" charset="0"/>
              <a:buChar char="–"/>
              <a:tabLst>
                <a:tab pos="723900" algn="l"/>
              </a:tabLst>
              <a:defRPr sz="2200">
                <a:solidFill>
                  <a:srgbClr val="003D64"/>
                </a:solidFill>
                <a:latin typeface="FreeSans" pitchFamily="32" charset="0"/>
                <a:ea typeface="WenQuanYi Zen Hei" charset="0"/>
                <a:cs typeface="WenQuanYi Zen Hei" charset="0"/>
              </a:defRPr>
            </a:lvl2pPr>
            <a:lvl3pPr>
              <a:lnSpc>
                <a:spcPct val="81000"/>
              </a:lnSpc>
              <a:spcAft>
                <a:spcPts val="850"/>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3pPr>
            <a:lvl4pPr>
              <a:lnSpc>
                <a:spcPct val="81000"/>
              </a:lnSpc>
              <a:spcAft>
                <a:spcPts val="575"/>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4pPr>
            <a:lvl5pPr>
              <a:lnSpc>
                <a:spcPct val="81000"/>
              </a:lnSpc>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5pPr>
            <a:lvl6pPr marL="25146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6pPr>
            <a:lvl7pPr marL="29718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7pPr>
            <a:lvl8pPr marL="34290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8pPr>
            <a:lvl9pPr marL="38862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9pPr>
          </a:lstStyle>
          <a:p>
            <a:pPr>
              <a:lnSpc>
                <a:spcPct val="108000"/>
              </a:lnSpc>
              <a:spcAft>
                <a:spcPct val="0"/>
              </a:spcAft>
              <a:buClr>
                <a:srgbClr val="000000"/>
              </a:buClr>
              <a:buFont typeface="Times New Roman" panose="02020603050405020304" pitchFamily="18" charset="0"/>
              <a:buNone/>
            </a:pPr>
            <a:fld id="{75C698BB-7CED-47FC-8FBF-F767C5EF29A6}" type="slidenum">
              <a:rPr lang="en-GB" altLang="nl-NL" sz="1400" b="0">
                <a:solidFill>
                  <a:srgbClr val="FFFFFF"/>
                </a:solidFill>
              </a:rPr>
              <a:pPr>
                <a:lnSpc>
                  <a:spcPct val="108000"/>
                </a:lnSpc>
                <a:spcAft>
                  <a:spcPct val="0"/>
                </a:spcAft>
                <a:buClr>
                  <a:srgbClr val="000000"/>
                </a:buClr>
                <a:buFont typeface="Times New Roman" panose="02020603050405020304" pitchFamily="18" charset="0"/>
                <a:buNone/>
              </a:pPr>
              <a:t>13</a:t>
            </a:fld>
            <a:endParaRPr lang="en-GB" altLang="nl-NL" sz="1400" b="0">
              <a:solidFill>
                <a:srgbClr val="FFFFFF"/>
              </a:solidFill>
            </a:endParaRPr>
          </a:p>
        </p:txBody>
      </p:sp>
      <p:sp>
        <p:nvSpPr>
          <p:cNvPr id="6" name="TextBox 5">
            <a:extLst>
              <a:ext uri="{FF2B5EF4-FFF2-40B4-BE49-F238E27FC236}">
                <a16:creationId xmlns:a16="http://schemas.microsoft.com/office/drawing/2014/main" id="{20566C5F-50C3-46AA-814C-5128F6451826}"/>
              </a:ext>
            </a:extLst>
          </p:cNvPr>
          <p:cNvSpPr txBox="1">
            <a:spLocks noChangeArrowheads="1"/>
          </p:cNvSpPr>
          <p:nvPr/>
        </p:nvSpPr>
        <p:spPr bwMode="auto">
          <a:xfrm>
            <a:off x="825500" y="1979637"/>
            <a:ext cx="8247260" cy="2700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a:lnSpc>
                <a:spcPct val="93000"/>
              </a:lnSpc>
              <a:buClr>
                <a:srgbClr val="000000"/>
              </a:buClr>
              <a:buSzPct val="100000"/>
            </a:pPr>
            <a:r>
              <a:rPr lang="nl-BE" altLang="nl-NL" sz="1400" dirty="0">
                <a:solidFill>
                  <a:srgbClr val="005032"/>
                </a:solidFill>
                <a:latin typeface="Courier New" panose="02070309020205020404" pitchFamily="49" charset="0"/>
              </a:rPr>
              <a:t># Nieuw materiaal met naam colorrect</a:t>
            </a:r>
          </a:p>
          <a:p>
            <a:pPr eaLnBrk="1">
              <a:lnSpc>
                <a:spcPct val="93000"/>
              </a:lnSpc>
              <a:buClr>
                <a:srgbClr val="000000"/>
              </a:buClr>
              <a:buSzPct val="100000"/>
            </a:pPr>
            <a:r>
              <a:rPr lang="nl-BE" altLang="nl-NL" sz="1400" b="1" dirty="0">
                <a:solidFill>
                  <a:srgbClr val="1010C4"/>
                </a:solidFill>
                <a:latin typeface="Courier New" panose="02070309020205020404" pitchFamily="49" charset="0"/>
              </a:rPr>
              <a:t>newmtl </a:t>
            </a:r>
            <a:r>
              <a:rPr lang="nl-BE" altLang="nl-NL" sz="1400" dirty="0">
                <a:latin typeface="Courier New" panose="02070309020205020404" pitchFamily="49" charset="0"/>
              </a:rPr>
              <a:t>colorrect</a:t>
            </a:r>
          </a:p>
          <a:p>
            <a:pPr eaLnBrk="1">
              <a:lnSpc>
                <a:spcPct val="93000"/>
              </a:lnSpc>
              <a:buClr>
                <a:srgbClr val="000000"/>
              </a:buClr>
              <a:buSzPct val="100000"/>
            </a:pPr>
            <a:r>
              <a:rPr lang="nl-BE" altLang="nl-NL" sz="1400" dirty="0">
                <a:solidFill>
                  <a:srgbClr val="005032"/>
                </a:solidFill>
                <a:latin typeface="Courier New" panose="02070309020205020404" pitchFamily="49" charset="0"/>
              </a:rPr>
              <a:t># Ambi</a:t>
            </a:r>
            <a:r>
              <a:rPr lang="en-US" sz="1400" dirty="0">
                <a:solidFill>
                  <a:srgbClr val="005032"/>
                </a:solidFill>
                <a:latin typeface="Courier New" panose="02070309020205020404" pitchFamily="49" charset="0"/>
              </a:rPr>
              <a:t>ë</a:t>
            </a:r>
            <a:r>
              <a:rPr lang="nl-BE" altLang="nl-NL" sz="1400" dirty="0">
                <a:solidFill>
                  <a:srgbClr val="005032"/>
                </a:solidFill>
                <a:latin typeface="Courier New" panose="02070309020205020404" pitchFamily="49" charset="0"/>
              </a:rPr>
              <a:t>nte reflectieco</a:t>
            </a:r>
            <a:r>
              <a:rPr lang="en-US" sz="1400" dirty="0">
                <a:solidFill>
                  <a:srgbClr val="005032"/>
                </a:solidFill>
                <a:latin typeface="Courier New" panose="02070309020205020404" pitchFamily="49" charset="0"/>
              </a:rPr>
              <a:t>ë</a:t>
            </a:r>
            <a:r>
              <a:rPr lang="nl-BE" altLang="nl-NL" sz="1400" dirty="0">
                <a:solidFill>
                  <a:srgbClr val="005032"/>
                </a:solidFill>
                <a:latin typeface="Courier New" panose="02070309020205020404" pitchFamily="49" charset="0"/>
              </a:rPr>
              <a:t>ffici</a:t>
            </a:r>
            <a:r>
              <a:rPr lang="en-US" sz="1400" dirty="0">
                <a:solidFill>
                  <a:srgbClr val="005032"/>
                </a:solidFill>
                <a:latin typeface="Courier New" panose="02070309020205020404" pitchFamily="49" charset="0"/>
              </a:rPr>
              <a:t>ë</a:t>
            </a:r>
            <a:r>
              <a:rPr lang="nl-BE" altLang="nl-NL" sz="1400" dirty="0">
                <a:solidFill>
                  <a:srgbClr val="005032"/>
                </a:solidFill>
                <a:latin typeface="Courier New" panose="02070309020205020404" pitchFamily="49" charset="0"/>
              </a:rPr>
              <a:t>nten (RGB)</a:t>
            </a:r>
          </a:p>
          <a:p>
            <a:pPr eaLnBrk="1">
              <a:lnSpc>
                <a:spcPct val="93000"/>
              </a:lnSpc>
              <a:buClr>
                <a:srgbClr val="000000"/>
              </a:buClr>
              <a:buSzPct val="100000"/>
            </a:pPr>
            <a:r>
              <a:rPr lang="nl-BE" altLang="nl-NL" sz="1400" b="1" dirty="0">
                <a:solidFill>
                  <a:srgbClr val="1010C4"/>
                </a:solidFill>
                <a:latin typeface="Courier New" panose="02070309020205020404" pitchFamily="49" charset="0"/>
              </a:rPr>
              <a:t>Ka</a:t>
            </a:r>
            <a:r>
              <a:rPr lang="nl-BE" altLang="nl-NL" sz="1400" dirty="0">
                <a:solidFill>
                  <a:srgbClr val="005032"/>
                </a:solidFill>
                <a:latin typeface="Courier New" panose="02070309020205020404" pitchFamily="49" charset="0"/>
              </a:rPr>
              <a:t> </a:t>
            </a:r>
            <a:r>
              <a:rPr lang="nl-BE" altLang="nl-NL" sz="1400" dirty="0">
                <a:latin typeface="Courier New" panose="02070309020205020404" pitchFamily="49" charset="0"/>
              </a:rPr>
              <a:t>1.000000 1.000000 1.000000</a:t>
            </a:r>
          </a:p>
          <a:p>
            <a:pPr eaLnBrk="1">
              <a:lnSpc>
                <a:spcPct val="93000"/>
              </a:lnSpc>
              <a:buClr>
                <a:srgbClr val="000000"/>
              </a:buClr>
              <a:buSzPct val="100000"/>
            </a:pPr>
            <a:r>
              <a:rPr lang="nl-BE" altLang="nl-NL" sz="1400" dirty="0">
                <a:solidFill>
                  <a:srgbClr val="005032"/>
                </a:solidFill>
                <a:latin typeface="Courier New" panose="02070309020205020404" pitchFamily="49" charset="0"/>
              </a:rPr>
              <a:t># Diffuse reflectieco</a:t>
            </a:r>
            <a:r>
              <a:rPr lang="en-US" sz="1400" dirty="0">
                <a:solidFill>
                  <a:srgbClr val="005032"/>
                </a:solidFill>
                <a:latin typeface="Courier New" panose="02070309020205020404" pitchFamily="49" charset="0"/>
              </a:rPr>
              <a:t>ë</a:t>
            </a:r>
            <a:r>
              <a:rPr lang="nl-BE" altLang="nl-NL" sz="1400" dirty="0">
                <a:solidFill>
                  <a:srgbClr val="005032"/>
                </a:solidFill>
                <a:latin typeface="Courier New" panose="02070309020205020404" pitchFamily="49" charset="0"/>
              </a:rPr>
              <a:t>ffici</a:t>
            </a:r>
            <a:r>
              <a:rPr lang="en-US" sz="1400" dirty="0">
                <a:solidFill>
                  <a:srgbClr val="005032"/>
                </a:solidFill>
                <a:latin typeface="Courier New" panose="02070309020205020404" pitchFamily="49" charset="0"/>
              </a:rPr>
              <a:t>ë</a:t>
            </a:r>
            <a:r>
              <a:rPr lang="nl-BE" altLang="nl-NL" sz="1400" dirty="0">
                <a:solidFill>
                  <a:srgbClr val="005032"/>
                </a:solidFill>
                <a:latin typeface="Courier New" panose="02070309020205020404" pitchFamily="49" charset="0"/>
              </a:rPr>
              <a:t>nten (RGB)</a:t>
            </a:r>
          </a:p>
          <a:p>
            <a:pPr eaLnBrk="1">
              <a:lnSpc>
                <a:spcPct val="93000"/>
              </a:lnSpc>
              <a:buClr>
                <a:srgbClr val="000000"/>
              </a:buClr>
              <a:buSzPct val="100000"/>
            </a:pPr>
            <a:r>
              <a:rPr lang="nl-BE" altLang="nl-NL" sz="1400" b="1" dirty="0">
                <a:solidFill>
                  <a:srgbClr val="1010C4"/>
                </a:solidFill>
                <a:latin typeface="Courier New" panose="02070309020205020404" pitchFamily="49" charset="0"/>
              </a:rPr>
              <a:t>Kd</a:t>
            </a:r>
            <a:r>
              <a:rPr lang="nl-BE" altLang="nl-NL" sz="1400" dirty="0">
                <a:solidFill>
                  <a:srgbClr val="005032"/>
                </a:solidFill>
                <a:latin typeface="Courier New" panose="02070309020205020404" pitchFamily="49" charset="0"/>
              </a:rPr>
              <a:t> </a:t>
            </a:r>
            <a:r>
              <a:rPr lang="nl-BE" altLang="nl-NL" sz="1400" dirty="0">
                <a:latin typeface="Courier New" panose="02070309020205020404" pitchFamily="49" charset="0"/>
              </a:rPr>
              <a:t>0.500000 0.600000 0.700000</a:t>
            </a:r>
          </a:p>
          <a:p>
            <a:pPr eaLnBrk="1">
              <a:lnSpc>
                <a:spcPct val="93000"/>
              </a:lnSpc>
              <a:buClr>
                <a:srgbClr val="000000"/>
              </a:buClr>
              <a:buSzPct val="100000"/>
            </a:pPr>
            <a:r>
              <a:rPr lang="nl-BE" altLang="nl-NL" sz="1400" dirty="0">
                <a:solidFill>
                  <a:srgbClr val="005032"/>
                </a:solidFill>
                <a:latin typeface="Courier New" panose="02070309020205020404" pitchFamily="49" charset="0"/>
              </a:rPr>
              <a:t># Speculaire reflectieco</a:t>
            </a:r>
            <a:r>
              <a:rPr lang="en-US" sz="1400" dirty="0">
                <a:solidFill>
                  <a:srgbClr val="005032"/>
                </a:solidFill>
                <a:latin typeface="Courier New" panose="02070309020205020404" pitchFamily="49" charset="0"/>
              </a:rPr>
              <a:t>ë</a:t>
            </a:r>
            <a:r>
              <a:rPr lang="nl-BE" altLang="nl-NL" sz="1400" dirty="0">
                <a:solidFill>
                  <a:srgbClr val="005032"/>
                </a:solidFill>
                <a:latin typeface="Courier New" panose="02070309020205020404" pitchFamily="49" charset="0"/>
              </a:rPr>
              <a:t>ffici</a:t>
            </a:r>
            <a:r>
              <a:rPr lang="en-US" sz="1400" dirty="0">
                <a:solidFill>
                  <a:srgbClr val="005032"/>
                </a:solidFill>
                <a:latin typeface="Courier New" panose="02070309020205020404" pitchFamily="49" charset="0"/>
              </a:rPr>
              <a:t>ë</a:t>
            </a:r>
            <a:r>
              <a:rPr lang="nl-BE" altLang="nl-NL" sz="1400" dirty="0">
                <a:solidFill>
                  <a:srgbClr val="005032"/>
                </a:solidFill>
                <a:latin typeface="Courier New" panose="02070309020205020404" pitchFamily="49" charset="0"/>
              </a:rPr>
              <a:t>nten (RGB)</a:t>
            </a:r>
          </a:p>
          <a:p>
            <a:pPr eaLnBrk="1">
              <a:lnSpc>
                <a:spcPct val="93000"/>
              </a:lnSpc>
              <a:buClr>
                <a:srgbClr val="000000"/>
              </a:buClr>
              <a:buSzPct val="100000"/>
            </a:pPr>
            <a:r>
              <a:rPr lang="nl-BE" altLang="nl-NL" sz="1400" b="1" dirty="0">
                <a:solidFill>
                  <a:srgbClr val="1010C4"/>
                </a:solidFill>
                <a:latin typeface="Courier New" panose="02070309020205020404" pitchFamily="49" charset="0"/>
              </a:rPr>
              <a:t>Ks</a:t>
            </a:r>
            <a:r>
              <a:rPr lang="nl-BE" altLang="nl-NL" sz="1400" dirty="0">
                <a:solidFill>
                  <a:srgbClr val="005032"/>
                </a:solidFill>
                <a:latin typeface="Courier New" panose="02070309020205020404" pitchFamily="49" charset="0"/>
              </a:rPr>
              <a:t> </a:t>
            </a:r>
            <a:r>
              <a:rPr lang="nl-BE" altLang="nl-NL" sz="1400" dirty="0">
                <a:latin typeface="Courier New" panose="02070309020205020404" pitchFamily="49" charset="0"/>
              </a:rPr>
              <a:t>0.100000 0.200000 0.300000</a:t>
            </a:r>
          </a:p>
          <a:p>
            <a:pPr eaLnBrk="1">
              <a:lnSpc>
                <a:spcPct val="93000"/>
              </a:lnSpc>
              <a:buClr>
                <a:srgbClr val="000000"/>
              </a:buClr>
              <a:buSzPct val="100000"/>
            </a:pPr>
            <a:r>
              <a:rPr lang="nl-BE" altLang="nl-NL" sz="1400" dirty="0">
                <a:solidFill>
                  <a:srgbClr val="005032"/>
                </a:solidFill>
                <a:latin typeface="Courier New" panose="02070309020205020404" pitchFamily="49" charset="0"/>
              </a:rPr>
              <a:t># Specular exponent (m)</a:t>
            </a:r>
          </a:p>
          <a:p>
            <a:pPr eaLnBrk="1">
              <a:lnSpc>
                <a:spcPct val="93000"/>
              </a:lnSpc>
              <a:buClr>
                <a:srgbClr val="000000"/>
              </a:buClr>
              <a:buSzPct val="100000"/>
            </a:pPr>
            <a:r>
              <a:rPr lang="nl-BE" altLang="nl-NL" sz="1400" b="1" dirty="0">
                <a:solidFill>
                  <a:srgbClr val="1010C4"/>
                </a:solidFill>
                <a:latin typeface="Courier New" panose="02070309020205020404" pitchFamily="49" charset="0"/>
              </a:rPr>
              <a:t>Ns</a:t>
            </a:r>
            <a:r>
              <a:rPr lang="nl-BE" altLang="nl-NL" sz="1400" dirty="0">
                <a:solidFill>
                  <a:srgbClr val="005032"/>
                </a:solidFill>
                <a:latin typeface="Courier New" panose="02070309020205020404" pitchFamily="49" charset="0"/>
              </a:rPr>
              <a:t> </a:t>
            </a:r>
            <a:r>
              <a:rPr lang="nl-BE" altLang="nl-NL" sz="1400" dirty="0">
                <a:latin typeface="Courier New" panose="02070309020205020404" pitchFamily="49" charset="0"/>
              </a:rPr>
              <a:t>96.078431</a:t>
            </a:r>
          </a:p>
          <a:p>
            <a:pPr eaLnBrk="1">
              <a:lnSpc>
                <a:spcPct val="93000"/>
              </a:lnSpc>
              <a:buClr>
                <a:srgbClr val="000000"/>
              </a:buClr>
              <a:buSzPct val="100000"/>
            </a:pPr>
            <a:r>
              <a:rPr lang="nl-BE" altLang="nl-NL" sz="1400" dirty="0">
                <a:solidFill>
                  <a:srgbClr val="005032"/>
                </a:solidFill>
                <a:latin typeface="Courier New" panose="02070309020205020404" pitchFamily="49" charset="0"/>
              </a:rPr>
              <a:t># Texture mapping input, naam van 24-bit BMP-bestand</a:t>
            </a:r>
          </a:p>
          <a:p>
            <a:pPr eaLnBrk="1">
              <a:lnSpc>
                <a:spcPct val="93000"/>
              </a:lnSpc>
              <a:buClr>
                <a:srgbClr val="000000"/>
              </a:buClr>
              <a:buSzPct val="100000"/>
            </a:pPr>
            <a:r>
              <a:rPr lang="nl-BE" altLang="nl-NL" sz="1400" b="1" dirty="0">
                <a:solidFill>
                  <a:srgbClr val="1010C4"/>
                </a:solidFill>
                <a:latin typeface="Courier New" panose="02070309020205020404" pitchFamily="49" charset="0"/>
              </a:rPr>
              <a:t>map_Ka </a:t>
            </a:r>
            <a:r>
              <a:rPr lang="nl-BE" altLang="nl-NL" sz="1400" dirty="0">
                <a:latin typeface="Courier New" panose="02070309020205020404" pitchFamily="49" charset="0"/>
              </a:rPr>
              <a:t>ColorRectangle.bmp</a:t>
            </a:r>
          </a:p>
          <a:p>
            <a:pPr eaLnBrk="1">
              <a:lnSpc>
                <a:spcPct val="93000"/>
              </a:lnSpc>
              <a:buClr>
                <a:srgbClr val="000000"/>
              </a:buClr>
              <a:buSzPct val="100000"/>
              <a:buFont typeface="Times New Roman" panose="02020603050405020304" pitchFamily="18" charset="0"/>
              <a:buNone/>
            </a:pPr>
            <a:endParaRPr lang="nl-BE" altLang="nl-NL" sz="1400" dirty="0">
              <a:latin typeface="Courier New" panose="02070309020205020404" pitchFamily="49"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1">
            <a:extLst>
              <a:ext uri="{FF2B5EF4-FFF2-40B4-BE49-F238E27FC236}">
                <a16:creationId xmlns:a16="http://schemas.microsoft.com/office/drawing/2014/main" id="{7F57839E-8993-4E61-A67C-C8FACB243EAA}"/>
              </a:ext>
            </a:extLst>
          </p:cNvPr>
          <p:cNvSpPr>
            <a:spLocks noGrp="1" noChangeArrowheads="1"/>
          </p:cNvSpPr>
          <p:nvPr>
            <p:ph type="title"/>
          </p:nvPr>
        </p:nvSpPr>
        <p:spPr/>
        <p:txBody>
          <a:bodyPr/>
          <a:lstStyle/>
          <a:p>
            <a:r>
              <a:rPr lang="nl-BE" altLang="nl-NL" dirty="0">
                <a:ea typeface="ＭＳ Ｐゴシック" panose="020B0600070205080204" pitchFamily="34" charset="-128"/>
              </a:rPr>
              <a:t>Input van textuurco</a:t>
            </a:r>
            <a:r>
              <a:rPr lang="en-US" dirty="0"/>
              <a:t>ö</a:t>
            </a:r>
            <a:r>
              <a:rPr lang="nl-BE" altLang="nl-NL" dirty="0">
                <a:ea typeface="ＭＳ Ｐゴシック" panose="020B0600070205080204" pitchFamily="34" charset="-128"/>
              </a:rPr>
              <a:t>rdinaten en normaalvectoren</a:t>
            </a:r>
          </a:p>
        </p:txBody>
      </p:sp>
      <p:sp>
        <p:nvSpPr>
          <p:cNvPr id="28674" name="Content Placeholder 2">
            <a:extLst>
              <a:ext uri="{FF2B5EF4-FFF2-40B4-BE49-F238E27FC236}">
                <a16:creationId xmlns:a16="http://schemas.microsoft.com/office/drawing/2014/main" id="{CB362680-92C2-4B3E-A80A-889EF374FCF5}"/>
              </a:ext>
            </a:extLst>
          </p:cNvPr>
          <p:cNvSpPr>
            <a:spLocks noGrp="1" noChangeArrowheads="1"/>
          </p:cNvSpPr>
          <p:nvPr>
            <p:ph idx="1"/>
          </p:nvPr>
        </p:nvSpPr>
        <p:spPr>
          <a:xfrm>
            <a:off x="503238" y="1260475"/>
            <a:ext cx="9034462" cy="5376863"/>
          </a:xfrm>
        </p:spPr>
        <p:txBody>
          <a:bodyPr/>
          <a:lstStyle/>
          <a:p>
            <a:r>
              <a:rPr lang="nl-BE" altLang="nl-NL" dirty="0">
                <a:ea typeface="ＭＳ Ｐゴシック" panose="020B0600070205080204" pitchFamily="34" charset="-128"/>
              </a:rPr>
              <a:t>Obj-Bestanden kunnen worden geparsed met </a:t>
            </a:r>
            <a:r>
              <a:rPr lang="nl-BE" altLang="nl-NL" dirty="0"/>
              <a:t> </a:t>
            </a:r>
            <a:r>
              <a:rPr lang="nl-BE" altLang="nl-NL" b="0" dirty="0">
                <a:solidFill>
                  <a:schemeClr val="tx1"/>
                </a:solidFill>
                <a:latin typeface="Courier New" panose="02070309020205020404" pitchFamily="49" charset="0"/>
                <a:ea typeface="ＭＳ Ｐゴシック" panose="020B0600070205080204" pitchFamily="34" charset="-128"/>
              </a:rPr>
              <a:t>obj::</a:t>
            </a:r>
            <a:r>
              <a:rPr lang="nl-BE" altLang="nl-NL" b="0" dirty="0">
                <a:solidFill>
                  <a:srgbClr val="005032"/>
                </a:solidFill>
                <a:latin typeface="Courier New" panose="02070309020205020404" pitchFamily="49" charset="0"/>
                <a:ea typeface="ＭＳ Ｐゴシック" panose="020B0600070205080204" pitchFamily="34" charset="-128"/>
              </a:rPr>
              <a:t>OBJFile</a:t>
            </a:r>
            <a:endParaRPr lang="nl-BE" altLang="nl-NL" b="0" dirty="0"/>
          </a:p>
          <a:p>
            <a:pPr lvl="1"/>
            <a:r>
              <a:rPr lang="nl-BE" altLang="nl-NL" dirty="0">
                <a:ea typeface="ＭＳ Ｐゴシック" panose="020B0600070205080204" pitchFamily="34" charset="-128"/>
              </a:rPr>
              <a:t>Haal de ObjectGroup eruit om vertices uit te halen:</a:t>
            </a:r>
          </a:p>
          <a:p>
            <a:endParaRPr lang="nl-BE" altLang="nl-NL" dirty="0">
              <a:ea typeface="ＭＳ Ｐゴシック" panose="020B0600070205080204" pitchFamily="34" charset="-128"/>
            </a:endParaRPr>
          </a:p>
          <a:p>
            <a:endParaRPr lang="nl-BE" altLang="nl-NL" dirty="0">
              <a:ea typeface="ＭＳ Ｐゴシック" panose="020B0600070205080204" pitchFamily="34" charset="-128"/>
            </a:endParaRPr>
          </a:p>
          <a:p>
            <a:endParaRPr lang="nl-BE" altLang="nl-NL" dirty="0">
              <a:ea typeface="ＭＳ Ｐゴシック" panose="020B0600070205080204" pitchFamily="34" charset="-128"/>
            </a:endParaRPr>
          </a:p>
          <a:p>
            <a:endParaRPr lang="nl-BE" altLang="nl-NL" dirty="0">
              <a:ea typeface="ＭＳ Ｐゴシック" panose="020B0600070205080204" pitchFamily="34" charset="-128"/>
            </a:endParaRPr>
          </a:p>
          <a:p>
            <a:endParaRPr lang="nl-BE" altLang="nl-NL" dirty="0">
              <a:ea typeface="ＭＳ Ｐゴシック" panose="020B0600070205080204" pitchFamily="34" charset="-128"/>
            </a:endParaRPr>
          </a:p>
          <a:p>
            <a:endParaRPr lang="nl-BE" altLang="nl-NL" dirty="0">
              <a:ea typeface="ＭＳ Ｐゴシック" panose="020B0600070205080204" pitchFamily="34" charset="-128"/>
            </a:endParaRPr>
          </a:p>
          <a:p>
            <a:pPr lvl="1">
              <a:buFont typeface="Times New Roman" panose="02020603050405020304" pitchFamily="18" charset="0"/>
              <a:buNone/>
            </a:pPr>
            <a:endParaRPr lang="nl-BE" altLang="nl-NL" dirty="0">
              <a:solidFill>
                <a:srgbClr val="005032"/>
              </a:solidFill>
              <a:latin typeface="Courier New" panose="02070309020205020404" pitchFamily="49" charset="0"/>
              <a:ea typeface="ＭＳ Ｐゴシック" panose="020B0600070205080204" pitchFamily="34" charset="-128"/>
            </a:endParaRPr>
          </a:p>
          <a:p>
            <a:endParaRPr lang="nl-BE" altLang="nl-NL" dirty="0">
              <a:ea typeface="ＭＳ Ｐゴシック" panose="020B0600070205080204" pitchFamily="34" charset="-128"/>
            </a:endParaRPr>
          </a:p>
        </p:txBody>
      </p:sp>
      <p:sp>
        <p:nvSpPr>
          <p:cNvPr id="4" name="Footer Placeholder 3">
            <a:extLst>
              <a:ext uri="{FF2B5EF4-FFF2-40B4-BE49-F238E27FC236}">
                <a16:creationId xmlns:a16="http://schemas.microsoft.com/office/drawing/2014/main" id="{C3E6E084-333F-464E-BADB-25AA857EE7B8}"/>
              </a:ext>
            </a:extLst>
          </p:cNvPr>
          <p:cNvSpPr>
            <a:spLocks noGrp="1"/>
          </p:cNvSpPr>
          <p:nvPr>
            <p:ph type="ftr" sz="quarter" idx="11"/>
          </p:nvPr>
        </p:nvSpPr>
        <p:spPr/>
        <p:txBody>
          <a:bodyPr/>
          <a:lstStyle/>
          <a:p>
            <a:pPr>
              <a:defRPr/>
            </a:pPr>
            <a:r>
              <a:rPr lang="en-GB"/>
              <a:t>Practicum Computer Graphics: L-Systemen</a:t>
            </a:r>
            <a:endParaRPr lang="en-GB" dirty="0"/>
          </a:p>
        </p:txBody>
      </p:sp>
      <p:sp>
        <p:nvSpPr>
          <p:cNvPr id="28676" name="Slide Number Placeholder 4">
            <a:extLst>
              <a:ext uri="{FF2B5EF4-FFF2-40B4-BE49-F238E27FC236}">
                <a16:creationId xmlns:a16="http://schemas.microsoft.com/office/drawing/2014/main" id="{3FCFBBD5-4917-4F57-B88E-48B57672F15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lnSpc>
                <a:spcPct val="81000"/>
              </a:lnSpc>
              <a:spcAft>
                <a:spcPts val="1413"/>
              </a:spcAft>
              <a:buClr>
                <a:srgbClr val="053A60"/>
              </a:buClr>
              <a:buSzPct val="100000"/>
              <a:buFont typeface="Arial" panose="020B0604020202020204" pitchFamily="34" charset="0"/>
              <a:buChar char="•"/>
              <a:tabLst>
                <a:tab pos="723900" algn="l"/>
              </a:tabLst>
              <a:defRPr sz="2400" b="1">
                <a:solidFill>
                  <a:srgbClr val="003D64"/>
                </a:solidFill>
                <a:latin typeface="FreeSans" pitchFamily="32" charset="0"/>
                <a:ea typeface="ＭＳ Ｐゴシック" panose="020B0600070205080204" pitchFamily="34" charset="-128"/>
                <a:cs typeface="WenQuanYi Zen Hei" charset="0"/>
              </a:defRPr>
            </a:lvl1pPr>
            <a:lvl2pPr>
              <a:lnSpc>
                <a:spcPct val="81000"/>
              </a:lnSpc>
              <a:spcAft>
                <a:spcPts val="1138"/>
              </a:spcAft>
              <a:buClr>
                <a:srgbClr val="053A60"/>
              </a:buClr>
              <a:buSzPct val="100000"/>
              <a:buFont typeface="Times New Roman" panose="02020603050405020304" pitchFamily="18" charset="0"/>
              <a:buChar char="–"/>
              <a:tabLst>
                <a:tab pos="723900" algn="l"/>
              </a:tabLst>
              <a:defRPr sz="2200">
                <a:solidFill>
                  <a:srgbClr val="003D64"/>
                </a:solidFill>
                <a:latin typeface="FreeSans" pitchFamily="32" charset="0"/>
                <a:ea typeface="WenQuanYi Zen Hei" charset="0"/>
                <a:cs typeface="WenQuanYi Zen Hei" charset="0"/>
              </a:defRPr>
            </a:lvl2pPr>
            <a:lvl3pPr>
              <a:lnSpc>
                <a:spcPct val="81000"/>
              </a:lnSpc>
              <a:spcAft>
                <a:spcPts val="850"/>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3pPr>
            <a:lvl4pPr>
              <a:lnSpc>
                <a:spcPct val="81000"/>
              </a:lnSpc>
              <a:spcAft>
                <a:spcPts val="575"/>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4pPr>
            <a:lvl5pPr>
              <a:lnSpc>
                <a:spcPct val="81000"/>
              </a:lnSpc>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5pPr>
            <a:lvl6pPr marL="25146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6pPr>
            <a:lvl7pPr marL="29718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7pPr>
            <a:lvl8pPr marL="34290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8pPr>
            <a:lvl9pPr marL="38862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9pPr>
          </a:lstStyle>
          <a:p>
            <a:pPr>
              <a:lnSpc>
                <a:spcPct val="108000"/>
              </a:lnSpc>
              <a:spcAft>
                <a:spcPct val="0"/>
              </a:spcAft>
              <a:buClr>
                <a:srgbClr val="000000"/>
              </a:buClr>
              <a:buFont typeface="Times New Roman" panose="02020603050405020304" pitchFamily="18" charset="0"/>
              <a:buNone/>
            </a:pPr>
            <a:fld id="{00171EFB-5901-4E59-B8E9-E7DBE5A906DF}" type="slidenum">
              <a:rPr lang="en-GB" altLang="nl-NL" sz="1400" b="0">
                <a:solidFill>
                  <a:srgbClr val="FFFFFF"/>
                </a:solidFill>
              </a:rPr>
              <a:pPr>
                <a:lnSpc>
                  <a:spcPct val="108000"/>
                </a:lnSpc>
                <a:spcAft>
                  <a:spcPct val="0"/>
                </a:spcAft>
                <a:buClr>
                  <a:srgbClr val="000000"/>
                </a:buClr>
                <a:buFont typeface="Times New Roman" panose="02020603050405020304" pitchFamily="18" charset="0"/>
                <a:buNone/>
              </a:pPr>
              <a:t>14</a:t>
            </a:fld>
            <a:endParaRPr lang="en-GB" altLang="nl-NL" sz="1400" b="0">
              <a:solidFill>
                <a:srgbClr val="FFFFFF"/>
              </a:solidFill>
            </a:endParaRPr>
          </a:p>
        </p:txBody>
      </p:sp>
      <p:sp>
        <p:nvSpPr>
          <p:cNvPr id="28677" name="TextBox 7">
            <a:extLst>
              <a:ext uri="{FF2B5EF4-FFF2-40B4-BE49-F238E27FC236}">
                <a16:creationId xmlns:a16="http://schemas.microsoft.com/office/drawing/2014/main" id="{76FA3E8E-3D94-490C-B332-98BCAC17A1F3}"/>
              </a:ext>
            </a:extLst>
          </p:cNvPr>
          <p:cNvSpPr txBox="1">
            <a:spLocks noChangeArrowheads="1"/>
          </p:cNvSpPr>
          <p:nvPr/>
        </p:nvSpPr>
        <p:spPr bwMode="auto">
          <a:xfrm>
            <a:off x="1039812" y="2208213"/>
            <a:ext cx="6592787" cy="3515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a:lnSpc>
                <a:spcPct val="93000"/>
              </a:lnSpc>
              <a:buClr>
                <a:srgbClr val="000000"/>
              </a:buClr>
              <a:buSzPct val="100000"/>
              <a:buFont typeface="Times New Roman" panose="02020603050405020304" pitchFamily="18" charset="0"/>
              <a:buNone/>
            </a:pPr>
            <a:r>
              <a:rPr lang="nl-BE" altLang="nl-NL" sz="1400" b="1" dirty="0">
                <a:solidFill>
                  <a:srgbClr val="7F0055"/>
                </a:solidFill>
                <a:latin typeface="Courier New" panose="02070309020205020404" pitchFamily="49" charset="0"/>
              </a:rPr>
              <a:t>#include</a:t>
            </a:r>
            <a:r>
              <a:rPr lang="nl-BE" altLang="nl-NL" sz="1400" dirty="0">
                <a:solidFill>
                  <a:srgbClr val="7F0055"/>
                </a:solidFill>
                <a:latin typeface="Courier New" panose="02070309020205020404" pitchFamily="49" charset="0"/>
              </a:rPr>
              <a:t> </a:t>
            </a:r>
            <a:r>
              <a:rPr lang="nl-BE" altLang="en-US" sz="1400" dirty="0">
                <a:solidFill>
                  <a:srgbClr val="1010C4"/>
                </a:solidFill>
                <a:latin typeface="Courier New" panose="02070309020205020404" pitchFamily="49" charset="0"/>
              </a:rPr>
              <a:t>“</a:t>
            </a:r>
            <a:r>
              <a:rPr lang="nl-BE" altLang="nl-NL" sz="1400" dirty="0">
                <a:solidFill>
                  <a:srgbClr val="1010C4"/>
                </a:solidFill>
                <a:latin typeface="Courier New" panose="02070309020205020404" pitchFamily="49" charset="0"/>
              </a:rPr>
              <a:t>obj_parser.h</a:t>
            </a:r>
            <a:r>
              <a:rPr lang="nl-BE" altLang="en-US" sz="1400" dirty="0">
                <a:solidFill>
                  <a:srgbClr val="1010C4"/>
                </a:solidFill>
                <a:latin typeface="Courier New" panose="02070309020205020404" pitchFamily="49" charset="0"/>
              </a:rPr>
              <a:t>”</a:t>
            </a:r>
            <a:endParaRPr lang="nl-BE" altLang="nl-NL" sz="1400" dirty="0">
              <a:solidFill>
                <a:srgbClr val="1010C4"/>
              </a:solidFill>
              <a:latin typeface="Courier New" panose="02070309020205020404" pitchFamily="49" charset="0"/>
            </a:endParaRPr>
          </a:p>
          <a:p>
            <a:pPr eaLnBrk="1">
              <a:lnSpc>
                <a:spcPct val="93000"/>
              </a:lnSpc>
              <a:buClr>
                <a:srgbClr val="000000"/>
              </a:buClr>
              <a:buSzPct val="100000"/>
              <a:buFont typeface="Times New Roman" panose="02020603050405020304" pitchFamily="18" charset="0"/>
              <a:buNone/>
            </a:pPr>
            <a:r>
              <a:rPr lang="nl-BE" altLang="nl-NL" sz="1400" b="1" dirty="0">
                <a:solidFill>
                  <a:srgbClr val="7F0055"/>
                </a:solidFill>
                <a:latin typeface="Courier New" panose="02070309020205020404" pitchFamily="49" charset="0"/>
              </a:rPr>
              <a:t>#include</a:t>
            </a:r>
            <a:r>
              <a:rPr lang="nl-BE" altLang="nl-NL" sz="1400" dirty="0">
                <a:latin typeface="Courier New" panose="02070309020205020404" pitchFamily="49" charset="0"/>
              </a:rPr>
              <a:t> </a:t>
            </a:r>
            <a:r>
              <a:rPr lang="nl-BE" altLang="nl-NL" sz="1400" dirty="0">
                <a:solidFill>
                  <a:srgbClr val="1010C4"/>
                </a:solidFill>
                <a:latin typeface="Courier New" panose="02070309020205020404" pitchFamily="49" charset="0"/>
              </a:rPr>
              <a:t>&lt;fstream&gt;</a:t>
            </a:r>
          </a:p>
          <a:p>
            <a:pPr eaLnBrk="1">
              <a:lnSpc>
                <a:spcPct val="93000"/>
              </a:lnSpc>
              <a:buClr>
                <a:srgbClr val="000000"/>
              </a:buClr>
              <a:buSzPct val="100000"/>
              <a:buFont typeface="Times New Roman" panose="02020603050405020304" pitchFamily="18" charset="0"/>
              <a:buNone/>
            </a:pPr>
            <a:endParaRPr lang="nl-BE" altLang="nl-NL" sz="1400" dirty="0">
              <a:latin typeface="Courier New" panose="02070309020205020404" pitchFamily="49" charset="0"/>
            </a:endParaRPr>
          </a:p>
          <a:p>
            <a:pPr eaLnBrk="1">
              <a:lnSpc>
                <a:spcPct val="93000"/>
              </a:lnSpc>
              <a:buClr>
                <a:srgbClr val="000000"/>
              </a:buClr>
              <a:buSzPct val="100000"/>
              <a:buFont typeface="Times New Roman" panose="02020603050405020304" pitchFamily="18" charset="0"/>
              <a:buNone/>
            </a:pPr>
            <a:r>
              <a:rPr lang="nl-BE" altLang="nl-NL" sz="1400" b="1" dirty="0">
                <a:solidFill>
                  <a:srgbClr val="7F0055"/>
                </a:solidFill>
                <a:latin typeface="Courier New" panose="02070309020205020404" pitchFamily="49" charset="0"/>
              </a:rPr>
              <a:t>int</a:t>
            </a:r>
            <a:r>
              <a:rPr lang="nl-BE" altLang="nl-NL" sz="1400" dirty="0">
                <a:latin typeface="Courier New" panose="02070309020205020404" pitchFamily="49" charset="0"/>
              </a:rPr>
              <a:t> </a:t>
            </a:r>
            <a:r>
              <a:rPr lang="nl-BE" altLang="nl-NL" sz="1400" b="1" dirty="0">
                <a:latin typeface="Courier New" panose="02070309020205020404" pitchFamily="49" charset="0"/>
              </a:rPr>
              <a:t>main</a:t>
            </a:r>
            <a:r>
              <a:rPr lang="nl-BE" altLang="nl-NL" sz="1400" dirty="0">
                <a:latin typeface="Courier New" panose="02070309020205020404" pitchFamily="49" charset="0"/>
              </a:rPr>
              <a:t>()</a:t>
            </a:r>
          </a:p>
          <a:p>
            <a:pPr eaLnBrk="1">
              <a:lnSpc>
                <a:spcPct val="93000"/>
              </a:lnSpc>
              <a:buClr>
                <a:srgbClr val="000000"/>
              </a:buClr>
              <a:buSzPct val="100000"/>
              <a:buFont typeface="Times New Roman" panose="02020603050405020304" pitchFamily="18" charset="0"/>
              <a:buNone/>
            </a:pPr>
            <a:r>
              <a:rPr lang="nl-BE" altLang="nl-NL" sz="1400" dirty="0">
                <a:latin typeface="Courier New" panose="02070309020205020404" pitchFamily="49" charset="0"/>
              </a:rPr>
              <a:t>{</a:t>
            </a:r>
          </a:p>
          <a:p>
            <a:pPr eaLnBrk="1">
              <a:lnSpc>
                <a:spcPct val="93000"/>
              </a:lnSpc>
              <a:buClr>
                <a:srgbClr val="000000"/>
              </a:buClr>
              <a:buSzPct val="100000"/>
              <a:buFont typeface="Times New Roman" panose="02020603050405020304" pitchFamily="18" charset="0"/>
              <a:buNone/>
            </a:pPr>
            <a:r>
              <a:rPr lang="nl-BE" altLang="nl-NL" sz="1400" dirty="0">
                <a:latin typeface="Courier New" panose="02070309020205020404" pitchFamily="49" charset="0"/>
              </a:rPr>
              <a:t>	obj::</a:t>
            </a:r>
            <a:r>
              <a:rPr lang="nl-BE" altLang="nl-NL" sz="1400" dirty="0">
                <a:solidFill>
                  <a:srgbClr val="005032"/>
                </a:solidFill>
                <a:latin typeface="Courier New" panose="02070309020205020404" pitchFamily="49" charset="0"/>
              </a:rPr>
              <a:t>OBJFile</a:t>
            </a:r>
            <a:r>
              <a:rPr lang="nl-BE" altLang="nl-NL" sz="1400" dirty="0">
                <a:latin typeface="Courier New" panose="02070309020205020404" pitchFamily="49" charset="0"/>
              </a:rPr>
              <a:t> obj_parser;</a:t>
            </a:r>
          </a:p>
          <a:p>
            <a:pPr eaLnBrk="1">
              <a:lnSpc>
                <a:spcPct val="93000"/>
              </a:lnSpc>
              <a:buClr>
                <a:srgbClr val="000000"/>
              </a:buClr>
              <a:buSzPct val="100000"/>
              <a:buFont typeface="Times New Roman" panose="02020603050405020304" pitchFamily="18" charset="0"/>
              <a:buNone/>
            </a:pPr>
            <a:endParaRPr lang="nl-BE" altLang="nl-NL" sz="1400" dirty="0">
              <a:latin typeface="Courier New" panose="02070309020205020404" pitchFamily="49" charset="0"/>
            </a:endParaRPr>
          </a:p>
          <a:p>
            <a:pPr eaLnBrk="1">
              <a:lnSpc>
                <a:spcPct val="93000"/>
              </a:lnSpc>
              <a:buClr>
                <a:srgbClr val="000000"/>
              </a:buClr>
              <a:buSzPct val="100000"/>
              <a:buFont typeface="Times New Roman" panose="02020603050405020304" pitchFamily="18" charset="0"/>
              <a:buNone/>
            </a:pPr>
            <a:r>
              <a:rPr lang="nl-BE" altLang="nl-NL" sz="1400" dirty="0">
                <a:latin typeface="Courier New" panose="02070309020205020404" pitchFamily="49" charset="0"/>
              </a:rPr>
              <a:t>	std::</a:t>
            </a:r>
            <a:r>
              <a:rPr lang="nl-BE" altLang="nl-NL" sz="1400" dirty="0">
                <a:solidFill>
                  <a:srgbClr val="005032"/>
                </a:solidFill>
                <a:latin typeface="Courier New" panose="02070309020205020404" pitchFamily="49" charset="0"/>
              </a:rPr>
              <a:t>ifstream</a:t>
            </a:r>
            <a:r>
              <a:rPr lang="nl-BE" altLang="nl-NL" sz="1400" dirty="0">
                <a:latin typeface="Courier New" panose="02070309020205020404" pitchFamily="49" charset="0"/>
              </a:rPr>
              <a:t> input_stream(</a:t>
            </a:r>
            <a:r>
              <a:rPr lang="nl-BE" altLang="en-US" sz="1400" dirty="0">
                <a:solidFill>
                  <a:srgbClr val="1010C4"/>
                </a:solidFill>
                <a:latin typeface="Courier New" panose="02070309020205020404" pitchFamily="49" charset="0"/>
              </a:rPr>
              <a:t>“</a:t>
            </a:r>
            <a:r>
              <a:rPr lang="nl-BE" altLang="nl-NL" sz="1400" dirty="0">
                <a:solidFill>
                  <a:srgbClr val="1010C4"/>
                </a:solidFill>
                <a:latin typeface="Courier New" panose="02070309020205020404" pitchFamily="49" charset="0"/>
              </a:rPr>
              <a:t>test.obj</a:t>
            </a:r>
            <a:r>
              <a:rPr lang="nl-BE" altLang="en-US" sz="1400" dirty="0">
                <a:solidFill>
                  <a:srgbClr val="1010C4"/>
                </a:solidFill>
                <a:latin typeface="Courier New" panose="02070309020205020404" pitchFamily="49" charset="0"/>
              </a:rPr>
              <a:t>”</a:t>
            </a:r>
            <a:r>
              <a:rPr lang="nl-BE" altLang="ja-JP" sz="1400" dirty="0">
                <a:latin typeface="Courier New" panose="02070309020205020404" pitchFamily="49" charset="0"/>
              </a:rPr>
              <a:t>);</a:t>
            </a:r>
          </a:p>
          <a:p>
            <a:pPr eaLnBrk="1">
              <a:lnSpc>
                <a:spcPct val="93000"/>
              </a:lnSpc>
              <a:buClr>
                <a:srgbClr val="000000"/>
              </a:buClr>
              <a:buSzPct val="100000"/>
              <a:buFont typeface="Times New Roman" panose="02020603050405020304" pitchFamily="18" charset="0"/>
              <a:buNone/>
            </a:pPr>
            <a:r>
              <a:rPr lang="nl-BE" altLang="nl-NL" sz="1400" dirty="0">
                <a:latin typeface="Courier New" panose="02070309020205020404" pitchFamily="49" charset="0"/>
              </a:rPr>
              <a:t>    input_stream &gt;&gt; obj_parser;</a:t>
            </a:r>
          </a:p>
          <a:p>
            <a:pPr eaLnBrk="1">
              <a:lnSpc>
                <a:spcPct val="93000"/>
              </a:lnSpc>
              <a:buClr>
                <a:srgbClr val="000000"/>
              </a:buClr>
              <a:buSzPct val="100000"/>
              <a:buFont typeface="Times New Roman" panose="02020603050405020304" pitchFamily="18" charset="0"/>
              <a:buNone/>
            </a:pPr>
            <a:r>
              <a:rPr lang="nl-BE" altLang="nl-NL" sz="1400" dirty="0">
                <a:latin typeface="Courier New" panose="02070309020205020404" pitchFamily="49" charset="0"/>
              </a:rPr>
              <a:t>    input_stream.close();	</a:t>
            </a:r>
          </a:p>
          <a:p>
            <a:pPr eaLnBrk="1">
              <a:lnSpc>
                <a:spcPct val="93000"/>
              </a:lnSpc>
              <a:buClr>
                <a:srgbClr val="000000"/>
              </a:buClr>
              <a:buSzPct val="100000"/>
              <a:buFont typeface="Times New Roman" panose="02020603050405020304" pitchFamily="18" charset="0"/>
              <a:buNone/>
            </a:pPr>
            <a:endParaRPr lang="nl-BE" altLang="nl-NL" sz="1400" dirty="0">
              <a:latin typeface="Courier New" panose="02070309020205020404" pitchFamily="49" charset="0"/>
            </a:endParaRPr>
          </a:p>
          <a:p>
            <a:pPr eaLnBrk="1">
              <a:lnSpc>
                <a:spcPct val="93000"/>
              </a:lnSpc>
              <a:buClr>
                <a:srgbClr val="000000"/>
              </a:buClr>
              <a:buSzPct val="100000"/>
              <a:buFont typeface="Times New Roman" panose="02020603050405020304" pitchFamily="18" charset="0"/>
              <a:buNone/>
            </a:pPr>
            <a:r>
              <a:rPr lang="nl-BE" altLang="nl-NL" sz="1400" dirty="0">
                <a:latin typeface="Courier New" panose="02070309020205020404" pitchFamily="49" charset="0"/>
              </a:rPr>
              <a:t>	obj::ObjectGroup object = obj_file.get_object();</a:t>
            </a:r>
          </a:p>
          <a:p>
            <a:pPr eaLnBrk="1">
              <a:lnSpc>
                <a:spcPct val="93000"/>
              </a:lnSpc>
              <a:buClr>
                <a:srgbClr val="000000"/>
              </a:buClr>
              <a:buSzPct val="100000"/>
              <a:buFont typeface="Times New Roman" panose="02020603050405020304" pitchFamily="18" charset="0"/>
              <a:buNone/>
            </a:pPr>
            <a:endParaRPr lang="nl-BE" altLang="nl-NL" sz="1400" dirty="0">
              <a:latin typeface="Courier New" panose="02070309020205020404" pitchFamily="49" charset="0"/>
            </a:endParaRPr>
          </a:p>
          <a:p>
            <a:pPr eaLnBrk="1">
              <a:lnSpc>
                <a:spcPct val="93000"/>
              </a:lnSpc>
              <a:buClr>
                <a:srgbClr val="000000"/>
              </a:buClr>
              <a:buSzPct val="100000"/>
              <a:buFont typeface="Times New Roman" panose="02020603050405020304" pitchFamily="18" charset="0"/>
              <a:buNone/>
            </a:pPr>
            <a:r>
              <a:rPr lang="nl-BE" altLang="nl-NL" sz="1400" dirty="0">
                <a:solidFill>
                  <a:srgbClr val="005032"/>
                </a:solidFill>
                <a:latin typeface="Courier New" panose="02070309020205020404" pitchFamily="49" charset="0"/>
              </a:rPr>
              <a:t>	//Do something useful here</a:t>
            </a:r>
          </a:p>
          <a:p>
            <a:pPr eaLnBrk="1">
              <a:lnSpc>
                <a:spcPct val="93000"/>
              </a:lnSpc>
              <a:buClr>
                <a:srgbClr val="000000"/>
              </a:buClr>
              <a:buSzPct val="100000"/>
              <a:buFont typeface="Times New Roman" panose="02020603050405020304" pitchFamily="18" charset="0"/>
              <a:buNone/>
            </a:pPr>
            <a:endParaRPr lang="nl-BE" altLang="nl-NL" sz="1400" dirty="0">
              <a:latin typeface="Courier New" panose="02070309020205020404" pitchFamily="49" charset="0"/>
            </a:endParaRPr>
          </a:p>
          <a:p>
            <a:pPr eaLnBrk="1">
              <a:lnSpc>
                <a:spcPct val="93000"/>
              </a:lnSpc>
              <a:buClr>
                <a:srgbClr val="000000"/>
              </a:buClr>
              <a:buSzPct val="100000"/>
              <a:buFont typeface="Times New Roman" panose="02020603050405020304" pitchFamily="18" charset="0"/>
              <a:buNone/>
            </a:pPr>
            <a:r>
              <a:rPr lang="nl-BE" altLang="nl-NL" sz="1400" dirty="0">
                <a:latin typeface="Courier New" panose="02070309020205020404" pitchFamily="49" charset="0"/>
              </a:rPr>
              <a:t>	</a:t>
            </a:r>
            <a:r>
              <a:rPr lang="nl-BE" altLang="nl-NL" sz="1400" b="1" dirty="0">
                <a:solidFill>
                  <a:srgbClr val="7F0055"/>
                </a:solidFill>
                <a:latin typeface="Courier New" panose="02070309020205020404" pitchFamily="49" charset="0"/>
              </a:rPr>
              <a:t>return</a:t>
            </a:r>
            <a:r>
              <a:rPr lang="nl-BE" altLang="nl-NL" sz="1400" dirty="0">
                <a:latin typeface="Courier New" panose="02070309020205020404" pitchFamily="49" charset="0"/>
              </a:rPr>
              <a:t> 0;</a:t>
            </a:r>
          </a:p>
          <a:p>
            <a:pPr eaLnBrk="1">
              <a:lnSpc>
                <a:spcPct val="93000"/>
              </a:lnSpc>
              <a:buClr>
                <a:srgbClr val="000000"/>
              </a:buClr>
              <a:buSzPct val="100000"/>
              <a:buFont typeface="Times New Roman" panose="02020603050405020304" pitchFamily="18" charset="0"/>
              <a:buNone/>
            </a:pPr>
            <a:r>
              <a:rPr lang="nl-BE" altLang="nl-NL" sz="1400" dirty="0">
                <a:latin typeface="Courier New" panose="02070309020205020404" pitchFamily="49" charset="0"/>
              </a:rPr>
              <a:t>}</a:t>
            </a:r>
          </a:p>
        </p:txBody>
      </p:sp>
      <p:sp>
        <p:nvSpPr>
          <p:cNvPr id="2" name="Rectangle 1">
            <a:extLst>
              <a:ext uri="{FF2B5EF4-FFF2-40B4-BE49-F238E27FC236}">
                <a16:creationId xmlns:a16="http://schemas.microsoft.com/office/drawing/2014/main" id="{B4E7F1FB-A3DD-C532-9293-136BAC0DD833}"/>
              </a:ext>
            </a:extLst>
          </p:cNvPr>
          <p:cNvSpPr/>
          <p:nvPr/>
        </p:nvSpPr>
        <p:spPr bwMode="auto">
          <a:xfrm>
            <a:off x="6159547" y="2180560"/>
            <a:ext cx="3705300" cy="2031325"/>
          </a:xfrm>
          <a:prstGeom prst="rect">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0">
              <a:lnSpc>
                <a:spcPct val="93000"/>
              </a:lnSpc>
              <a:spcBef>
                <a:spcPct val="0"/>
              </a:spcBef>
              <a:spcAft>
                <a:spcPct val="0"/>
              </a:spcAft>
              <a:buClr>
                <a:srgbClr val="000000"/>
              </a:buClr>
              <a:buSzPct val="100000"/>
              <a:buFont typeface="Times New Roman" pitchFamily="16" charset="0"/>
              <a:buNone/>
              <a:tabLst/>
            </a:pPr>
            <a:endParaRPr kumimoji="0" lang="en-BE" sz="1800" b="0" i="0" u="none" strike="noStrike" cap="none" normalizeH="0" baseline="0">
              <a:ln>
                <a:noFill/>
              </a:ln>
              <a:effectLst/>
              <a:latin typeface="Arial" charset="0"/>
            </a:endParaRPr>
          </a:p>
        </p:txBody>
      </p:sp>
      <p:sp>
        <p:nvSpPr>
          <p:cNvPr id="3" name="TextBox 2">
            <a:extLst>
              <a:ext uri="{FF2B5EF4-FFF2-40B4-BE49-F238E27FC236}">
                <a16:creationId xmlns:a16="http://schemas.microsoft.com/office/drawing/2014/main" id="{2109F2DA-8663-8060-D256-18BC7BC0B6B8}"/>
              </a:ext>
            </a:extLst>
          </p:cNvPr>
          <p:cNvSpPr txBox="1"/>
          <p:nvPr/>
        </p:nvSpPr>
        <p:spPr>
          <a:xfrm>
            <a:off x="6231556" y="2180560"/>
            <a:ext cx="3633292" cy="2031325"/>
          </a:xfrm>
          <a:prstGeom prst="rect">
            <a:avLst/>
          </a:prstGeom>
          <a:noFill/>
        </p:spPr>
        <p:txBody>
          <a:bodyPr wrap="square" rtlCol="0">
            <a:spAutoFit/>
          </a:bodyPr>
          <a:lstStyle/>
          <a:p>
            <a:r>
              <a:rPr lang="en-US" dirty="0">
                <a:solidFill>
                  <a:srgbClr val="003D64"/>
                </a:solidFill>
                <a:latin typeface="+mn-lt"/>
              </a:rPr>
              <a:t>Voor Python </a:t>
            </a:r>
            <a:r>
              <a:rPr lang="en-US" dirty="0" err="1">
                <a:solidFill>
                  <a:srgbClr val="003D64"/>
                </a:solidFill>
                <a:latin typeface="+mn-lt"/>
              </a:rPr>
              <a:t>voorzien</a:t>
            </a:r>
            <a:r>
              <a:rPr lang="en-US" dirty="0">
                <a:solidFill>
                  <a:srgbClr val="003D64"/>
                </a:solidFill>
                <a:latin typeface="+mn-lt"/>
              </a:rPr>
              <a:t> we </a:t>
            </a:r>
            <a:r>
              <a:rPr lang="en-US" dirty="0" err="1">
                <a:solidFill>
                  <a:srgbClr val="003D64"/>
                </a:solidFill>
                <a:latin typeface="+mn-lt"/>
              </a:rPr>
              <a:t>geen</a:t>
            </a:r>
            <a:r>
              <a:rPr lang="en-US" dirty="0">
                <a:solidFill>
                  <a:srgbClr val="003D64"/>
                </a:solidFill>
                <a:latin typeface="+mn-lt"/>
              </a:rPr>
              <a:t> </a:t>
            </a:r>
            <a:r>
              <a:rPr lang="en-US" dirty="0" err="1">
                <a:solidFill>
                  <a:srgbClr val="003D64"/>
                </a:solidFill>
                <a:latin typeface="+mn-lt"/>
              </a:rPr>
              <a:t>parsercode</a:t>
            </a:r>
            <a:r>
              <a:rPr lang="en-US" dirty="0">
                <a:solidFill>
                  <a:srgbClr val="003D64"/>
                </a:solidFill>
                <a:latin typeface="+mn-lt"/>
              </a:rPr>
              <a:t>, </a:t>
            </a:r>
            <a:r>
              <a:rPr lang="en-US" dirty="0" err="1">
                <a:solidFill>
                  <a:srgbClr val="003D64"/>
                </a:solidFill>
                <a:latin typeface="+mn-lt"/>
              </a:rPr>
              <a:t>gezien</a:t>
            </a:r>
            <a:r>
              <a:rPr lang="en-US" dirty="0">
                <a:solidFill>
                  <a:srgbClr val="003D64"/>
                </a:solidFill>
                <a:latin typeface="+mn-lt"/>
              </a:rPr>
              <a:t> </a:t>
            </a:r>
            <a:r>
              <a:rPr lang="en-US" dirty="0" err="1">
                <a:solidFill>
                  <a:srgbClr val="003D64"/>
                </a:solidFill>
                <a:latin typeface="+mn-lt"/>
              </a:rPr>
              <a:t>een</a:t>
            </a:r>
            <a:r>
              <a:rPr lang="en-US" dirty="0">
                <a:solidFill>
                  <a:srgbClr val="003D64"/>
                </a:solidFill>
                <a:latin typeface="+mn-lt"/>
              </a:rPr>
              <a:t> file </a:t>
            </a:r>
            <a:r>
              <a:rPr lang="en-US" dirty="0" err="1">
                <a:solidFill>
                  <a:srgbClr val="003D64"/>
                </a:solidFill>
                <a:latin typeface="+mn-lt"/>
              </a:rPr>
              <a:t>parsen</a:t>
            </a:r>
            <a:r>
              <a:rPr lang="en-US" dirty="0">
                <a:solidFill>
                  <a:srgbClr val="003D64"/>
                </a:solidFill>
                <a:latin typeface="+mn-lt"/>
              </a:rPr>
              <a:t> in Python </a:t>
            </a:r>
            <a:r>
              <a:rPr lang="en-US" dirty="0" err="1">
                <a:solidFill>
                  <a:srgbClr val="003D64"/>
                </a:solidFill>
                <a:latin typeface="+mn-lt"/>
              </a:rPr>
              <a:t>beduidend</a:t>
            </a:r>
            <a:r>
              <a:rPr lang="en-US" dirty="0">
                <a:solidFill>
                  <a:srgbClr val="003D64"/>
                </a:solidFill>
                <a:latin typeface="+mn-lt"/>
              </a:rPr>
              <a:t> </a:t>
            </a:r>
            <a:r>
              <a:rPr lang="en-US" dirty="0" err="1">
                <a:solidFill>
                  <a:srgbClr val="003D64"/>
                </a:solidFill>
                <a:latin typeface="+mn-lt"/>
              </a:rPr>
              <a:t>eenvoudiger</a:t>
            </a:r>
            <a:r>
              <a:rPr lang="en-US" dirty="0">
                <a:solidFill>
                  <a:srgbClr val="003D64"/>
                </a:solidFill>
                <a:latin typeface="+mn-lt"/>
              </a:rPr>
              <a:t> is.</a:t>
            </a:r>
          </a:p>
          <a:p>
            <a:endParaRPr lang="en-US" dirty="0">
              <a:solidFill>
                <a:srgbClr val="003D64"/>
              </a:solidFill>
              <a:latin typeface="+mn-lt"/>
            </a:endParaRPr>
          </a:p>
          <a:p>
            <a:r>
              <a:rPr lang="en-US" dirty="0">
                <a:solidFill>
                  <a:srgbClr val="003D64"/>
                </a:solidFill>
                <a:latin typeface="+mn-lt"/>
              </a:rPr>
              <a:t>Download </a:t>
            </a:r>
            <a:r>
              <a:rPr lang="en-US" dirty="0" err="1">
                <a:solidFill>
                  <a:srgbClr val="003D64"/>
                </a:solidFill>
                <a:latin typeface="+mn-lt"/>
              </a:rPr>
              <a:t>wél</a:t>
            </a:r>
            <a:r>
              <a:rPr lang="en-US" dirty="0">
                <a:solidFill>
                  <a:srgbClr val="003D64"/>
                </a:solidFill>
                <a:latin typeface="+mn-lt"/>
              </a:rPr>
              <a:t> even de C++-parser van </a:t>
            </a:r>
            <a:r>
              <a:rPr lang="en-US" dirty="0" err="1">
                <a:solidFill>
                  <a:srgbClr val="003D64"/>
                </a:solidFill>
                <a:latin typeface="+mn-lt"/>
              </a:rPr>
              <a:t>BlackBoard</a:t>
            </a:r>
            <a:r>
              <a:rPr lang="en-US" dirty="0">
                <a:solidFill>
                  <a:srgbClr val="003D64"/>
                </a:solidFill>
                <a:latin typeface="+mn-lt"/>
              </a:rPr>
              <a:t> </a:t>
            </a:r>
            <a:r>
              <a:rPr lang="en-US" dirty="0" err="1">
                <a:solidFill>
                  <a:srgbClr val="003D64"/>
                </a:solidFill>
                <a:latin typeface="+mn-lt"/>
              </a:rPr>
              <a:t>voor</a:t>
            </a:r>
            <a:r>
              <a:rPr lang="en-US" dirty="0">
                <a:solidFill>
                  <a:srgbClr val="003D64"/>
                </a:solidFill>
                <a:latin typeface="+mn-lt"/>
              </a:rPr>
              <a:t> de </a:t>
            </a:r>
            <a:r>
              <a:rPr lang="en-US" dirty="0" err="1">
                <a:solidFill>
                  <a:srgbClr val="003D64"/>
                </a:solidFill>
                <a:latin typeface="+mn-lt"/>
              </a:rPr>
              <a:t>voorbeeld-inputfiles</a:t>
            </a:r>
            <a:r>
              <a:rPr lang="en-US" dirty="0">
                <a:solidFill>
                  <a:srgbClr val="003D64"/>
                </a:solidFill>
                <a:latin typeface="+mn-lt"/>
              </a:rPr>
              <a:t> die </a:t>
            </a:r>
            <a:r>
              <a:rPr lang="en-US" dirty="0" err="1">
                <a:solidFill>
                  <a:srgbClr val="003D64"/>
                </a:solidFill>
                <a:latin typeface="+mn-lt"/>
              </a:rPr>
              <a:t>erbij</a:t>
            </a:r>
            <a:r>
              <a:rPr lang="en-US" dirty="0">
                <a:solidFill>
                  <a:srgbClr val="003D64"/>
                </a:solidFill>
                <a:latin typeface="+mn-lt"/>
              </a:rPr>
              <a:t> </a:t>
            </a:r>
            <a:r>
              <a:rPr lang="en-US" dirty="0" err="1">
                <a:solidFill>
                  <a:srgbClr val="003D64"/>
                </a:solidFill>
                <a:latin typeface="+mn-lt"/>
              </a:rPr>
              <a:t>zitten</a:t>
            </a:r>
            <a:r>
              <a:rPr lang="en-US" dirty="0">
                <a:solidFill>
                  <a:srgbClr val="003D64"/>
                </a:solidFill>
                <a:latin typeface="+mn-lt"/>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1">
            <a:extLst>
              <a:ext uri="{FF2B5EF4-FFF2-40B4-BE49-F238E27FC236}">
                <a16:creationId xmlns:a16="http://schemas.microsoft.com/office/drawing/2014/main" id="{E9ED45D5-7086-46E6-843A-8AD6AD04DF53}"/>
              </a:ext>
            </a:extLst>
          </p:cNvPr>
          <p:cNvSpPr>
            <a:spLocks noGrp="1" noChangeArrowheads="1"/>
          </p:cNvSpPr>
          <p:nvPr>
            <p:ph type="title"/>
          </p:nvPr>
        </p:nvSpPr>
        <p:spPr/>
        <p:txBody>
          <a:bodyPr/>
          <a:lstStyle/>
          <a:p>
            <a:r>
              <a:rPr lang="nl-BE" altLang="nl-NL" dirty="0">
                <a:ea typeface="ＭＳ Ｐゴシック" panose="020B0600070205080204" pitchFamily="34" charset="-128"/>
              </a:rPr>
              <a:t>Input van textuurco</a:t>
            </a:r>
            <a:r>
              <a:rPr lang="en-US" dirty="0"/>
              <a:t>ö</a:t>
            </a:r>
            <a:r>
              <a:rPr lang="nl-BE" altLang="nl-NL" dirty="0">
                <a:ea typeface="ＭＳ Ｐゴシック" panose="020B0600070205080204" pitchFamily="34" charset="-128"/>
              </a:rPr>
              <a:t>rdinaten en normaalvectoren</a:t>
            </a:r>
          </a:p>
        </p:txBody>
      </p:sp>
      <p:sp>
        <p:nvSpPr>
          <p:cNvPr id="29698" name="Content Placeholder 2">
            <a:extLst>
              <a:ext uri="{FF2B5EF4-FFF2-40B4-BE49-F238E27FC236}">
                <a16:creationId xmlns:a16="http://schemas.microsoft.com/office/drawing/2014/main" id="{52CCDA76-1992-4574-8842-FEE48F05DC30}"/>
              </a:ext>
            </a:extLst>
          </p:cNvPr>
          <p:cNvSpPr>
            <a:spLocks noGrp="1" noChangeArrowheads="1"/>
          </p:cNvSpPr>
          <p:nvPr>
            <p:ph idx="1"/>
          </p:nvPr>
        </p:nvSpPr>
        <p:spPr>
          <a:xfrm>
            <a:off x="503238" y="1260475"/>
            <a:ext cx="9034462" cy="447675"/>
          </a:xfrm>
        </p:spPr>
        <p:txBody>
          <a:bodyPr/>
          <a:lstStyle/>
          <a:p>
            <a:r>
              <a:rPr lang="nl-BE" altLang="nl-NL" dirty="0">
                <a:ea typeface="ＭＳ Ｐゴシック" panose="020B0600070205080204" pitchFamily="34" charset="-128"/>
              </a:rPr>
              <a:t>Belangrijkste methodes in </a:t>
            </a:r>
            <a:r>
              <a:rPr lang="nl-BE" altLang="nl-NL" b="0" dirty="0">
                <a:solidFill>
                  <a:schemeClr val="tx1"/>
                </a:solidFill>
                <a:latin typeface="Courier New" panose="02070309020205020404" pitchFamily="49" charset="0"/>
                <a:ea typeface="ＭＳ Ｐゴシック" panose="020B0600070205080204" pitchFamily="34" charset="-128"/>
              </a:rPr>
              <a:t>obj::</a:t>
            </a:r>
            <a:r>
              <a:rPr lang="nl-BE" altLang="nl-NL" b="0" dirty="0">
                <a:solidFill>
                  <a:srgbClr val="005032"/>
                </a:solidFill>
                <a:latin typeface="Courier New" panose="02070309020205020404" pitchFamily="49" charset="0"/>
                <a:ea typeface="ＭＳ Ｐゴシック" panose="020B0600070205080204" pitchFamily="34" charset="-128"/>
              </a:rPr>
              <a:t>ObjectGroup</a:t>
            </a:r>
            <a:endParaRPr lang="nl-BE" altLang="nl-NL" dirty="0">
              <a:ea typeface="ＭＳ Ｐゴシック" panose="020B0600070205080204" pitchFamily="34" charset="-128"/>
            </a:endParaRPr>
          </a:p>
        </p:txBody>
      </p:sp>
      <p:sp>
        <p:nvSpPr>
          <p:cNvPr id="4" name="Footer Placeholder 3">
            <a:extLst>
              <a:ext uri="{FF2B5EF4-FFF2-40B4-BE49-F238E27FC236}">
                <a16:creationId xmlns:a16="http://schemas.microsoft.com/office/drawing/2014/main" id="{75F461F1-DD61-A64F-828F-571B315192CA}"/>
              </a:ext>
            </a:extLst>
          </p:cNvPr>
          <p:cNvSpPr>
            <a:spLocks noGrp="1"/>
          </p:cNvSpPr>
          <p:nvPr>
            <p:ph type="ftr" sz="quarter" idx="11"/>
          </p:nvPr>
        </p:nvSpPr>
        <p:spPr/>
        <p:txBody>
          <a:bodyPr/>
          <a:lstStyle/>
          <a:p>
            <a:pPr>
              <a:defRPr/>
            </a:pPr>
            <a:r>
              <a:rPr lang="en-GB"/>
              <a:t>Practicum Computer Graphics: L-Systemen</a:t>
            </a:r>
            <a:endParaRPr lang="en-GB" dirty="0"/>
          </a:p>
        </p:txBody>
      </p:sp>
      <p:sp>
        <p:nvSpPr>
          <p:cNvPr id="29700" name="Slide Number Placeholder 4">
            <a:extLst>
              <a:ext uri="{FF2B5EF4-FFF2-40B4-BE49-F238E27FC236}">
                <a16:creationId xmlns:a16="http://schemas.microsoft.com/office/drawing/2014/main" id="{37ECBEE7-4954-467A-A006-5359DAD97E7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lnSpc>
                <a:spcPct val="81000"/>
              </a:lnSpc>
              <a:spcAft>
                <a:spcPts val="1413"/>
              </a:spcAft>
              <a:buClr>
                <a:srgbClr val="053A60"/>
              </a:buClr>
              <a:buSzPct val="100000"/>
              <a:buFont typeface="Arial" panose="020B0604020202020204" pitchFamily="34" charset="0"/>
              <a:buChar char="•"/>
              <a:tabLst>
                <a:tab pos="723900" algn="l"/>
              </a:tabLst>
              <a:defRPr sz="2400" b="1">
                <a:solidFill>
                  <a:srgbClr val="003D64"/>
                </a:solidFill>
                <a:latin typeface="FreeSans" pitchFamily="32" charset="0"/>
                <a:ea typeface="ＭＳ Ｐゴシック" panose="020B0600070205080204" pitchFamily="34" charset="-128"/>
                <a:cs typeface="WenQuanYi Zen Hei" charset="0"/>
              </a:defRPr>
            </a:lvl1pPr>
            <a:lvl2pPr>
              <a:lnSpc>
                <a:spcPct val="81000"/>
              </a:lnSpc>
              <a:spcAft>
                <a:spcPts val="1138"/>
              </a:spcAft>
              <a:buClr>
                <a:srgbClr val="053A60"/>
              </a:buClr>
              <a:buSzPct val="100000"/>
              <a:buFont typeface="Times New Roman" panose="02020603050405020304" pitchFamily="18" charset="0"/>
              <a:buChar char="–"/>
              <a:tabLst>
                <a:tab pos="723900" algn="l"/>
              </a:tabLst>
              <a:defRPr sz="2200">
                <a:solidFill>
                  <a:srgbClr val="003D64"/>
                </a:solidFill>
                <a:latin typeface="FreeSans" pitchFamily="32" charset="0"/>
                <a:ea typeface="WenQuanYi Zen Hei" charset="0"/>
                <a:cs typeface="WenQuanYi Zen Hei" charset="0"/>
              </a:defRPr>
            </a:lvl2pPr>
            <a:lvl3pPr>
              <a:lnSpc>
                <a:spcPct val="81000"/>
              </a:lnSpc>
              <a:spcAft>
                <a:spcPts val="850"/>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3pPr>
            <a:lvl4pPr>
              <a:lnSpc>
                <a:spcPct val="81000"/>
              </a:lnSpc>
              <a:spcAft>
                <a:spcPts val="575"/>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4pPr>
            <a:lvl5pPr>
              <a:lnSpc>
                <a:spcPct val="81000"/>
              </a:lnSpc>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5pPr>
            <a:lvl6pPr marL="25146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6pPr>
            <a:lvl7pPr marL="29718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7pPr>
            <a:lvl8pPr marL="34290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8pPr>
            <a:lvl9pPr marL="38862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9pPr>
          </a:lstStyle>
          <a:p>
            <a:pPr>
              <a:lnSpc>
                <a:spcPct val="108000"/>
              </a:lnSpc>
              <a:spcAft>
                <a:spcPct val="0"/>
              </a:spcAft>
              <a:buClr>
                <a:srgbClr val="000000"/>
              </a:buClr>
              <a:buFont typeface="Times New Roman" panose="02020603050405020304" pitchFamily="18" charset="0"/>
              <a:buNone/>
            </a:pPr>
            <a:fld id="{C904CA28-3773-4815-8E54-2251BD53953B}" type="slidenum">
              <a:rPr lang="en-GB" altLang="nl-NL" sz="1400" b="0">
                <a:solidFill>
                  <a:srgbClr val="FFFFFF"/>
                </a:solidFill>
              </a:rPr>
              <a:pPr>
                <a:lnSpc>
                  <a:spcPct val="108000"/>
                </a:lnSpc>
                <a:spcAft>
                  <a:spcPct val="0"/>
                </a:spcAft>
                <a:buClr>
                  <a:srgbClr val="000000"/>
                </a:buClr>
                <a:buFont typeface="Times New Roman" panose="02020603050405020304" pitchFamily="18" charset="0"/>
                <a:buNone/>
              </a:pPr>
              <a:t>15</a:t>
            </a:fld>
            <a:endParaRPr lang="en-GB" altLang="nl-NL" sz="1400" b="0">
              <a:solidFill>
                <a:srgbClr val="FFFFFF"/>
              </a:solidFill>
            </a:endParaRPr>
          </a:p>
        </p:txBody>
      </p:sp>
      <p:sp>
        <p:nvSpPr>
          <p:cNvPr id="29701" name="TextBox 5">
            <a:extLst>
              <a:ext uri="{FF2B5EF4-FFF2-40B4-BE49-F238E27FC236}">
                <a16:creationId xmlns:a16="http://schemas.microsoft.com/office/drawing/2014/main" id="{7371E3FB-6761-42C4-94FC-14381C9457D0}"/>
              </a:ext>
            </a:extLst>
          </p:cNvPr>
          <p:cNvSpPr txBox="1">
            <a:spLocks noChangeArrowheads="1"/>
          </p:cNvSpPr>
          <p:nvPr/>
        </p:nvSpPr>
        <p:spPr bwMode="auto">
          <a:xfrm>
            <a:off x="825500" y="1851025"/>
            <a:ext cx="8358188" cy="3702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a:lnSpc>
                <a:spcPct val="93000"/>
              </a:lnSpc>
              <a:buClr>
                <a:srgbClr val="000000"/>
              </a:buClr>
              <a:buSzPct val="100000"/>
              <a:buFont typeface="Times New Roman" panose="02020603050405020304" pitchFamily="18" charset="0"/>
              <a:buNone/>
            </a:pPr>
            <a:r>
              <a:rPr lang="en-US" altLang="nl-NL" sz="1400" dirty="0">
                <a:solidFill>
                  <a:srgbClr val="005032"/>
                </a:solidFill>
                <a:latin typeface="Courier New" panose="02070309020205020404" pitchFamily="49" charset="0"/>
              </a:rPr>
              <a:t>//return: vector met </a:t>
            </a:r>
            <a:r>
              <a:rPr lang="en-US" altLang="nl-NL" sz="1400" dirty="0" err="1">
                <a:solidFill>
                  <a:srgbClr val="005032"/>
                </a:solidFill>
                <a:latin typeface="Courier New" panose="02070309020205020404" pitchFamily="49" charset="0"/>
              </a:rPr>
              <a:t>ingelezen</a:t>
            </a:r>
            <a:r>
              <a:rPr lang="en-US" altLang="nl-NL" sz="1400" dirty="0">
                <a:solidFill>
                  <a:srgbClr val="005032"/>
                </a:solidFill>
                <a:latin typeface="Courier New" panose="02070309020205020404" pitchFamily="49" charset="0"/>
              </a:rPr>
              <a:t> </a:t>
            </a:r>
            <a:r>
              <a:rPr lang="en-US" altLang="nl-NL" sz="1400" dirty="0" err="1">
                <a:solidFill>
                  <a:srgbClr val="005032"/>
                </a:solidFill>
                <a:latin typeface="Courier New" panose="02070309020205020404" pitchFamily="49" charset="0"/>
              </a:rPr>
              <a:t>punten</a:t>
            </a:r>
            <a:r>
              <a:rPr lang="en-US" altLang="nl-NL" sz="1400" dirty="0">
                <a:solidFill>
                  <a:srgbClr val="005032"/>
                </a:solidFill>
                <a:latin typeface="Courier New" panose="02070309020205020404" pitchFamily="49" charset="0"/>
              </a:rPr>
              <a:t> (</a:t>
            </a:r>
            <a:r>
              <a:rPr lang="en-US" altLang="nl-NL" sz="1400" dirty="0" err="1">
                <a:solidFill>
                  <a:srgbClr val="005032"/>
                </a:solidFill>
                <a:latin typeface="Courier New" panose="02070309020205020404" pitchFamily="49" charset="0"/>
              </a:rPr>
              <a:t>elke</a:t>
            </a:r>
            <a:r>
              <a:rPr lang="en-US" altLang="nl-NL" sz="1400" dirty="0">
                <a:solidFill>
                  <a:srgbClr val="005032"/>
                </a:solidFill>
                <a:latin typeface="Courier New" panose="02070309020205020404" pitchFamily="49" charset="0"/>
              </a:rPr>
              <a:t> std::vector&lt;double&gt; is 1 punt)</a:t>
            </a:r>
          </a:p>
          <a:p>
            <a:pPr eaLnBrk="1">
              <a:lnSpc>
                <a:spcPct val="93000"/>
              </a:lnSpc>
              <a:buClr>
                <a:srgbClr val="000000"/>
              </a:buClr>
              <a:buSzPct val="100000"/>
              <a:buFont typeface="Times New Roman" panose="02020603050405020304" pitchFamily="18" charset="0"/>
              <a:buNone/>
            </a:pPr>
            <a:r>
              <a:rPr lang="en-US" altLang="nl-NL" sz="1400" dirty="0">
                <a:latin typeface="Courier New" panose="02070309020205020404" pitchFamily="49" charset="0"/>
              </a:rPr>
              <a:t>std::</a:t>
            </a:r>
            <a:r>
              <a:rPr lang="en-US" altLang="nl-NL" sz="1400" dirty="0">
                <a:solidFill>
                  <a:srgbClr val="005032"/>
                </a:solidFill>
                <a:latin typeface="Courier New" panose="02070309020205020404" pitchFamily="49" charset="0"/>
              </a:rPr>
              <a:t>vector</a:t>
            </a:r>
            <a:r>
              <a:rPr lang="en-US" altLang="nl-NL" sz="1400" dirty="0">
                <a:latin typeface="Courier New" panose="02070309020205020404" pitchFamily="49" charset="0"/>
              </a:rPr>
              <a:t>&lt;std::</a:t>
            </a:r>
            <a:r>
              <a:rPr lang="en-US" altLang="nl-NL" sz="1400" dirty="0">
                <a:solidFill>
                  <a:srgbClr val="005032"/>
                </a:solidFill>
                <a:latin typeface="Courier New" panose="02070309020205020404" pitchFamily="49" charset="0"/>
              </a:rPr>
              <a:t>vector</a:t>
            </a:r>
            <a:r>
              <a:rPr lang="en-US" altLang="nl-NL" sz="1400" dirty="0">
                <a:latin typeface="Courier New" panose="02070309020205020404" pitchFamily="49" charset="0"/>
              </a:rPr>
              <a:t>&lt;</a:t>
            </a:r>
            <a:r>
              <a:rPr lang="en-US" altLang="nl-NL" sz="1400" b="1" dirty="0">
                <a:solidFill>
                  <a:srgbClr val="7F0055"/>
                </a:solidFill>
                <a:latin typeface="Courier New" panose="02070309020205020404" pitchFamily="49" charset="0"/>
              </a:rPr>
              <a:t>double</a:t>
            </a:r>
            <a:r>
              <a:rPr lang="en-US" altLang="nl-NL" sz="1400" dirty="0">
                <a:latin typeface="Courier New" panose="02070309020205020404" pitchFamily="49" charset="0"/>
              </a:rPr>
              <a:t>&gt;&gt; obj::</a:t>
            </a:r>
            <a:r>
              <a:rPr lang="en-US" altLang="nl-NL" sz="1400" b="1" dirty="0" err="1">
                <a:latin typeface="Courier New" panose="02070309020205020404" pitchFamily="49" charset="0"/>
              </a:rPr>
              <a:t>ObjectGroup</a:t>
            </a:r>
            <a:r>
              <a:rPr lang="en-US" altLang="nl-NL" sz="1400" b="1" dirty="0">
                <a:latin typeface="Courier New" panose="02070309020205020404" pitchFamily="49" charset="0"/>
              </a:rPr>
              <a:t>::</a:t>
            </a:r>
            <a:r>
              <a:rPr lang="en-US" altLang="nl-NL" sz="1400" b="1" dirty="0" err="1">
                <a:latin typeface="Courier New" panose="02070309020205020404" pitchFamily="49" charset="0"/>
              </a:rPr>
              <a:t>get_vertexes</a:t>
            </a:r>
            <a:r>
              <a:rPr lang="en-US" altLang="nl-NL" sz="1400" dirty="0">
                <a:latin typeface="Courier New" panose="02070309020205020404" pitchFamily="49" charset="0"/>
              </a:rPr>
              <a:t>();</a:t>
            </a:r>
          </a:p>
          <a:p>
            <a:pPr eaLnBrk="1">
              <a:lnSpc>
                <a:spcPct val="93000"/>
              </a:lnSpc>
              <a:buClr>
                <a:srgbClr val="000000"/>
              </a:buClr>
              <a:buSzPct val="100000"/>
            </a:pPr>
            <a:endParaRPr lang="en-US" altLang="nl-NL" sz="1400" dirty="0">
              <a:solidFill>
                <a:srgbClr val="005032"/>
              </a:solidFill>
              <a:latin typeface="Courier New" panose="02070309020205020404" pitchFamily="49" charset="0"/>
            </a:endParaRPr>
          </a:p>
          <a:p>
            <a:pPr eaLnBrk="1">
              <a:lnSpc>
                <a:spcPct val="93000"/>
              </a:lnSpc>
              <a:buClr>
                <a:srgbClr val="000000"/>
              </a:buClr>
              <a:buSzPct val="100000"/>
            </a:pPr>
            <a:r>
              <a:rPr lang="en-US" altLang="nl-NL" sz="1400" dirty="0">
                <a:solidFill>
                  <a:srgbClr val="005032"/>
                </a:solidFill>
                <a:latin typeface="Courier New" panose="02070309020205020404" pitchFamily="49" charset="0"/>
              </a:rPr>
              <a:t>//return: vector met </a:t>
            </a:r>
            <a:r>
              <a:rPr lang="en-US" altLang="nl-NL" sz="1400" dirty="0" err="1">
                <a:solidFill>
                  <a:srgbClr val="005032"/>
                </a:solidFill>
                <a:latin typeface="Courier New" panose="02070309020205020404" pitchFamily="49" charset="0"/>
              </a:rPr>
              <a:t>ingelezen</a:t>
            </a:r>
            <a:r>
              <a:rPr lang="en-US" altLang="nl-NL" sz="1400" dirty="0">
                <a:solidFill>
                  <a:srgbClr val="005032"/>
                </a:solidFill>
                <a:latin typeface="Courier New" panose="02070309020205020404" pitchFamily="49" charset="0"/>
              </a:rPr>
              <a:t> (</a:t>
            </a:r>
            <a:r>
              <a:rPr lang="en-US" altLang="nl-NL" sz="1400" dirty="0" err="1">
                <a:solidFill>
                  <a:srgbClr val="005032"/>
                </a:solidFill>
                <a:latin typeface="Courier New" panose="02070309020205020404" pitchFamily="49" charset="0"/>
              </a:rPr>
              <a:t>u,v</a:t>
            </a:r>
            <a:r>
              <a:rPr lang="en-US" altLang="nl-NL" sz="1400" dirty="0">
                <a:solidFill>
                  <a:srgbClr val="005032"/>
                </a:solidFill>
                <a:latin typeface="Courier New" panose="02070309020205020404" pitchFamily="49" charset="0"/>
              </a:rPr>
              <a:t>)-</a:t>
            </a:r>
            <a:r>
              <a:rPr lang="en-US" altLang="nl-NL" sz="1400" dirty="0" err="1">
                <a:solidFill>
                  <a:srgbClr val="005032"/>
                </a:solidFill>
                <a:latin typeface="Courier New" panose="02070309020205020404" pitchFamily="49" charset="0"/>
              </a:rPr>
              <a:t>paren</a:t>
            </a:r>
            <a:r>
              <a:rPr lang="en-US" altLang="nl-NL" sz="1400" dirty="0">
                <a:solidFill>
                  <a:srgbClr val="005032"/>
                </a:solidFill>
                <a:latin typeface="Courier New" panose="02070309020205020404" pitchFamily="49" charset="0"/>
              </a:rPr>
              <a:t> </a:t>
            </a:r>
          </a:p>
          <a:p>
            <a:pPr eaLnBrk="1">
              <a:lnSpc>
                <a:spcPct val="93000"/>
              </a:lnSpc>
              <a:buClr>
                <a:srgbClr val="000000"/>
              </a:buClr>
              <a:buSzPct val="100000"/>
              <a:buFont typeface="Times New Roman" panose="02020603050405020304" pitchFamily="18" charset="0"/>
              <a:buNone/>
            </a:pPr>
            <a:r>
              <a:rPr lang="en-US" altLang="nl-NL" sz="1400" dirty="0">
                <a:latin typeface="Courier New" panose="02070309020205020404" pitchFamily="49" charset="0"/>
              </a:rPr>
              <a:t>std::</a:t>
            </a:r>
            <a:r>
              <a:rPr lang="en-US" altLang="nl-NL" sz="1400" dirty="0">
                <a:solidFill>
                  <a:srgbClr val="005032"/>
                </a:solidFill>
                <a:latin typeface="Courier New" panose="02070309020205020404" pitchFamily="49" charset="0"/>
              </a:rPr>
              <a:t>vector</a:t>
            </a:r>
            <a:r>
              <a:rPr lang="en-US" altLang="nl-NL" sz="1400" dirty="0">
                <a:latin typeface="Courier New" panose="02070309020205020404" pitchFamily="49" charset="0"/>
              </a:rPr>
              <a:t>&lt;std::</a:t>
            </a:r>
            <a:r>
              <a:rPr lang="en-US" altLang="nl-NL" sz="1400" dirty="0">
                <a:solidFill>
                  <a:srgbClr val="005032"/>
                </a:solidFill>
                <a:latin typeface="Courier New" panose="02070309020205020404" pitchFamily="49" charset="0"/>
              </a:rPr>
              <a:t>vector</a:t>
            </a:r>
            <a:r>
              <a:rPr lang="en-US" altLang="nl-NL" sz="1400" dirty="0">
                <a:latin typeface="Courier New" panose="02070309020205020404" pitchFamily="49" charset="0"/>
              </a:rPr>
              <a:t>&lt;</a:t>
            </a:r>
            <a:r>
              <a:rPr lang="en-US" altLang="nl-NL" sz="1400" b="1" dirty="0">
                <a:solidFill>
                  <a:srgbClr val="7F0055"/>
                </a:solidFill>
                <a:latin typeface="Courier New" panose="02070309020205020404" pitchFamily="49" charset="0"/>
              </a:rPr>
              <a:t>double</a:t>
            </a:r>
            <a:r>
              <a:rPr lang="en-US" altLang="nl-NL" sz="1400" dirty="0">
                <a:latin typeface="Courier New" panose="02070309020205020404" pitchFamily="49" charset="0"/>
              </a:rPr>
              <a:t>&gt;&gt; 		obj::</a:t>
            </a:r>
            <a:r>
              <a:rPr lang="en-US" altLang="nl-NL" sz="1400" b="1" dirty="0" err="1">
                <a:latin typeface="Courier New" panose="02070309020205020404" pitchFamily="49" charset="0"/>
              </a:rPr>
              <a:t>ObjectGroup</a:t>
            </a:r>
            <a:r>
              <a:rPr lang="en-US" altLang="nl-NL" sz="1400" b="1" dirty="0">
                <a:latin typeface="Courier New" panose="02070309020205020404" pitchFamily="49" charset="0"/>
              </a:rPr>
              <a:t>::</a:t>
            </a:r>
            <a:r>
              <a:rPr lang="en-US" altLang="nl-NL" sz="1400" b="1" dirty="0" err="1">
                <a:latin typeface="Courier New" panose="02070309020205020404" pitchFamily="49" charset="0"/>
              </a:rPr>
              <a:t>get_texture_coordinates</a:t>
            </a:r>
            <a:r>
              <a:rPr lang="en-US" altLang="nl-NL" sz="1400" dirty="0">
                <a:latin typeface="Courier New" panose="02070309020205020404" pitchFamily="49" charset="0"/>
              </a:rPr>
              <a:t>();</a:t>
            </a:r>
          </a:p>
          <a:p>
            <a:pPr eaLnBrk="1">
              <a:lnSpc>
                <a:spcPct val="93000"/>
              </a:lnSpc>
              <a:buClr>
                <a:srgbClr val="000000"/>
              </a:buClr>
              <a:buSzPct val="100000"/>
              <a:buFont typeface="Times New Roman" panose="02020603050405020304" pitchFamily="18" charset="0"/>
              <a:buNone/>
            </a:pPr>
            <a:endParaRPr lang="en-US" altLang="nl-NL" sz="1400" dirty="0">
              <a:latin typeface="Courier New" panose="02070309020205020404" pitchFamily="49" charset="0"/>
            </a:endParaRPr>
          </a:p>
          <a:p>
            <a:pPr eaLnBrk="1">
              <a:lnSpc>
                <a:spcPct val="93000"/>
              </a:lnSpc>
              <a:buClr>
                <a:srgbClr val="000000"/>
              </a:buClr>
              <a:buSzPct val="100000"/>
            </a:pPr>
            <a:r>
              <a:rPr lang="en-US" altLang="nl-NL" sz="1400" dirty="0">
                <a:solidFill>
                  <a:srgbClr val="005032"/>
                </a:solidFill>
                <a:latin typeface="Courier New" panose="02070309020205020404" pitchFamily="49" charset="0"/>
              </a:rPr>
              <a:t>//return: vector met </a:t>
            </a:r>
            <a:r>
              <a:rPr lang="en-US" altLang="nl-NL" sz="1400" dirty="0" err="1">
                <a:solidFill>
                  <a:srgbClr val="005032"/>
                </a:solidFill>
                <a:latin typeface="Courier New" panose="02070309020205020404" pitchFamily="49" charset="0"/>
              </a:rPr>
              <a:t>ingelezen</a:t>
            </a:r>
            <a:r>
              <a:rPr lang="en-US" altLang="nl-NL" sz="1400" dirty="0">
                <a:solidFill>
                  <a:srgbClr val="005032"/>
                </a:solidFill>
                <a:latin typeface="Courier New" panose="02070309020205020404" pitchFamily="49" charset="0"/>
              </a:rPr>
              <a:t> </a:t>
            </a:r>
            <a:r>
              <a:rPr lang="en-US" altLang="nl-NL" sz="1400" dirty="0" err="1">
                <a:solidFill>
                  <a:srgbClr val="005032"/>
                </a:solidFill>
                <a:latin typeface="Courier New" panose="02070309020205020404" pitchFamily="49" charset="0"/>
              </a:rPr>
              <a:t>normaalvectoren</a:t>
            </a:r>
            <a:endParaRPr lang="en-US" altLang="nl-NL" sz="1400" dirty="0">
              <a:latin typeface="Courier New" panose="02070309020205020404" pitchFamily="49" charset="0"/>
            </a:endParaRPr>
          </a:p>
          <a:p>
            <a:pPr eaLnBrk="1">
              <a:lnSpc>
                <a:spcPct val="93000"/>
              </a:lnSpc>
              <a:buClr>
                <a:srgbClr val="000000"/>
              </a:buClr>
              <a:buSzPct val="100000"/>
              <a:buFont typeface="Times New Roman" panose="02020603050405020304" pitchFamily="18" charset="0"/>
              <a:buNone/>
            </a:pPr>
            <a:r>
              <a:rPr lang="en-US" altLang="nl-NL" sz="1400" dirty="0">
                <a:latin typeface="Courier New" panose="02070309020205020404" pitchFamily="49" charset="0"/>
              </a:rPr>
              <a:t>std::</a:t>
            </a:r>
            <a:r>
              <a:rPr lang="en-US" altLang="nl-NL" sz="1400" dirty="0">
                <a:solidFill>
                  <a:srgbClr val="005032"/>
                </a:solidFill>
                <a:latin typeface="Courier New" panose="02070309020205020404" pitchFamily="49" charset="0"/>
              </a:rPr>
              <a:t>vector</a:t>
            </a:r>
            <a:r>
              <a:rPr lang="en-US" altLang="nl-NL" sz="1400" dirty="0">
                <a:latin typeface="Courier New" panose="02070309020205020404" pitchFamily="49" charset="0"/>
              </a:rPr>
              <a:t>&lt;std::</a:t>
            </a:r>
            <a:r>
              <a:rPr lang="en-US" altLang="nl-NL" sz="1400" dirty="0">
                <a:solidFill>
                  <a:srgbClr val="005032"/>
                </a:solidFill>
                <a:latin typeface="Courier New" panose="02070309020205020404" pitchFamily="49" charset="0"/>
              </a:rPr>
              <a:t>vector</a:t>
            </a:r>
            <a:r>
              <a:rPr lang="en-US" altLang="nl-NL" sz="1400" dirty="0">
                <a:latin typeface="Courier New" panose="02070309020205020404" pitchFamily="49" charset="0"/>
              </a:rPr>
              <a:t>&lt;</a:t>
            </a:r>
            <a:r>
              <a:rPr lang="en-US" altLang="nl-NL" sz="1400" b="1" dirty="0">
                <a:solidFill>
                  <a:srgbClr val="7F0055"/>
                </a:solidFill>
                <a:latin typeface="Courier New" panose="02070309020205020404" pitchFamily="49" charset="0"/>
              </a:rPr>
              <a:t>double</a:t>
            </a:r>
            <a:r>
              <a:rPr lang="en-US" altLang="nl-NL" sz="1400" dirty="0">
                <a:latin typeface="Courier New" panose="02070309020205020404" pitchFamily="49" charset="0"/>
              </a:rPr>
              <a:t>&gt;&gt; obj::</a:t>
            </a:r>
            <a:r>
              <a:rPr lang="en-US" altLang="nl-NL" sz="1400" b="1" dirty="0" err="1">
                <a:latin typeface="Courier New" panose="02070309020205020404" pitchFamily="49" charset="0"/>
              </a:rPr>
              <a:t>ObjectGroup</a:t>
            </a:r>
            <a:r>
              <a:rPr lang="en-US" altLang="nl-NL" sz="1400" b="1" dirty="0">
                <a:latin typeface="Courier New" panose="02070309020205020404" pitchFamily="49" charset="0"/>
              </a:rPr>
              <a:t>::</a:t>
            </a:r>
            <a:r>
              <a:rPr lang="en-US" altLang="nl-NL" sz="1400" b="1" dirty="0" err="1">
                <a:latin typeface="Courier New" panose="02070309020205020404" pitchFamily="49" charset="0"/>
              </a:rPr>
              <a:t>get_vertex_normals</a:t>
            </a:r>
            <a:r>
              <a:rPr lang="en-US" altLang="nl-NL" sz="1400" dirty="0">
                <a:latin typeface="Courier New" panose="02070309020205020404" pitchFamily="49" charset="0"/>
              </a:rPr>
              <a:t>();</a:t>
            </a:r>
          </a:p>
          <a:p>
            <a:pPr eaLnBrk="1">
              <a:lnSpc>
                <a:spcPct val="93000"/>
              </a:lnSpc>
              <a:buClr>
                <a:srgbClr val="000000"/>
              </a:buClr>
              <a:buSzPct val="100000"/>
              <a:buFont typeface="Times New Roman" panose="02020603050405020304" pitchFamily="18" charset="0"/>
              <a:buNone/>
            </a:pPr>
            <a:endParaRPr lang="en-US" altLang="nl-NL" sz="1400" dirty="0">
              <a:latin typeface="Courier New" panose="02070309020205020404" pitchFamily="49" charset="0"/>
            </a:endParaRPr>
          </a:p>
          <a:p>
            <a:pPr eaLnBrk="1">
              <a:lnSpc>
                <a:spcPct val="93000"/>
              </a:lnSpc>
              <a:buClr>
                <a:srgbClr val="000000"/>
              </a:buClr>
              <a:buSzPct val="100000"/>
            </a:pPr>
            <a:r>
              <a:rPr lang="en-US" altLang="nl-NL" sz="1400" dirty="0">
                <a:solidFill>
                  <a:srgbClr val="005032"/>
                </a:solidFill>
                <a:latin typeface="Courier New" panose="02070309020205020404" pitchFamily="49" charset="0"/>
              </a:rPr>
              <a:t>//return: vector met </a:t>
            </a:r>
            <a:r>
              <a:rPr lang="en-US" altLang="nl-NL" sz="1400" dirty="0" err="1">
                <a:solidFill>
                  <a:srgbClr val="005032"/>
                </a:solidFill>
                <a:latin typeface="Courier New" panose="02070309020205020404" pitchFamily="49" charset="0"/>
              </a:rPr>
              <a:t>ingelezen</a:t>
            </a:r>
            <a:r>
              <a:rPr lang="en-US" altLang="nl-NL" sz="1400" dirty="0">
                <a:solidFill>
                  <a:srgbClr val="005032"/>
                </a:solidFill>
                <a:latin typeface="Courier New" panose="02070309020205020404" pitchFamily="49" charset="0"/>
              </a:rPr>
              <a:t> faces</a:t>
            </a:r>
            <a:endParaRPr lang="en-US" altLang="nl-NL" sz="1400" dirty="0">
              <a:latin typeface="Courier New" panose="02070309020205020404" pitchFamily="49" charset="0"/>
            </a:endParaRPr>
          </a:p>
          <a:p>
            <a:pPr eaLnBrk="1">
              <a:lnSpc>
                <a:spcPct val="93000"/>
              </a:lnSpc>
              <a:buClr>
                <a:srgbClr val="000000"/>
              </a:buClr>
              <a:buSzPct val="100000"/>
              <a:buFont typeface="Times New Roman" panose="02020603050405020304" pitchFamily="18" charset="0"/>
              <a:buNone/>
            </a:pPr>
            <a:r>
              <a:rPr lang="en-US" altLang="nl-NL" sz="1400" dirty="0">
                <a:latin typeface="Courier New" panose="02070309020205020404" pitchFamily="49" charset="0"/>
              </a:rPr>
              <a:t>std::</a:t>
            </a:r>
            <a:r>
              <a:rPr lang="en-US" altLang="nl-NL" sz="1400" dirty="0">
                <a:solidFill>
                  <a:srgbClr val="005032"/>
                </a:solidFill>
                <a:latin typeface="Courier New" panose="02070309020205020404" pitchFamily="49" charset="0"/>
              </a:rPr>
              <a:t>vector</a:t>
            </a:r>
            <a:r>
              <a:rPr lang="en-US" altLang="nl-NL" sz="1400" dirty="0">
                <a:latin typeface="Courier New" panose="02070309020205020404" pitchFamily="49" charset="0"/>
              </a:rPr>
              <a:t>&lt;obj::Polygon&gt; obj::</a:t>
            </a:r>
            <a:r>
              <a:rPr lang="en-US" altLang="nl-NL" sz="1400" b="1" dirty="0" err="1">
                <a:latin typeface="Courier New" panose="02070309020205020404" pitchFamily="49" charset="0"/>
              </a:rPr>
              <a:t>ObjectGroup</a:t>
            </a:r>
            <a:r>
              <a:rPr lang="en-US" altLang="nl-NL" sz="1400" b="1" dirty="0">
                <a:latin typeface="Courier New" panose="02070309020205020404" pitchFamily="49" charset="0"/>
              </a:rPr>
              <a:t>::</a:t>
            </a:r>
            <a:r>
              <a:rPr lang="en-US" altLang="nl-NL" sz="1400" b="1" dirty="0" err="1">
                <a:latin typeface="Courier New" panose="02070309020205020404" pitchFamily="49" charset="0"/>
              </a:rPr>
              <a:t>get_polygons</a:t>
            </a:r>
            <a:r>
              <a:rPr lang="en-US" altLang="nl-NL" sz="1400" dirty="0">
                <a:latin typeface="Courier New" panose="02070309020205020404" pitchFamily="49" charset="0"/>
              </a:rPr>
              <a:t>();</a:t>
            </a:r>
          </a:p>
          <a:p>
            <a:pPr eaLnBrk="1">
              <a:lnSpc>
                <a:spcPct val="93000"/>
              </a:lnSpc>
              <a:buClr>
                <a:srgbClr val="000000"/>
              </a:buClr>
              <a:buSzPct val="100000"/>
              <a:buFont typeface="Times New Roman" panose="02020603050405020304" pitchFamily="18" charset="0"/>
              <a:buNone/>
            </a:pPr>
            <a:endParaRPr lang="en-US" altLang="nl-NL" sz="1400" dirty="0">
              <a:latin typeface="Courier New" panose="02070309020205020404" pitchFamily="49" charset="0"/>
            </a:endParaRPr>
          </a:p>
          <a:p>
            <a:pPr eaLnBrk="1">
              <a:lnSpc>
                <a:spcPct val="93000"/>
              </a:lnSpc>
              <a:buClr>
                <a:srgbClr val="000000"/>
              </a:buClr>
              <a:buSzPct val="100000"/>
            </a:pPr>
            <a:r>
              <a:rPr lang="en-US" altLang="nl-NL" sz="1400" dirty="0">
                <a:solidFill>
                  <a:srgbClr val="005032"/>
                </a:solidFill>
                <a:latin typeface="Courier New" panose="02070309020205020404" pitchFamily="49" charset="0"/>
              </a:rPr>
              <a:t>//return: naam van het material, </a:t>
            </a:r>
            <a:r>
              <a:rPr lang="en-US" altLang="nl-NL" sz="1400" dirty="0" err="1">
                <a:solidFill>
                  <a:srgbClr val="005032"/>
                </a:solidFill>
                <a:latin typeface="Courier New" panose="02070309020205020404" pitchFamily="49" charset="0"/>
              </a:rPr>
              <a:t>gespecificeerd</a:t>
            </a:r>
            <a:r>
              <a:rPr lang="en-US" altLang="nl-NL" sz="1400" dirty="0">
                <a:solidFill>
                  <a:srgbClr val="005032"/>
                </a:solidFill>
                <a:latin typeface="Courier New" panose="02070309020205020404" pitchFamily="49" charset="0"/>
              </a:rPr>
              <a:t> door </a:t>
            </a:r>
            <a:r>
              <a:rPr lang="en-US" altLang="nl-NL" sz="1400" dirty="0" err="1">
                <a:solidFill>
                  <a:srgbClr val="005032"/>
                </a:solidFill>
                <a:latin typeface="Courier New" panose="02070309020205020404" pitchFamily="49" charset="0"/>
              </a:rPr>
              <a:t>usemtl</a:t>
            </a:r>
            <a:endParaRPr lang="en-US" altLang="nl-NL" sz="1400" dirty="0">
              <a:latin typeface="Courier New" panose="02070309020205020404" pitchFamily="49" charset="0"/>
            </a:endParaRPr>
          </a:p>
          <a:p>
            <a:pPr eaLnBrk="1">
              <a:lnSpc>
                <a:spcPct val="93000"/>
              </a:lnSpc>
              <a:buClr>
                <a:srgbClr val="000000"/>
              </a:buClr>
              <a:buSzPct val="100000"/>
              <a:buFont typeface="Times New Roman" panose="02020603050405020304" pitchFamily="18" charset="0"/>
              <a:buNone/>
            </a:pPr>
            <a:r>
              <a:rPr lang="en-US" altLang="nl-NL" sz="1400" dirty="0">
                <a:latin typeface="Courier New" panose="02070309020205020404" pitchFamily="49" charset="0"/>
              </a:rPr>
              <a:t>std::</a:t>
            </a:r>
            <a:r>
              <a:rPr lang="en-US" altLang="nl-NL" sz="1400" dirty="0">
                <a:solidFill>
                  <a:srgbClr val="005032"/>
                </a:solidFill>
                <a:latin typeface="Courier New" panose="02070309020205020404" pitchFamily="49" charset="0"/>
              </a:rPr>
              <a:t>string</a:t>
            </a:r>
            <a:r>
              <a:rPr lang="en-US" altLang="nl-NL" sz="1400" dirty="0">
                <a:latin typeface="Courier New" panose="02070309020205020404" pitchFamily="49" charset="0"/>
              </a:rPr>
              <a:t> obj::</a:t>
            </a:r>
            <a:r>
              <a:rPr lang="en-US" altLang="nl-NL" sz="1400" b="1" dirty="0" err="1">
                <a:latin typeface="Courier New" panose="02070309020205020404" pitchFamily="49" charset="0"/>
              </a:rPr>
              <a:t>ObjectGroup</a:t>
            </a:r>
            <a:r>
              <a:rPr lang="en-US" altLang="nl-NL" sz="1400" b="1" dirty="0">
                <a:latin typeface="Courier New" panose="02070309020205020404" pitchFamily="49" charset="0"/>
              </a:rPr>
              <a:t>::</a:t>
            </a:r>
            <a:r>
              <a:rPr lang="en-US" altLang="nl-NL" sz="1400" b="1" dirty="0" err="1">
                <a:latin typeface="Courier New" panose="02070309020205020404" pitchFamily="49" charset="0"/>
              </a:rPr>
              <a:t>get_mtl_name</a:t>
            </a:r>
            <a:r>
              <a:rPr lang="en-US" altLang="nl-NL" sz="1400" dirty="0">
                <a:latin typeface="Courier New" panose="02070309020205020404" pitchFamily="49" charset="0"/>
              </a:rPr>
              <a:t>();</a:t>
            </a:r>
          </a:p>
          <a:p>
            <a:pPr eaLnBrk="1">
              <a:lnSpc>
                <a:spcPct val="93000"/>
              </a:lnSpc>
              <a:buClr>
                <a:srgbClr val="000000"/>
              </a:buClr>
              <a:buSzPct val="100000"/>
              <a:buFont typeface="Times New Roman" panose="02020603050405020304" pitchFamily="18" charset="0"/>
              <a:buNone/>
            </a:pPr>
            <a:endParaRPr lang="en-US" altLang="nl-NL" sz="1400" dirty="0">
              <a:latin typeface="Courier New" panose="02070309020205020404" pitchFamily="49" charset="0"/>
            </a:endParaRPr>
          </a:p>
          <a:p>
            <a:pPr eaLnBrk="1">
              <a:lnSpc>
                <a:spcPct val="93000"/>
              </a:lnSpc>
              <a:buClr>
                <a:srgbClr val="000000"/>
              </a:buClr>
              <a:buSzPct val="100000"/>
            </a:pPr>
            <a:r>
              <a:rPr lang="en-US" altLang="nl-NL" sz="1400" dirty="0">
                <a:solidFill>
                  <a:srgbClr val="005032"/>
                </a:solidFill>
                <a:latin typeface="Courier New" panose="02070309020205020404" pitchFamily="49" charset="0"/>
              </a:rPr>
              <a:t>//return: </a:t>
            </a:r>
            <a:r>
              <a:rPr lang="en-US" altLang="nl-NL" sz="1400" dirty="0" err="1">
                <a:solidFill>
                  <a:srgbClr val="005032"/>
                </a:solidFill>
                <a:latin typeface="Courier New" panose="02070309020205020404" pitchFamily="49" charset="0"/>
              </a:rPr>
              <a:t>bestandsnaam</a:t>
            </a:r>
            <a:r>
              <a:rPr lang="en-US" altLang="nl-NL" sz="1400" dirty="0">
                <a:solidFill>
                  <a:srgbClr val="005032"/>
                </a:solidFill>
                <a:latin typeface="Courier New" panose="02070309020205020404" pitchFamily="49" charset="0"/>
              </a:rPr>
              <a:t> van de material library, </a:t>
            </a:r>
            <a:r>
              <a:rPr lang="en-US" altLang="nl-NL" sz="1400" dirty="0" err="1">
                <a:solidFill>
                  <a:srgbClr val="005032"/>
                </a:solidFill>
                <a:latin typeface="Courier New" panose="02070309020205020404" pitchFamily="49" charset="0"/>
              </a:rPr>
              <a:t>gespecificeerd</a:t>
            </a:r>
            <a:r>
              <a:rPr lang="en-US" altLang="nl-NL" sz="1400" dirty="0">
                <a:solidFill>
                  <a:srgbClr val="005032"/>
                </a:solidFill>
                <a:latin typeface="Courier New" panose="02070309020205020404" pitchFamily="49" charset="0"/>
              </a:rPr>
              <a:t> door </a:t>
            </a:r>
            <a:r>
              <a:rPr lang="en-US" altLang="nl-NL" sz="1400" dirty="0" err="1">
                <a:solidFill>
                  <a:srgbClr val="005032"/>
                </a:solidFill>
                <a:latin typeface="Courier New" panose="02070309020205020404" pitchFamily="49" charset="0"/>
              </a:rPr>
              <a:t>mtllib</a:t>
            </a:r>
            <a:endParaRPr lang="en-US" altLang="nl-NL" sz="1400" dirty="0">
              <a:latin typeface="Courier New" panose="02070309020205020404" pitchFamily="49" charset="0"/>
            </a:endParaRPr>
          </a:p>
          <a:p>
            <a:pPr eaLnBrk="1">
              <a:lnSpc>
                <a:spcPct val="93000"/>
              </a:lnSpc>
              <a:buClr>
                <a:srgbClr val="000000"/>
              </a:buClr>
              <a:buSzPct val="100000"/>
              <a:buFont typeface="Times New Roman" panose="02020603050405020304" pitchFamily="18" charset="0"/>
              <a:buNone/>
            </a:pPr>
            <a:r>
              <a:rPr lang="en-US" altLang="nl-NL" sz="1400" dirty="0">
                <a:latin typeface="Courier New" panose="02070309020205020404" pitchFamily="49" charset="0"/>
              </a:rPr>
              <a:t>std::</a:t>
            </a:r>
            <a:r>
              <a:rPr lang="en-US" altLang="nl-NL" sz="1400" dirty="0">
                <a:solidFill>
                  <a:srgbClr val="005032"/>
                </a:solidFill>
                <a:latin typeface="Courier New" panose="02070309020205020404" pitchFamily="49" charset="0"/>
              </a:rPr>
              <a:t>string</a:t>
            </a:r>
            <a:r>
              <a:rPr lang="en-US" altLang="nl-NL" sz="1400" dirty="0">
                <a:latin typeface="Courier New" panose="02070309020205020404" pitchFamily="49" charset="0"/>
              </a:rPr>
              <a:t> obj::</a:t>
            </a:r>
            <a:r>
              <a:rPr lang="en-US" altLang="nl-NL" sz="1400" b="1" dirty="0" err="1">
                <a:latin typeface="Courier New" panose="02070309020205020404" pitchFamily="49" charset="0"/>
              </a:rPr>
              <a:t>ObjectGroup</a:t>
            </a:r>
            <a:r>
              <a:rPr lang="en-US" altLang="nl-NL" sz="1400" b="1" dirty="0">
                <a:latin typeface="Courier New" panose="02070309020205020404" pitchFamily="49" charset="0"/>
              </a:rPr>
              <a:t>::</a:t>
            </a:r>
            <a:r>
              <a:rPr lang="en-US" altLang="nl-NL" sz="1400" b="1" dirty="0" err="1">
                <a:latin typeface="Courier New" panose="02070309020205020404" pitchFamily="49" charset="0"/>
              </a:rPr>
              <a:t>get_mtllib_file_name</a:t>
            </a:r>
            <a:r>
              <a:rPr lang="en-US" altLang="nl-NL" sz="1400" dirty="0">
                <a:latin typeface="Courier New" panose="02070309020205020404" pitchFamily="49" charset="0"/>
              </a:rP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1">
            <a:extLst>
              <a:ext uri="{FF2B5EF4-FFF2-40B4-BE49-F238E27FC236}">
                <a16:creationId xmlns:a16="http://schemas.microsoft.com/office/drawing/2014/main" id="{E9ED45D5-7086-46E6-843A-8AD6AD04DF53}"/>
              </a:ext>
            </a:extLst>
          </p:cNvPr>
          <p:cNvSpPr>
            <a:spLocks noGrp="1" noChangeArrowheads="1"/>
          </p:cNvSpPr>
          <p:nvPr>
            <p:ph type="title"/>
          </p:nvPr>
        </p:nvSpPr>
        <p:spPr/>
        <p:txBody>
          <a:bodyPr/>
          <a:lstStyle/>
          <a:p>
            <a:r>
              <a:rPr lang="nl-BE" altLang="nl-NL" dirty="0">
                <a:ea typeface="ＭＳ Ｐゴシック" panose="020B0600070205080204" pitchFamily="34" charset="-128"/>
              </a:rPr>
              <a:t>Input van textuurco</a:t>
            </a:r>
            <a:r>
              <a:rPr lang="en-US" dirty="0"/>
              <a:t>ö</a:t>
            </a:r>
            <a:r>
              <a:rPr lang="nl-BE" altLang="nl-NL" dirty="0">
                <a:ea typeface="ＭＳ Ｐゴシック" panose="020B0600070205080204" pitchFamily="34" charset="-128"/>
              </a:rPr>
              <a:t>rdinaten en normaalvectoren</a:t>
            </a:r>
          </a:p>
        </p:txBody>
      </p:sp>
      <p:sp>
        <p:nvSpPr>
          <p:cNvPr id="29698" name="Content Placeholder 2">
            <a:extLst>
              <a:ext uri="{FF2B5EF4-FFF2-40B4-BE49-F238E27FC236}">
                <a16:creationId xmlns:a16="http://schemas.microsoft.com/office/drawing/2014/main" id="{52CCDA76-1992-4574-8842-FEE48F05DC30}"/>
              </a:ext>
            </a:extLst>
          </p:cNvPr>
          <p:cNvSpPr>
            <a:spLocks noGrp="1" noChangeArrowheads="1"/>
          </p:cNvSpPr>
          <p:nvPr>
            <p:ph idx="1"/>
          </p:nvPr>
        </p:nvSpPr>
        <p:spPr>
          <a:xfrm>
            <a:off x="503238" y="1260475"/>
            <a:ext cx="9034462" cy="447675"/>
          </a:xfrm>
        </p:spPr>
        <p:txBody>
          <a:bodyPr/>
          <a:lstStyle/>
          <a:p>
            <a:r>
              <a:rPr lang="nl-BE" altLang="nl-NL" dirty="0">
                <a:ea typeface="ＭＳ Ｐゴシック" panose="020B0600070205080204" pitchFamily="34" charset="-128"/>
              </a:rPr>
              <a:t>Belangrijkste methodes in </a:t>
            </a:r>
            <a:r>
              <a:rPr lang="nl-BE" altLang="nl-NL" b="0" dirty="0">
                <a:solidFill>
                  <a:schemeClr val="tx1"/>
                </a:solidFill>
                <a:latin typeface="Courier New" panose="02070309020205020404" pitchFamily="49" charset="0"/>
                <a:ea typeface="ＭＳ Ｐゴシック" panose="020B0600070205080204" pitchFamily="34" charset="-128"/>
              </a:rPr>
              <a:t>obj::</a:t>
            </a:r>
            <a:r>
              <a:rPr lang="nl-BE" altLang="nl-NL" b="0" dirty="0">
                <a:solidFill>
                  <a:srgbClr val="005032"/>
                </a:solidFill>
                <a:latin typeface="Courier New" panose="02070309020205020404" pitchFamily="49" charset="0"/>
                <a:ea typeface="ＭＳ Ｐゴシック" panose="020B0600070205080204" pitchFamily="34" charset="-128"/>
              </a:rPr>
              <a:t>Polygon</a:t>
            </a:r>
            <a:endParaRPr lang="nl-BE" altLang="nl-NL" dirty="0">
              <a:ea typeface="ＭＳ Ｐゴシック" panose="020B0600070205080204" pitchFamily="34" charset="-128"/>
            </a:endParaRPr>
          </a:p>
        </p:txBody>
      </p:sp>
      <p:sp>
        <p:nvSpPr>
          <p:cNvPr id="4" name="Footer Placeholder 3">
            <a:extLst>
              <a:ext uri="{FF2B5EF4-FFF2-40B4-BE49-F238E27FC236}">
                <a16:creationId xmlns:a16="http://schemas.microsoft.com/office/drawing/2014/main" id="{75F461F1-DD61-A64F-828F-571B315192CA}"/>
              </a:ext>
            </a:extLst>
          </p:cNvPr>
          <p:cNvSpPr>
            <a:spLocks noGrp="1"/>
          </p:cNvSpPr>
          <p:nvPr>
            <p:ph type="ftr" sz="quarter" idx="11"/>
          </p:nvPr>
        </p:nvSpPr>
        <p:spPr/>
        <p:txBody>
          <a:bodyPr/>
          <a:lstStyle/>
          <a:p>
            <a:pPr>
              <a:defRPr/>
            </a:pPr>
            <a:r>
              <a:rPr lang="en-GB"/>
              <a:t>Practicum Computer Graphics: L-Systemen</a:t>
            </a:r>
            <a:endParaRPr lang="en-GB" dirty="0"/>
          </a:p>
        </p:txBody>
      </p:sp>
      <p:sp>
        <p:nvSpPr>
          <p:cNvPr id="29700" name="Slide Number Placeholder 4">
            <a:extLst>
              <a:ext uri="{FF2B5EF4-FFF2-40B4-BE49-F238E27FC236}">
                <a16:creationId xmlns:a16="http://schemas.microsoft.com/office/drawing/2014/main" id="{37ECBEE7-4954-467A-A006-5359DAD97E7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lnSpc>
                <a:spcPct val="81000"/>
              </a:lnSpc>
              <a:spcAft>
                <a:spcPts val="1413"/>
              </a:spcAft>
              <a:buClr>
                <a:srgbClr val="053A60"/>
              </a:buClr>
              <a:buSzPct val="100000"/>
              <a:buFont typeface="Arial" panose="020B0604020202020204" pitchFamily="34" charset="0"/>
              <a:buChar char="•"/>
              <a:tabLst>
                <a:tab pos="723900" algn="l"/>
              </a:tabLst>
              <a:defRPr sz="2400" b="1">
                <a:solidFill>
                  <a:srgbClr val="003D64"/>
                </a:solidFill>
                <a:latin typeface="FreeSans" pitchFamily="32" charset="0"/>
                <a:ea typeface="ＭＳ Ｐゴシック" panose="020B0600070205080204" pitchFamily="34" charset="-128"/>
                <a:cs typeface="WenQuanYi Zen Hei" charset="0"/>
              </a:defRPr>
            </a:lvl1pPr>
            <a:lvl2pPr>
              <a:lnSpc>
                <a:spcPct val="81000"/>
              </a:lnSpc>
              <a:spcAft>
                <a:spcPts val="1138"/>
              </a:spcAft>
              <a:buClr>
                <a:srgbClr val="053A60"/>
              </a:buClr>
              <a:buSzPct val="100000"/>
              <a:buFont typeface="Times New Roman" panose="02020603050405020304" pitchFamily="18" charset="0"/>
              <a:buChar char="–"/>
              <a:tabLst>
                <a:tab pos="723900" algn="l"/>
              </a:tabLst>
              <a:defRPr sz="2200">
                <a:solidFill>
                  <a:srgbClr val="003D64"/>
                </a:solidFill>
                <a:latin typeface="FreeSans" pitchFamily="32" charset="0"/>
                <a:ea typeface="WenQuanYi Zen Hei" charset="0"/>
                <a:cs typeface="WenQuanYi Zen Hei" charset="0"/>
              </a:defRPr>
            </a:lvl2pPr>
            <a:lvl3pPr>
              <a:lnSpc>
                <a:spcPct val="81000"/>
              </a:lnSpc>
              <a:spcAft>
                <a:spcPts val="850"/>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3pPr>
            <a:lvl4pPr>
              <a:lnSpc>
                <a:spcPct val="81000"/>
              </a:lnSpc>
              <a:spcAft>
                <a:spcPts val="575"/>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4pPr>
            <a:lvl5pPr>
              <a:lnSpc>
                <a:spcPct val="81000"/>
              </a:lnSpc>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5pPr>
            <a:lvl6pPr marL="25146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6pPr>
            <a:lvl7pPr marL="29718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7pPr>
            <a:lvl8pPr marL="34290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8pPr>
            <a:lvl9pPr marL="38862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9pPr>
          </a:lstStyle>
          <a:p>
            <a:pPr>
              <a:lnSpc>
                <a:spcPct val="108000"/>
              </a:lnSpc>
              <a:spcAft>
                <a:spcPct val="0"/>
              </a:spcAft>
              <a:buClr>
                <a:srgbClr val="000000"/>
              </a:buClr>
              <a:buFont typeface="Times New Roman" panose="02020603050405020304" pitchFamily="18" charset="0"/>
              <a:buNone/>
            </a:pPr>
            <a:fld id="{C904CA28-3773-4815-8E54-2251BD53953B}" type="slidenum">
              <a:rPr lang="en-GB" altLang="nl-NL" sz="1400" b="0">
                <a:solidFill>
                  <a:srgbClr val="FFFFFF"/>
                </a:solidFill>
              </a:rPr>
              <a:pPr>
                <a:lnSpc>
                  <a:spcPct val="108000"/>
                </a:lnSpc>
                <a:spcAft>
                  <a:spcPct val="0"/>
                </a:spcAft>
                <a:buClr>
                  <a:srgbClr val="000000"/>
                </a:buClr>
                <a:buFont typeface="Times New Roman" panose="02020603050405020304" pitchFamily="18" charset="0"/>
                <a:buNone/>
              </a:pPr>
              <a:t>16</a:t>
            </a:fld>
            <a:endParaRPr lang="en-GB" altLang="nl-NL" sz="1400" b="0">
              <a:solidFill>
                <a:srgbClr val="FFFFFF"/>
              </a:solidFill>
            </a:endParaRPr>
          </a:p>
        </p:txBody>
      </p:sp>
      <p:sp>
        <p:nvSpPr>
          <p:cNvPr id="29701" name="TextBox 5">
            <a:extLst>
              <a:ext uri="{FF2B5EF4-FFF2-40B4-BE49-F238E27FC236}">
                <a16:creationId xmlns:a16="http://schemas.microsoft.com/office/drawing/2014/main" id="{7371E3FB-6761-42C4-94FC-14381C9457D0}"/>
              </a:ext>
            </a:extLst>
          </p:cNvPr>
          <p:cNvSpPr txBox="1">
            <a:spLocks noChangeArrowheads="1"/>
          </p:cNvSpPr>
          <p:nvPr/>
        </p:nvSpPr>
        <p:spPr bwMode="auto">
          <a:xfrm>
            <a:off x="825500" y="1927353"/>
            <a:ext cx="8358188" cy="3702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a:lnSpc>
                <a:spcPct val="93000"/>
              </a:lnSpc>
              <a:buClr>
                <a:srgbClr val="000000"/>
              </a:buClr>
              <a:buSzPct val="100000"/>
              <a:buFont typeface="Times New Roman" panose="02020603050405020304" pitchFamily="18" charset="0"/>
              <a:buNone/>
            </a:pPr>
            <a:r>
              <a:rPr lang="en-US" altLang="nl-NL" sz="1400" dirty="0">
                <a:solidFill>
                  <a:srgbClr val="005032"/>
                </a:solidFill>
                <a:latin typeface="Courier New" panose="02070309020205020404" pitchFamily="49" charset="0"/>
              </a:rPr>
              <a:t>// Elk face </a:t>
            </a:r>
            <a:r>
              <a:rPr lang="en-US" altLang="nl-NL" sz="1400" dirty="0" err="1">
                <a:solidFill>
                  <a:srgbClr val="005032"/>
                </a:solidFill>
                <a:latin typeface="Courier New" panose="02070309020205020404" pitchFamily="49" charset="0"/>
              </a:rPr>
              <a:t>wordt</a:t>
            </a:r>
            <a:r>
              <a:rPr lang="en-US" altLang="nl-NL" sz="1400" dirty="0">
                <a:solidFill>
                  <a:srgbClr val="005032"/>
                </a:solidFill>
                <a:latin typeface="Courier New" panose="02070309020205020404" pitchFamily="49" charset="0"/>
              </a:rPr>
              <a:t> </a:t>
            </a:r>
            <a:r>
              <a:rPr lang="en-US" altLang="nl-NL" sz="1400" dirty="0" err="1">
                <a:solidFill>
                  <a:srgbClr val="005032"/>
                </a:solidFill>
                <a:latin typeface="Courier New" panose="02070309020205020404" pitchFamily="49" charset="0"/>
              </a:rPr>
              <a:t>voorgesteld</a:t>
            </a:r>
            <a:r>
              <a:rPr lang="en-US" altLang="nl-NL" sz="1400" dirty="0">
                <a:solidFill>
                  <a:srgbClr val="005032"/>
                </a:solidFill>
                <a:latin typeface="Courier New" panose="02070309020205020404" pitchFamily="49" charset="0"/>
              </a:rPr>
              <a:t> </a:t>
            </a:r>
            <a:r>
              <a:rPr lang="en-US" altLang="nl-NL" sz="1400" dirty="0" err="1">
                <a:solidFill>
                  <a:srgbClr val="005032"/>
                </a:solidFill>
                <a:latin typeface="Courier New" panose="02070309020205020404" pitchFamily="49" charset="0"/>
              </a:rPr>
              <a:t>als</a:t>
            </a:r>
            <a:r>
              <a:rPr lang="en-US" altLang="nl-NL" sz="1400" dirty="0">
                <a:solidFill>
                  <a:srgbClr val="005032"/>
                </a:solidFill>
                <a:latin typeface="Courier New" panose="02070309020205020404" pitchFamily="49" charset="0"/>
              </a:rPr>
              <a:t> </a:t>
            </a:r>
            <a:r>
              <a:rPr lang="en-US" altLang="nl-NL" sz="1400" dirty="0" err="1">
                <a:solidFill>
                  <a:srgbClr val="005032"/>
                </a:solidFill>
                <a:latin typeface="Courier New" panose="02070309020205020404" pitchFamily="49" charset="0"/>
              </a:rPr>
              <a:t>een</a:t>
            </a:r>
            <a:r>
              <a:rPr lang="en-US" altLang="nl-NL" sz="1400" dirty="0">
                <a:solidFill>
                  <a:srgbClr val="005032"/>
                </a:solidFill>
                <a:latin typeface="Courier New" panose="02070309020205020404" pitchFamily="49" charset="0"/>
              </a:rPr>
              <a:t> Polygon-object</a:t>
            </a:r>
          </a:p>
          <a:p>
            <a:pPr eaLnBrk="1">
              <a:lnSpc>
                <a:spcPct val="93000"/>
              </a:lnSpc>
              <a:buClr>
                <a:srgbClr val="000000"/>
              </a:buClr>
              <a:buSzPct val="100000"/>
              <a:buFont typeface="Times New Roman" panose="02020603050405020304" pitchFamily="18" charset="0"/>
              <a:buNone/>
            </a:pPr>
            <a:endParaRPr lang="en-US" altLang="nl-NL" sz="1400" dirty="0">
              <a:latin typeface="Courier New" panose="02070309020205020404" pitchFamily="49" charset="0"/>
            </a:endParaRPr>
          </a:p>
          <a:p>
            <a:pPr eaLnBrk="1">
              <a:lnSpc>
                <a:spcPct val="93000"/>
              </a:lnSpc>
              <a:buClr>
                <a:srgbClr val="000000"/>
              </a:buClr>
              <a:buSzPct val="100000"/>
            </a:pPr>
            <a:r>
              <a:rPr lang="en-US" altLang="nl-NL" sz="1400" dirty="0">
                <a:solidFill>
                  <a:srgbClr val="005032"/>
                </a:solidFill>
                <a:latin typeface="Courier New" panose="02070309020205020404" pitchFamily="49" charset="0"/>
              </a:rPr>
              <a:t>//return: vector met indexes van de </a:t>
            </a:r>
            <a:r>
              <a:rPr lang="en-US" altLang="nl-NL" sz="1400" dirty="0" err="1">
                <a:solidFill>
                  <a:srgbClr val="005032"/>
                </a:solidFill>
                <a:latin typeface="Courier New" panose="02070309020205020404" pitchFamily="49" charset="0"/>
              </a:rPr>
              <a:t>hoekpunten</a:t>
            </a:r>
            <a:r>
              <a:rPr lang="en-US" altLang="nl-NL" sz="1400" dirty="0">
                <a:solidFill>
                  <a:srgbClr val="005032"/>
                </a:solidFill>
                <a:latin typeface="Courier New" panose="02070309020205020404" pitchFamily="49" charset="0"/>
              </a:rPr>
              <a:t> van het face(</a:t>
            </a:r>
            <a:r>
              <a:rPr lang="en-US" altLang="nl-NL" sz="1400" dirty="0" err="1">
                <a:solidFill>
                  <a:srgbClr val="005032"/>
                </a:solidFill>
                <a:latin typeface="Courier New" panose="02070309020205020404" pitchFamily="49" charset="0"/>
              </a:rPr>
              <a:t>point_indexes</a:t>
            </a:r>
            <a:r>
              <a:rPr lang="en-US" altLang="nl-NL" sz="1400" dirty="0">
                <a:solidFill>
                  <a:srgbClr val="005032"/>
                </a:solidFill>
                <a:latin typeface="Courier New" panose="02070309020205020404" pitchFamily="49" charset="0"/>
              </a:rPr>
              <a:t>)</a:t>
            </a:r>
            <a:endParaRPr lang="en-US" altLang="nl-NL" sz="1400" dirty="0">
              <a:latin typeface="Courier New" panose="02070309020205020404" pitchFamily="49" charset="0"/>
            </a:endParaRPr>
          </a:p>
          <a:p>
            <a:pPr eaLnBrk="1">
              <a:lnSpc>
                <a:spcPct val="93000"/>
              </a:lnSpc>
              <a:buClr>
                <a:srgbClr val="000000"/>
              </a:buClr>
              <a:buSzPct val="100000"/>
              <a:buFont typeface="Times New Roman" panose="02020603050405020304" pitchFamily="18" charset="0"/>
              <a:buNone/>
            </a:pPr>
            <a:r>
              <a:rPr lang="en-US" altLang="nl-NL" sz="1400" dirty="0">
                <a:latin typeface="Courier New" panose="02070309020205020404" pitchFamily="49" charset="0"/>
              </a:rPr>
              <a:t>std::</a:t>
            </a:r>
            <a:r>
              <a:rPr lang="en-US" altLang="nl-NL" sz="1400" dirty="0">
                <a:solidFill>
                  <a:srgbClr val="005032"/>
                </a:solidFill>
                <a:latin typeface="Courier New" panose="02070309020205020404" pitchFamily="49" charset="0"/>
              </a:rPr>
              <a:t>vector</a:t>
            </a:r>
            <a:r>
              <a:rPr lang="en-US" altLang="nl-NL" sz="1400" dirty="0">
                <a:latin typeface="Courier New" panose="02070309020205020404" pitchFamily="49" charset="0"/>
              </a:rPr>
              <a:t>&lt;</a:t>
            </a:r>
            <a:r>
              <a:rPr lang="en-US" altLang="nl-NL" sz="1400" b="1" dirty="0">
                <a:solidFill>
                  <a:srgbClr val="7F0055"/>
                </a:solidFill>
                <a:latin typeface="Courier New" panose="02070309020205020404" pitchFamily="49" charset="0"/>
              </a:rPr>
              <a:t>int</a:t>
            </a:r>
            <a:r>
              <a:rPr lang="en-US" altLang="nl-NL" sz="1400" dirty="0">
                <a:latin typeface="Courier New" panose="02070309020205020404" pitchFamily="49" charset="0"/>
              </a:rPr>
              <a:t>&gt; obj::</a:t>
            </a:r>
            <a:r>
              <a:rPr lang="en-US" altLang="nl-NL" sz="1400" b="1" dirty="0">
                <a:latin typeface="Courier New" panose="02070309020205020404" pitchFamily="49" charset="0"/>
              </a:rPr>
              <a:t>Polygon::</a:t>
            </a:r>
            <a:r>
              <a:rPr lang="en-US" altLang="nl-NL" sz="1400" b="1" dirty="0" err="1">
                <a:latin typeface="Courier New" panose="02070309020205020404" pitchFamily="49" charset="0"/>
              </a:rPr>
              <a:t>get_indexes</a:t>
            </a:r>
            <a:r>
              <a:rPr lang="en-US" altLang="nl-NL" sz="1400" dirty="0">
                <a:latin typeface="Courier New" panose="02070309020205020404" pitchFamily="49" charset="0"/>
              </a:rPr>
              <a:t>();</a:t>
            </a:r>
          </a:p>
          <a:p>
            <a:pPr eaLnBrk="1">
              <a:lnSpc>
                <a:spcPct val="93000"/>
              </a:lnSpc>
              <a:buClr>
                <a:srgbClr val="000000"/>
              </a:buClr>
              <a:buSzPct val="100000"/>
              <a:buFont typeface="Times New Roman" panose="02020603050405020304" pitchFamily="18" charset="0"/>
              <a:buNone/>
            </a:pPr>
            <a:endParaRPr lang="en-US" altLang="nl-NL" sz="1400" dirty="0">
              <a:latin typeface="Courier New" panose="02070309020205020404" pitchFamily="49" charset="0"/>
            </a:endParaRPr>
          </a:p>
          <a:p>
            <a:pPr eaLnBrk="1">
              <a:lnSpc>
                <a:spcPct val="93000"/>
              </a:lnSpc>
              <a:buClr>
                <a:srgbClr val="000000"/>
              </a:buClr>
              <a:buSzPct val="100000"/>
            </a:pPr>
            <a:r>
              <a:rPr lang="en-US" altLang="nl-NL" sz="1400" dirty="0">
                <a:solidFill>
                  <a:srgbClr val="005032"/>
                </a:solidFill>
                <a:latin typeface="Courier New" panose="02070309020205020404" pitchFamily="49" charset="0"/>
              </a:rPr>
              <a:t>//return: vector met indexes </a:t>
            </a:r>
            <a:r>
              <a:rPr lang="en-US" altLang="nl-NL" sz="1400" dirty="0" err="1">
                <a:solidFill>
                  <a:srgbClr val="005032"/>
                </a:solidFill>
                <a:latin typeface="Courier New" panose="02070309020205020404" pitchFamily="49" charset="0"/>
              </a:rPr>
              <a:t>binnen</a:t>
            </a:r>
            <a:r>
              <a:rPr lang="en-US" altLang="nl-NL" sz="1400" dirty="0">
                <a:solidFill>
                  <a:srgbClr val="005032"/>
                </a:solidFill>
                <a:latin typeface="Courier New" panose="02070309020205020404" pitchFamily="49" charset="0"/>
              </a:rPr>
              <a:t> </a:t>
            </a:r>
            <a:r>
              <a:rPr lang="en-US" altLang="nl-NL" sz="1400" dirty="0" err="1">
                <a:solidFill>
                  <a:srgbClr val="005032"/>
                </a:solidFill>
                <a:latin typeface="Courier New" panose="02070309020205020404" pitchFamily="49" charset="0"/>
              </a:rPr>
              <a:t>lijst</a:t>
            </a:r>
            <a:r>
              <a:rPr lang="en-US" altLang="nl-NL" sz="1400" dirty="0">
                <a:solidFill>
                  <a:srgbClr val="005032"/>
                </a:solidFill>
                <a:latin typeface="Courier New" panose="02070309020205020404" pitchFamily="49" charset="0"/>
              </a:rPr>
              <a:t> van </a:t>
            </a:r>
            <a:r>
              <a:rPr lang="nl-BE" altLang="nl-NL" sz="1400" dirty="0">
                <a:solidFill>
                  <a:srgbClr val="005032"/>
                </a:solidFill>
                <a:latin typeface="Courier New" panose="02070309020205020404" pitchFamily="49" charset="0"/>
              </a:rPr>
              <a:t>textuurco</a:t>
            </a:r>
            <a:r>
              <a:rPr lang="en-US" sz="1400" dirty="0">
                <a:solidFill>
                  <a:srgbClr val="005032"/>
                </a:solidFill>
                <a:latin typeface="Courier New" panose="02070309020205020404" pitchFamily="49" charset="0"/>
              </a:rPr>
              <a:t>ö</a:t>
            </a:r>
            <a:r>
              <a:rPr lang="nl-BE" altLang="nl-NL" sz="1400" dirty="0">
                <a:solidFill>
                  <a:srgbClr val="005032"/>
                </a:solidFill>
                <a:latin typeface="Courier New" panose="02070309020205020404" pitchFamily="49" charset="0"/>
              </a:rPr>
              <a:t>rdinaten</a:t>
            </a:r>
            <a:endParaRPr lang="en-US" altLang="nl-NL" sz="1400" dirty="0">
              <a:solidFill>
                <a:srgbClr val="005032"/>
              </a:solidFill>
              <a:latin typeface="Courier New" panose="02070309020205020404" pitchFamily="49" charset="0"/>
            </a:endParaRPr>
          </a:p>
          <a:p>
            <a:pPr eaLnBrk="1">
              <a:lnSpc>
                <a:spcPct val="93000"/>
              </a:lnSpc>
              <a:buClr>
                <a:srgbClr val="000000"/>
              </a:buClr>
              <a:buSzPct val="100000"/>
              <a:buFont typeface="Times New Roman" panose="02020603050405020304" pitchFamily="18" charset="0"/>
              <a:buNone/>
            </a:pPr>
            <a:r>
              <a:rPr lang="en-US" altLang="nl-NL" sz="1400" dirty="0">
                <a:latin typeface="Courier New" panose="02070309020205020404" pitchFamily="49" charset="0"/>
              </a:rPr>
              <a:t>std::</a:t>
            </a:r>
            <a:r>
              <a:rPr lang="en-US" altLang="nl-NL" sz="1400" dirty="0">
                <a:solidFill>
                  <a:srgbClr val="005032"/>
                </a:solidFill>
                <a:latin typeface="Courier New" panose="02070309020205020404" pitchFamily="49" charset="0"/>
              </a:rPr>
              <a:t>vector</a:t>
            </a:r>
            <a:r>
              <a:rPr lang="en-US" altLang="nl-NL" sz="1400" dirty="0">
                <a:latin typeface="Courier New" panose="02070309020205020404" pitchFamily="49" charset="0"/>
              </a:rPr>
              <a:t>&lt;</a:t>
            </a:r>
            <a:r>
              <a:rPr lang="en-US" altLang="nl-NL" sz="1400" b="1" dirty="0">
                <a:solidFill>
                  <a:srgbClr val="7F0055"/>
                </a:solidFill>
                <a:latin typeface="Courier New" panose="02070309020205020404" pitchFamily="49" charset="0"/>
              </a:rPr>
              <a:t>int</a:t>
            </a:r>
            <a:r>
              <a:rPr lang="en-US" altLang="nl-NL" sz="1400" dirty="0">
                <a:latin typeface="Courier New" panose="02070309020205020404" pitchFamily="49" charset="0"/>
              </a:rPr>
              <a:t>&gt; obj::</a:t>
            </a:r>
            <a:r>
              <a:rPr lang="en-US" altLang="nl-NL" sz="1400" b="1" dirty="0">
                <a:latin typeface="Courier New" panose="02070309020205020404" pitchFamily="49" charset="0"/>
              </a:rPr>
              <a:t>Polygon::</a:t>
            </a:r>
            <a:r>
              <a:rPr lang="en-US" altLang="nl-NL" sz="1400" b="1" dirty="0" err="1">
                <a:latin typeface="Courier New" panose="02070309020205020404" pitchFamily="49" charset="0"/>
              </a:rPr>
              <a:t>get_texture_indexes</a:t>
            </a:r>
            <a:r>
              <a:rPr lang="en-US" altLang="nl-NL" sz="1400" dirty="0">
                <a:latin typeface="Courier New" panose="02070309020205020404" pitchFamily="49" charset="0"/>
              </a:rPr>
              <a:t>();</a:t>
            </a:r>
          </a:p>
          <a:p>
            <a:pPr eaLnBrk="1">
              <a:lnSpc>
                <a:spcPct val="93000"/>
              </a:lnSpc>
              <a:buClr>
                <a:srgbClr val="000000"/>
              </a:buClr>
              <a:buSzPct val="100000"/>
              <a:buFont typeface="Times New Roman" panose="02020603050405020304" pitchFamily="18" charset="0"/>
              <a:buNone/>
            </a:pPr>
            <a:endParaRPr lang="en-US" altLang="nl-NL" sz="1400" dirty="0">
              <a:latin typeface="Courier New" panose="02070309020205020404" pitchFamily="49" charset="0"/>
            </a:endParaRPr>
          </a:p>
          <a:p>
            <a:pPr eaLnBrk="1">
              <a:lnSpc>
                <a:spcPct val="93000"/>
              </a:lnSpc>
              <a:buClr>
                <a:srgbClr val="000000"/>
              </a:buClr>
              <a:buSzPct val="100000"/>
            </a:pPr>
            <a:r>
              <a:rPr lang="en-US" altLang="nl-NL" sz="1400" dirty="0">
                <a:solidFill>
                  <a:srgbClr val="005032"/>
                </a:solidFill>
                <a:latin typeface="Courier New" panose="02070309020205020404" pitchFamily="49" charset="0"/>
              </a:rPr>
              <a:t>//return: vector met indexes </a:t>
            </a:r>
            <a:r>
              <a:rPr lang="en-US" altLang="nl-NL" sz="1400" dirty="0" err="1">
                <a:solidFill>
                  <a:srgbClr val="005032"/>
                </a:solidFill>
                <a:latin typeface="Courier New" panose="02070309020205020404" pitchFamily="49" charset="0"/>
              </a:rPr>
              <a:t>binnen</a:t>
            </a:r>
            <a:r>
              <a:rPr lang="en-US" altLang="nl-NL" sz="1400" dirty="0">
                <a:solidFill>
                  <a:srgbClr val="005032"/>
                </a:solidFill>
                <a:latin typeface="Courier New" panose="02070309020205020404" pitchFamily="49" charset="0"/>
              </a:rPr>
              <a:t> </a:t>
            </a:r>
            <a:r>
              <a:rPr lang="en-US" altLang="nl-NL" sz="1400" dirty="0" err="1">
                <a:solidFill>
                  <a:srgbClr val="005032"/>
                </a:solidFill>
                <a:latin typeface="Courier New" panose="02070309020205020404" pitchFamily="49" charset="0"/>
              </a:rPr>
              <a:t>lijst</a:t>
            </a:r>
            <a:r>
              <a:rPr lang="en-US" altLang="nl-NL" sz="1400" dirty="0">
                <a:solidFill>
                  <a:srgbClr val="005032"/>
                </a:solidFill>
                <a:latin typeface="Courier New" panose="02070309020205020404" pitchFamily="49" charset="0"/>
              </a:rPr>
              <a:t> van </a:t>
            </a:r>
            <a:r>
              <a:rPr lang="en-US" altLang="nl-NL" sz="1400" dirty="0" err="1">
                <a:solidFill>
                  <a:srgbClr val="005032"/>
                </a:solidFill>
                <a:latin typeface="Courier New" panose="02070309020205020404" pitchFamily="49" charset="0"/>
              </a:rPr>
              <a:t>normaalvectoren</a:t>
            </a:r>
            <a:endParaRPr lang="en-US" altLang="nl-NL" sz="1400" dirty="0">
              <a:latin typeface="Courier New" panose="02070309020205020404" pitchFamily="49" charset="0"/>
            </a:endParaRPr>
          </a:p>
          <a:p>
            <a:pPr eaLnBrk="1">
              <a:lnSpc>
                <a:spcPct val="93000"/>
              </a:lnSpc>
              <a:buClr>
                <a:srgbClr val="000000"/>
              </a:buClr>
              <a:buSzPct val="100000"/>
              <a:buFont typeface="Times New Roman" panose="02020603050405020304" pitchFamily="18" charset="0"/>
              <a:buNone/>
            </a:pPr>
            <a:r>
              <a:rPr lang="en-US" altLang="nl-NL" sz="1400" dirty="0">
                <a:latin typeface="Courier New" panose="02070309020205020404" pitchFamily="49" charset="0"/>
              </a:rPr>
              <a:t>std::</a:t>
            </a:r>
            <a:r>
              <a:rPr lang="en-US" altLang="nl-NL" sz="1400" dirty="0">
                <a:solidFill>
                  <a:srgbClr val="005032"/>
                </a:solidFill>
                <a:latin typeface="Courier New" panose="02070309020205020404" pitchFamily="49" charset="0"/>
              </a:rPr>
              <a:t>vector</a:t>
            </a:r>
            <a:r>
              <a:rPr lang="en-US" altLang="nl-NL" sz="1400" dirty="0">
                <a:latin typeface="Courier New" panose="02070309020205020404" pitchFamily="49" charset="0"/>
              </a:rPr>
              <a:t>&lt;</a:t>
            </a:r>
            <a:r>
              <a:rPr lang="en-US" altLang="nl-NL" sz="1400" b="1" dirty="0">
                <a:solidFill>
                  <a:srgbClr val="7F0055"/>
                </a:solidFill>
                <a:latin typeface="Courier New" panose="02070309020205020404" pitchFamily="49" charset="0"/>
              </a:rPr>
              <a:t>int</a:t>
            </a:r>
            <a:r>
              <a:rPr lang="en-US" altLang="nl-NL" sz="1400" dirty="0">
                <a:latin typeface="Courier New" panose="02070309020205020404" pitchFamily="49" charset="0"/>
              </a:rPr>
              <a:t>&gt; obj::</a:t>
            </a:r>
            <a:r>
              <a:rPr lang="en-US" altLang="nl-NL" sz="1400" b="1" dirty="0">
                <a:latin typeface="Courier New" panose="02070309020205020404" pitchFamily="49" charset="0"/>
              </a:rPr>
              <a:t>Polygon:: </a:t>
            </a:r>
            <a:r>
              <a:rPr lang="en-US" altLang="nl-NL" sz="1400" b="1" dirty="0" err="1">
                <a:latin typeface="Courier New" panose="02070309020205020404" pitchFamily="49" charset="0"/>
              </a:rPr>
              <a:t>get_normal_indexes</a:t>
            </a:r>
            <a:r>
              <a:rPr lang="en-US" altLang="nl-NL" sz="1400" dirty="0">
                <a:latin typeface="Courier New" panose="02070309020205020404" pitchFamily="49" charset="0"/>
              </a:rPr>
              <a:t>();</a:t>
            </a:r>
          </a:p>
          <a:p>
            <a:pPr eaLnBrk="1">
              <a:lnSpc>
                <a:spcPct val="93000"/>
              </a:lnSpc>
              <a:buClr>
                <a:srgbClr val="000000"/>
              </a:buClr>
              <a:buSzPct val="100000"/>
              <a:buFont typeface="Times New Roman" panose="02020603050405020304" pitchFamily="18" charset="0"/>
              <a:buNone/>
            </a:pPr>
            <a:endParaRPr lang="en-US" altLang="nl-NL" sz="1400" dirty="0">
              <a:latin typeface="Courier New" panose="02070309020205020404" pitchFamily="49" charset="0"/>
            </a:endParaRPr>
          </a:p>
          <a:p>
            <a:pPr eaLnBrk="1">
              <a:lnSpc>
                <a:spcPct val="93000"/>
              </a:lnSpc>
              <a:buClr>
                <a:srgbClr val="000000"/>
              </a:buClr>
              <a:buSzPct val="100000"/>
            </a:pPr>
            <a:r>
              <a:rPr lang="en-US" altLang="nl-NL" sz="1400" dirty="0">
                <a:solidFill>
                  <a:srgbClr val="005032"/>
                </a:solidFill>
                <a:latin typeface="Courier New" panose="02070309020205020404" pitchFamily="49" charset="0"/>
              </a:rPr>
              <a:t>//return: </a:t>
            </a:r>
            <a:r>
              <a:rPr lang="en-US" altLang="nl-NL" sz="1400" dirty="0" err="1">
                <a:solidFill>
                  <a:srgbClr val="005032"/>
                </a:solidFill>
                <a:latin typeface="Courier New" panose="02070309020205020404" pitchFamily="49" charset="0"/>
              </a:rPr>
              <a:t>geeft</a:t>
            </a:r>
            <a:r>
              <a:rPr lang="en-US" altLang="nl-NL" sz="1400" dirty="0">
                <a:solidFill>
                  <a:srgbClr val="005032"/>
                </a:solidFill>
                <a:latin typeface="Courier New" panose="02070309020205020404" pitchFamily="49" charset="0"/>
              </a:rPr>
              <a:t> </a:t>
            </a:r>
            <a:r>
              <a:rPr lang="en-US" altLang="nl-NL" sz="1400" dirty="0" err="1">
                <a:solidFill>
                  <a:srgbClr val="005032"/>
                </a:solidFill>
                <a:latin typeface="Courier New" panose="02070309020205020404" pitchFamily="49" charset="0"/>
              </a:rPr>
              <a:t>aan</a:t>
            </a:r>
            <a:r>
              <a:rPr lang="en-US" altLang="nl-NL" sz="1400" dirty="0">
                <a:solidFill>
                  <a:srgbClr val="005032"/>
                </a:solidFill>
                <a:latin typeface="Courier New" panose="02070309020205020404" pitchFamily="49" charset="0"/>
              </a:rPr>
              <a:t> of </a:t>
            </a:r>
            <a:r>
              <a:rPr lang="en-US" altLang="nl-NL" sz="1400" dirty="0" err="1">
                <a:solidFill>
                  <a:srgbClr val="005032"/>
                </a:solidFill>
                <a:latin typeface="Courier New" panose="02070309020205020404" pitchFamily="49" charset="0"/>
              </a:rPr>
              <a:t>er</a:t>
            </a:r>
            <a:r>
              <a:rPr lang="en-US" altLang="nl-NL" sz="1400" dirty="0">
                <a:solidFill>
                  <a:srgbClr val="005032"/>
                </a:solidFill>
                <a:latin typeface="Courier New" panose="02070309020205020404" pitchFamily="49" charset="0"/>
              </a:rPr>
              <a:t> indexes </a:t>
            </a:r>
            <a:r>
              <a:rPr lang="en-US" altLang="nl-NL" sz="1400" dirty="0" err="1">
                <a:solidFill>
                  <a:srgbClr val="005032"/>
                </a:solidFill>
                <a:latin typeface="Courier New" panose="02070309020205020404" pitchFamily="49" charset="0"/>
              </a:rPr>
              <a:t>voor</a:t>
            </a:r>
            <a:r>
              <a:rPr lang="en-US" altLang="nl-NL" sz="1400" dirty="0">
                <a:solidFill>
                  <a:srgbClr val="005032"/>
                </a:solidFill>
                <a:latin typeface="Courier New" panose="02070309020205020404" pitchFamily="49" charset="0"/>
              </a:rPr>
              <a:t> </a:t>
            </a:r>
            <a:r>
              <a:rPr lang="nl-BE" altLang="nl-NL" sz="1400" dirty="0">
                <a:solidFill>
                  <a:srgbClr val="005032"/>
                </a:solidFill>
                <a:latin typeface="Courier New" panose="02070309020205020404" pitchFamily="49" charset="0"/>
              </a:rPr>
              <a:t>textuurco</a:t>
            </a:r>
            <a:r>
              <a:rPr lang="en-US" sz="1400" dirty="0">
                <a:solidFill>
                  <a:srgbClr val="005032"/>
                </a:solidFill>
                <a:latin typeface="Courier New" panose="02070309020205020404" pitchFamily="49" charset="0"/>
              </a:rPr>
              <a:t>ö</a:t>
            </a:r>
            <a:r>
              <a:rPr lang="nl-BE" altLang="nl-NL" sz="1400" dirty="0">
                <a:solidFill>
                  <a:srgbClr val="005032"/>
                </a:solidFill>
                <a:latin typeface="Courier New" panose="02070309020205020404" pitchFamily="49" charset="0"/>
              </a:rPr>
              <a:t>rdinaten</a:t>
            </a:r>
          </a:p>
          <a:p>
            <a:pPr eaLnBrk="1">
              <a:lnSpc>
                <a:spcPct val="93000"/>
              </a:lnSpc>
              <a:buClr>
                <a:srgbClr val="000000"/>
              </a:buClr>
              <a:buSzPct val="100000"/>
            </a:pPr>
            <a:r>
              <a:rPr lang="nl-BE" altLang="nl-NL" sz="1400" dirty="0">
                <a:solidFill>
                  <a:srgbClr val="005032"/>
                </a:solidFill>
                <a:latin typeface="Courier New" panose="02070309020205020404" pitchFamily="49" charset="0"/>
              </a:rPr>
              <a:t>// </a:t>
            </a:r>
            <a:r>
              <a:rPr lang="en-US" altLang="nl-NL" sz="1400" dirty="0" err="1">
                <a:solidFill>
                  <a:srgbClr val="005032"/>
                </a:solidFill>
                <a:latin typeface="Courier New" panose="02070309020205020404" pitchFamily="49" charset="0"/>
              </a:rPr>
              <a:t>opgegeven</a:t>
            </a:r>
            <a:r>
              <a:rPr lang="en-US" altLang="nl-NL" sz="1400" dirty="0">
                <a:solidFill>
                  <a:srgbClr val="005032"/>
                </a:solidFill>
                <a:latin typeface="Courier New" panose="02070309020205020404" pitchFamily="49" charset="0"/>
              </a:rPr>
              <a:t> </a:t>
            </a:r>
            <a:r>
              <a:rPr lang="en-US" altLang="nl-NL" sz="1400" dirty="0" err="1">
                <a:solidFill>
                  <a:srgbClr val="005032"/>
                </a:solidFill>
                <a:latin typeface="Courier New" panose="02070309020205020404" pitchFamily="49" charset="0"/>
              </a:rPr>
              <a:t>waren</a:t>
            </a:r>
            <a:r>
              <a:rPr lang="en-US" altLang="nl-NL" sz="1400" dirty="0">
                <a:solidFill>
                  <a:srgbClr val="005032"/>
                </a:solidFill>
                <a:latin typeface="Courier New" panose="02070309020205020404" pitchFamily="49" charset="0"/>
              </a:rPr>
              <a:t>(true) of </a:t>
            </a:r>
            <a:r>
              <a:rPr lang="en-US" altLang="nl-NL" sz="1400" dirty="0" err="1">
                <a:solidFill>
                  <a:srgbClr val="005032"/>
                </a:solidFill>
                <a:latin typeface="Courier New" panose="02070309020205020404" pitchFamily="49" charset="0"/>
              </a:rPr>
              <a:t>niet</a:t>
            </a:r>
            <a:r>
              <a:rPr lang="en-US" altLang="nl-NL" sz="1400" dirty="0">
                <a:solidFill>
                  <a:srgbClr val="005032"/>
                </a:solidFill>
                <a:latin typeface="Courier New" panose="02070309020205020404" pitchFamily="49" charset="0"/>
              </a:rPr>
              <a:t> (false)</a:t>
            </a:r>
            <a:endParaRPr lang="en-US" altLang="nl-NL" sz="1400" dirty="0">
              <a:latin typeface="Courier New" panose="02070309020205020404" pitchFamily="49" charset="0"/>
            </a:endParaRPr>
          </a:p>
          <a:p>
            <a:pPr eaLnBrk="1">
              <a:lnSpc>
                <a:spcPct val="93000"/>
              </a:lnSpc>
              <a:buClr>
                <a:srgbClr val="000000"/>
              </a:buClr>
              <a:buSzPct val="100000"/>
              <a:buFont typeface="Times New Roman" panose="02020603050405020304" pitchFamily="18" charset="0"/>
              <a:buNone/>
            </a:pPr>
            <a:r>
              <a:rPr lang="en-US" altLang="nl-NL" sz="1400" b="1" dirty="0">
                <a:solidFill>
                  <a:srgbClr val="7F0055"/>
                </a:solidFill>
                <a:latin typeface="Courier New" panose="02070309020205020404" pitchFamily="49" charset="0"/>
              </a:rPr>
              <a:t>bool</a:t>
            </a:r>
            <a:r>
              <a:rPr lang="en-US" altLang="nl-NL" sz="1400" dirty="0">
                <a:latin typeface="Courier New" panose="02070309020205020404" pitchFamily="49" charset="0"/>
              </a:rPr>
              <a:t> obj::</a:t>
            </a:r>
            <a:r>
              <a:rPr lang="en-US" altLang="nl-NL" sz="1400" b="1" dirty="0">
                <a:latin typeface="Courier New" panose="02070309020205020404" pitchFamily="49" charset="0"/>
              </a:rPr>
              <a:t>Polygon::</a:t>
            </a:r>
            <a:r>
              <a:rPr lang="en-US" altLang="nl-NL" sz="1400" b="1" dirty="0" err="1">
                <a:latin typeface="Courier New" panose="02070309020205020404" pitchFamily="49" charset="0"/>
              </a:rPr>
              <a:t>has_texture_indexes</a:t>
            </a:r>
            <a:r>
              <a:rPr lang="en-US" altLang="nl-NL" sz="1400" dirty="0">
                <a:latin typeface="Courier New" panose="02070309020205020404" pitchFamily="49" charset="0"/>
              </a:rPr>
              <a:t>() </a:t>
            </a:r>
            <a:r>
              <a:rPr lang="en-US" altLang="nl-NL" sz="1400" b="1" dirty="0">
                <a:solidFill>
                  <a:srgbClr val="7F0055"/>
                </a:solidFill>
                <a:latin typeface="Courier New" panose="02070309020205020404" pitchFamily="49" charset="0"/>
              </a:rPr>
              <a:t>const</a:t>
            </a:r>
            <a:r>
              <a:rPr lang="en-US" altLang="nl-NL" sz="1400" dirty="0">
                <a:latin typeface="Courier New" panose="02070309020205020404" pitchFamily="49" charset="0"/>
              </a:rPr>
              <a:t>;</a:t>
            </a:r>
          </a:p>
          <a:p>
            <a:pPr eaLnBrk="1">
              <a:lnSpc>
                <a:spcPct val="93000"/>
              </a:lnSpc>
              <a:buClr>
                <a:srgbClr val="000000"/>
              </a:buClr>
              <a:buSzPct val="100000"/>
              <a:buFont typeface="Times New Roman" panose="02020603050405020304" pitchFamily="18" charset="0"/>
              <a:buNone/>
            </a:pPr>
            <a:endParaRPr lang="en-US" altLang="nl-NL" sz="1400" dirty="0">
              <a:latin typeface="Courier New" panose="02070309020205020404" pitchFamily="49" charset="0"/>
            </a:endParaRPr>
          </a:p>
          <a:p>
            <a:pPr eaLnBrk="1">
              <a:lnSpc>
                <a:spcPct val="93000"/>
              </a:lnSpc>
              <a:buClr>
                <a:srgbClr val="000000"/>
              </a:buClr>
              <a:buSzPct val="100000"/>
            </a:pPr>
            <a:r>
              <a:rPr lang="en-US" altLang="nl-NL" sz="1400" dirty="0">
                <a:solidFill>
                  <a:srgbClr val="005032"/>
                </a:solidFill>
                <a:latin typeface="Courier New" panose="02070309020205020404" pitchFamily="49" charset="0"/>
              </a:rPr>
              <a:t>//return: </a:t>
            </a:r>
            <a:r>
              <a:rPr lang="en-US" altLang="nl-NL" sz="1400" dirty="0" err="1">
                <a:solidFill>
                  <a:srgbClr val="005032"/>
                </a:solidFill>
                <a:latin typeface="Courier New" panose="02070309020205020404" pitchFamily="49" charset="0"/>
              </a:rPr>
              <a:t>geeft</a:t>
            </a:r>
            <a:r>
              <a:rPr lang="en-US" altLang="nl-NL" sz="1400" dirty="0">
                <a:solidFill>
                  <a:srgbClr val="005032"/>
                </a:solidFill>
                <a:latin typeface="Courier New" panose="02070309020205020404" pitchFamily="49" charset="0"/>
              </a:rPr>
              <a:t> </a:t>
            </a:r>
            <a:r>
              <a:rPr lang="en-US" altLang="nl-NL" sz="1400" dirty="0" err="1">
                <a:solidFill>
                  <a:srgbClr val="005032"/>
                </a:solidFill>
                <a:latin typeface="Courier New" panose="02070309020205020404" pitchFamily="49" charset="0"/>
              </a:rPr>
              <a:t>aan</a:t>
            </a:r>
            <a:r>
              <a:rPr lang="en-US" altLang="nl-NL" sz="1400" dirty="0">
                <a:solidFill>
                  <a:srgbClr val="005032"/>
                </a:solidFill>
                <a:latin typeface="Courier New" panose="02070309020205020404" pitchFamily="49" charset="0"/>
              </a:rPr>
              <a:t> of </a:t>
            </a:r>
            <a:r>
              <a:rPr lang="en-US" altLang="nl-NL" sz="1400" dirty="0" err="1">
                <a:solidFill>
                  <a:srgbClr val="005032"/>
                </a:solidFill>
                <a:latin typeface="Courier New" panose="02070309020205020404" pitchFamily="49" charset="0"/>
              </a:rPr>
              <a:t>er</a:t>
            </a:r>
            <a:r>
              <a:rPr lang="en-US" altLang="nl-NL" sz="1400" dirty="0">
                <a:solidFill>
                  <a:srgbClr val="005032"/>
                </a:solidFill>
                <a:latin typeface="Courier New" panose="02070309020205020404" pitchFamily="49" charset="0"/>
              </a:rPr>
              <a:t> indexes </a:t>
            </a:r>
            <a:r>
              <a:rPr lang="en-US" altLang="nl-NL" sz="1400" dirty="0" err="1">
                <a:solidFill>
                  <a:srgbClr val="005032"/>
                </a:solidFill>
                <a:latin typeface="Courier New" panose="02070309020205020404" pitchFamily="49" charset="0"/>
              </a:rPr>
              <a:t>voor</a:t>
            </a:r>
            <a:r>
              <a:rPr lang="en-US" altLang="nl-NL" sz="1400" dirty="0">
                <a:solidFill>
                  <a:srgbClr val="005032"/>
                </a:solidFill>
                <a:latin typeface="Courier New" panose="02070309020205020404" pitchFamily="49" charset="0"/>
              </a:rPr>
              <a:t> </a:t>
            </a:r>
            <a:r>
              <a:rPr lang="en-US" altLang="nl-NL" sz="1400" dirty="0" err="1">
                <a:solidFill>
                  <a:srgbClr val="005032"/>
                </a:solidFill>
                <a:latin typeface="Courier New" panose="02070309020205020404" pitchFamily="49" charset="0"/>
              </a:rPr>
              <a:t>normaalvectoren</a:t>
            </a:r>
            <a:r>
              <a:rPr lang="en-US" altLang="nl-NL" sz="1400" dirty="0">
                <a:solidFill>
                  <a:srgbClr val="005032"/>
                </a:solidFill>
                <a:latin typeface="Courier New" panose="02070309020205020404" pitchFamily="49" charset="0"/>
              </a:rPr>
              <a:t> </a:t>
            </a:r>
            <a:r>
              <a:rPr lang="en-US" altLang="nl-NL" sz="1400" dirty="0" err="1">
                <a:solidFill>
                  <a:srgbClr val="005032"/>
                </a:solidFill>
                <a:latin typeface="Courier New" panose="02070309020205020404" pitchFamily="49" charset="0"/>
              </a:rPr>
              <a:t>opgegeven</a:t>
            </a:r>
            <a:r>
              <a:rPr lang="en-US" altLang="nl-NL" sz="1400" dirty="0">
                <a:solidFill>
                  <a:srgbClr val="005032"/>
                </a:solidFill>
                <a:latin typeface="Courier New" panose="02070309020205020404" pitchFamily="49" charset="0"/>
              </a:rPr>
              <a:t> </a:t>
            </a:r>
            <a:r>
              <a:rPr lang="en-US" altLang="nl-NL" sz="1400" dirty="0" err="1">
                <a:solidFill>
                  <a:srgbClr val="005032"/>
                </a:solidFill>
                <a:latin typeface="Courier New" panose="02070309020205020404" pitchFamily="49" charset="0"/>
              </a:rPr>
              <a:t>waren</a:t>
            </a:r>
            <a:r>
              <a:rPr lang="en-US" altLang="nl-NL" sz="1400" dirty="0">
                <a:solidFill>
                  <a:srgbClr val="005032"/>
                </a:solidFill>
                <a:latin typeface="Courier New" panose="02070309020205020404" pitchFamily="49" charset="0"/>
              </a:rPr>
              <a:t>(true) // of </a:t>
            </a:r>
            <a:r>
              <a:rPr lang="en-US" altLang="nl-NL" sz="1400" dirty="0" err="1">
                <a:solidFill>
                  <a:srgbClr val="005032"/>
                </a:solidFill>
                <a:latin typeface="Courier New" panose="02070309020205020404" pitchFamily="49" charset="0"/>
              </a:rPr>
              <a:t>niet</a:t>
            </a:r>
            <a:r>
              <a:rPr lang="en-US" altLang="nl-NL" sz="1400" dirty="0">
                <a:solidFill>
                  <a:srgbClr val="005032"/>
                </a:solidFill>
                <a:latin typeface="Courier New" panose="02070309020205020404" pitchFamily="49" charset="0"/>
              </a:rPr>
              <a:t> (false)</a:t>
            </a:r>
            <a:endParaRPr lang="en-US" altLang="nl-NL" sz="1400" dirty="0">
              <a:latin typeface="Courier New" panose="02070309020205020404" pitchFamily="49" charset="0"/>
            </a:endParaRPr>
          </a:p>
          <a:p>
            <a:pPr eaLnBrk="1">
              <a:lnSpc>
                <a:spcPct val="93000"/>
              </a:lnSpc>
              <a:buClr>
                <a:srgbClr val="000000"/>
              </a:buClr>
              <a:buSzPct val="100000"/>
              <a:buFont typeface="Times New Roman" panose="02020603050405020304" pitchFamily="18" charset="0"/>
              <a:buNone/>
            </a:pPr>
            <a:r>
              <a:rPr lang="en-US" altLang="nl-NL" sz="1400" b="1" dirty="0">
                <a:solidFill>
                  <a:srgbClr val="7F0055"/>
                </a:solidFill>
                <a:latin typeface="Courier New" panose="02070309020205020404" pitchFamily="49" charset="0"/>
              </a:rPr>
              <a:t>bool</a:t>
            </a:r>
            <a:r>
              <a:rPr lang="en-US" altLang="nl-NL" sz="1400" dirty="0">
                <a:latin typeface="Courier New" panose="02070309020205020404" pitchFamily="49" charset="0"/>
              </a:rPr>
              <a:t> obj::</a:t>
            </a:r>
            <a:r>
              <a:rPr lang="en-US" altLang="nl-NL" sz="1400" b="1" dirty="0">
                <a:latin typeface="Courier New" panose="02070309020205020404" pitchFamily="49" charset="0"/>
              </a:rPr>
              <a:t>Polygon::</a:t>
            </a:r>
            <a:r>
              <a:rPr lang="en-US" altLang="nl-NL" sz="1400" b="1" dirty="0" err="1">
                <a:latin typeface="Courier New" panose="02070309020205020404" pitchFamily="49" charset="0"/>
              </a:rPr>
              <a:t>has_normal_indexes</a:t>
            </a:r>
            <a:r>
              <a:rPr lang="en-US" altLang="nl-NL" sz="1400" dirty="0">
                <a:latin typeface="Courier New" panose="02070309020205020404" pitchFamily="49" charset="0"/>
              </a:rPr>
              <a:t>() </a:t>
            </a:r>
            <a:r>
              <a:rPr lang="en-US" altLang="nl-NL" sz="1400" b="1" dirty="0">
                <a:solidFill>
                  <a:srgbClr val="7F0055"/>
                </a:solidFill>
                <a:latin typeface="Courier New" panose="02070309020205020404" pitchFamily="49" charset="0"/>
              </a:rPr>
              <a:t>const</a:t>
            </a:r>
            <a:r>
              <a:rPr lang="en-US" altLang="nl-NL" sz="1400" dirty="0">
                <a:latin typeface="Courier New" panose="02070309020205020404" pitchFamily="49" charset="0"/>
              </a:rPr>
              <a:t>;</a:t>
            </a:r>
          </a:p>
        </p:txBody>
      </p:sp>
    </p:spTree>
    <p:extLst>
      <p:ext uri="{BB962C8B-B14F-4D97-AF65-F5344CB8AC3E}">
        <p14:creationId xmlns:p14="http://schemas.microsoft.com/office/powerpoint/2010/main" val="27736045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1">
            <a:extLst>
              <a:ext uri="{FF2B5EF4-FFF2-40B4-BE49-F238E27FC236}">
                <a16:creationId xmlns:a16="http://schemas.microsoft.com/office/drawing/2014/main" id="{7F57839E-8993-4E61-A67C-C8FACB243EAA}"/>
              </a:ext>
            </a:extLst>
          </p:cNvPr>
          <p:cNvSpPr>
            <a:spLocks noGrp="1" noChangeArrowheads="1"/>
          </p:cNvSpPr>
          <p:nvPr>
            <p:ph type="title"/>
          </p:nvPr>
        </p:nvSpPr>
        <p:spPr/>
        <p:txBody>
          <a:bodyPr/>
          <a:lstStyle/>
          <a:p>
            <a:r>
              <a:rPr lang="nl-BE" altLang="nl-NL" dirty="0">
                <a:ea typeface="ＭＳ Ｐゴシック" panose="020B0600070205080204" pitchFamily="34" charset="-128"/>
              </a:rPr>
              <a:t>Input van textuurco</a:t>
            </a:r>
            <a:r>
              <a:rPr lang="en-US" dirty="0"/>
              <a:t>ö</a:t>
            </a:r>
            <a:r>
              <a:rPr lang="nl-BE" altLang="nl-NL" dirty="0">
                <a:ea typeface="ＭＳ Ｐゴシック" panose="020B0600070205080204" pitchFamily="34" charset="-128"/>
              </a:rPr>
              <a:t>rdinaten en normaalvectoren</a:t>
            </a:r>
          </a:p>
        </p:txBody>
      </p:sp>
      <p:sp>
        <p:nvSpPr>
          <p:cNvPr id="28674" name="Content Placeholder 2">
            <a:extLst>
              <a:ext uri="{FF2B5EF4-FFF2-40B4-BE49-F238E27FC236}">
                <a16:creationId xmlns:a16="http://schemas.microsoft.com/office/drawing/2014/main" id="{CB362680-92C2-4B3E-A80A-889EF374FCF5}"/>
              </a:ext>
            </a:extLst>
          </p:cNvPr>
          <p:cNvSpPr>
            <a:spLocks noGrp="1" noChangeArrowheads="1"/>
          </p:cNvSpPr>
          <p:nvPr>
            <p:ph idx="1"/>
          </p:nvPr>
        </p:nvSpPr>
        <p:spPr>
          <a:xfrm>
            <a:off x="503238" y="1260475"/>
            <a:ext cx="9034462" cy="5376863"/>
          </a:xfrm>
        </p:spPr>
        <p:txBody>
          <a:bodyPr/>
          <a:lstStyle/>
          <a:p>
            <a:r>
              <a:rPr lang="nl-BE" altLang="nl-NL" dirty="0">
                <a:ea typeface="ＭＳ Ｐゴシック" panose="020B0600070205080204" pitchFamily="34" charset="-128"/>
              </a:rPr>
              <a:t>Mtl-Bestanden kunnen worden geparsed met </a:t>
            </a:r>
            <a:r>
              <a:rPr lang="nl-BE" altLang="nl-NL" dirty="0"/>
              <a:t> </a:t>
            </a:r>
            <a:r>
              <a:rPr lang="nl-BE" altLang="nl-NL" b="0" dirty="0">
                <a:solidFill>
                  <a:schemeClr val="tx1"/>
                </a:solidFill>
                <a:latin typeface="Courier New" panose="02070309020205020404" pitchFamily="49" charset="0"/>
                <a:ea typeface="ＭＳ Ｐゴシック" panose="020B0600070205080204" pitchFamily="34" charset="-128"/>
              </a:rPr>
              <a:t>obj::</a:t>
            </a:r>
            <a:r>
              <a:rPr lang="nl-BE" altLang="nl-NL" b="0" dirty="0">
                <a:solidFill>
                  <a:srgbClr val="005032"/>
                </a:solidFill>
                <a:latin typeface="Courier New" panose="02070309020205020404" pitchFamily="49" charset="0"/>
                <a:ea typeface="ＭＳ Ｐゴシック" panose="020B0600070205080204" pitchFamily="34" charset="-128"/>
              </a:rPr>
              <a:t>MTLLibrary</a:t>
            </a:r>
            <a:endParaRPr lang="nl-BE" altLang="nl-NL" b="0" dirty="0"/>
          </a:p>
          <a:p>
            <a:pPr lvl="1"/>
            <a:r>
              <a:rPr lang="nl-BE" altLang="nl-NL" dirty="0">
                <a:ea typeface="ＭＳ Ｐゴシック" panose="020B0600070205080204" pitchFamily="34" charset="-128"/>
              </a:rPr>
              <a:t>Kan gebruikt worden zoals </a:t>
            </a:r>
            <a:r>
              <a:rPr lang="nl-BE" altLang="nl-NL" dirty="0">
                <a:solidFill>
                  <a:schemeClr val="tx1"/>
                </a:solidFill>
                <a:latin typeface="Courier New" panose="02070309020205020404" pitchFamily="49" charset="0"/>
                <a:ea typeface="ＭＳ Ｐゴシック" panose="020B0600070205080204" pitchFamily="34" charset="-128"/>
              </a:rPr>
              <a:t>ini::</a:t>
            </a:r>
            <a:r>
              <a:rPr lang="nl-BE" altLang="nl-NL" dirty="0">
                <a:solidFill>
                  <a:srgbClr val="005032"/>
                </a:solidFill>
                <a:latin typeface="Courier New" panose="02070309020205020404" pitchFamily="49" charset="0"/>
                <a:ea typeface="ＭＳ Ｐゴシック" panose="020B0600070205080204" pitchFamily="34" charset="-128"/>
              </a:rPr>
              <a:t>Configuration</a:t>
            </a:r>
            <a:endParaRPr lang="nl-BE" altLang="nl-NL" dirty="0"/>
          </a:p>
          <a:p>
            <a:pPr lvl="1"/>
            <a:endParaRPr lang="nl-BE" altLang="nl-NL" dirty="0">
              <a:ea typeface="ＭＳ Ｐゴシック" panose="020B0600070205080204" pitchFamily="34" charset="-128"/>
            </a:endParaRPr>
          </a:p>
          <a:p>
            <a:endParaRPr lang="nl-BE" altLang="nl-NL" dirty="0">
              <a:ea typeface="ＭＳ Ｐゴシック" panose="020B0600070205080204" pitchFamily="34" charset="-128"/>
            </a:endParaRPr>
          </a:p>
          <a:p>
            <a:endParaRPr lang="nl-BE" altLang="nl-NL" dirty="0">
              <a:ea typeface="ＭＳ Ｐゴシック" panose="020B0600070205080204" pitchFamily="34" charset="-128"/>
            </a:endParaRPr>
          </a:p>
          <a:p>
            <a:endParaRPr lang="nl-BE" altLang="nl-NL" dirty="0">
              <a:ea typeface="ＭＳ Ｐゴシック" panose="020B0600070205080204" pitchFamily="34" charset="-128"/>
            </a:endParaRPr>
          </a:p>
          <a:p>
            <a:endParaRPr lang="nl-BE" altLang="nl-NL" dirty="0">
              <a:ea typeface="ＭＳ Ｐゴシック" panose="020B0600070205080204" pitchFamily="34" charset="-128"/>
            </a:endParaRPr>
          </a:p>
          <a:p>
            <a:endParaRPr lang="nl-BE" altLang="nl-NL" dirty="0">
              <a:ea typeface="ＭＳ Ｐゴシック" panose="020B0600070205080204" pitchFamily="34" charset="-128"/>
            </a:endParaRPr>
          </a:p>
          <a:p>
            <a:endParaRPr lang="nl-BE" altLang="nl-NL" dirty="0">
              <a:ea typeface="ＭＳ Ｐゴシック" panose="020B0600070205080204" pitchFamily="34" charset="-128"/>
            </a:endParaRPr>
          </a:p>
          <a:p>
            <a:pPr lvl="1">
              <a:buFont typeface="Times New Roman" panose="02020603050405020304" pitchFamily="18" charset="0"/>
              <a:buNone/>
            </a:pPr>
            <a:endParaRPr lang="nl-BE" altLang="nl-NL" dirty="0">
              <a:solidFill>
                <a:srgbClr val="005032"/>
              </a:solidFill>
              <a:latin typeface="Courier New" panose="02070309020205020404" pitchFamily="49" charset="0"/>
              <a:ea typeface="ＭＳ Ｐゴシック" panose="020B0600070205080204" pitchFamily="34" charset="-128"/>
            </a:endParaRPr>
          </a:p>
          <a:p>
            <a:endParaRPr lang="nl-BE" altLang="nl-NL" dirty="0">
              <a:ea typeface="ＭＳ Ｐゴシック" panose="020B0600070205080204" pitchFamily="34" charset="-128"/>
            </a:endParaRPr>
          </a:p>
        </p:txBody>
      </p:sp>
      <p:sp>
        <p:nvSpPr>
          <p:cNvPr id="4" name="Footer Placeholder 3">
            <a:extLst>
              <a:ext uri="{FF2B5EF4-FFF2-40B4-BE49-F238E27FC236}">
                <a16:creationId xmlns:a16="http://schemas.microsoft.com/office/drawing/2014/main" id="{C3E6E084-333F-464E-BADB-25AA857EE7B8}"/>
              </a:ext>
            </a:extLst>
          </p:cNvPr>
          <p:cNvSpPr>
            <a:spLocks noGrp="1"/>
          </p:cNvSpPr>
          <p:nvPr>
            <p:ph type="ftr" sz="quarter" idx="11"/>
          </p:nvPr>
        </p:nvSpPr>
        <p:spPr/>
        <p:txBody>
          <a:bodyPr/>
          <a:lstStyle/>
          <a:p>
            <a:pPr>
              <a:defRPr/>
            </a:pPr>
            <a:r>
              <a:rPr lang="en-GB"/>
              <a:t>Practicum Computer Graphics: L-Systemen</a:t>
            </a:r>
            <a:endParaRPr lang="en-GB" dirty="0"/>
          </a:p>
        </p:txBody>
      </p:sp>
      <p:sp>
        <p:nvSpPr>
          <p:cNvPr id="28676" name="Slide Number Placeholder 4">
            <a:extLst>
              <a:ext uri="{FF2B5EF4-FFF2-40B4-BE49-F238E27FC236}">
                <a16:creationId xmlns:a16="http://schemas.microsoft.com/office/drawing/2014/main" id="{3FCFBBD5-4917-4F57-B88E-48B57672F15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lnSpc>
                <a:spcPct val="81000"/>
              </a:lnSpc>
              <a:spcAft>
                <a:spcPts val="1413"/>
              </a:spcAft>
              <a:buClr>
                <a:srgbClr val="053A60"/>
              </a:buClr>
              <a:buSzPct val="100000"/>
              <a:buFont typeface="Arial" panose="020B0604020202020204" pitchFamily="34" charset="0"/>
              <a:buChar char="•"/>
              <a:tabLst>
                <a:tab pos="723900" algn="l"/>
              </a:tabLst>
              <a:defRPr sz="2400" b="1">
                <a:solidFill>
                  <a:srgbClr val="003D64"/>
                </a:solidFill>
                <a:latin typeface="FreeSans" pitchFamily="32" charset="0"/>
                <a:ea typeface="ＭＳ Ｐゴシック" panose="020B0600070205080204" pitchFamily="34" charset="-128"/>
                <a:cs typeface="WenQuanYi Zen Hei" charset="0"/>
              </a:defRPr>
            </a:lvl1pPr>
            <a:lvl2pPr>
              <a:lnSpc>
                <a:spcPct val="81000"/>
              </a:lnSpc>
              <a:spcAft>
                <a:spcPts val="1138"/>
              </a:spcAft>
              <a:buClr>
                <a:srgbClr val="053A60"/>
              </a:buClr>
              <a:buSzPct val="100000"/>
              <a:buFont typeface="Times New Roman" panose="02020603050405020304" pitchFamily="18" charset="0"/>
              <a:buChar char="–"/>
              <a:tabLst>
                <a:tab pos="723900" algn="l"/>
              </a:tabLst>
              <a:defRPr sz="2200">
                <a:solidFill>
                  <a:srgbClr val="003D64"/>
                </a:solidFill>
                <a:latin typeface="FreeSans" pitchFamily="32" charset="0"/>
                <a:ea typeface="WenQuanYi Zen Hei" charset="0"/>
                <a:cs typeface="WenQuanYi Zen Hei" charset="0"/>
              </a:defRPr>
            </a:lvl2pPr>
            <a:lvl3pPr>
              <a:lnSpc>
                <a:spcPct val="81000"/>
              </a:lnSpc>
              <a:spcAft>
                <a:spcPts val="850"/>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3pPr>
            <a:lvl4pPr>
              <a:lnSpc>
                <a:spcPct val="81000"/>
              </a:lnSpc>
              <a:spcAft>
                <a:spcPts val="575"/>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4pPr>
            <a:lvl5pPr>
              <a:lnSpc>
                <a:spcPct val="81000"/>
              </a:lnSpc>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5pPr>
            <a:lvl6pPr marL="25146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6pPr>
            <a:lvl7pPr marL="29718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7pPr>
            <a:lvl8pPr marL="34290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8pPr>
            <a:lvl9pPr marL="38862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9pPr>
          </a:lstStyle>
          <a:p>
            <a:pPr>
              <a:lnSpc>
                <a:spcPct val="108000"/>
              </a:lnSpc>
              <a:spcAft>
                <a:spcPct val="0"/>
              </a:spcAft>
              <a:buClr>
                <a:srgbClr val="000000"/>
              </a:buClr>
              <a:buFont typeface="Times New Roman" panose="02020603050405020304" pitchFamily="18" charset="0"/>
              <a:buNone/>
            </a:pPr>
            <a:fld id="{00171EFB-5901-4E59-B8E9-E7DBE5A906DF}" type="slidenum">
              <a:rPr lang="en-GB" altLang="nl-NL" sz="1400" b="0">
                <a:solidFill>
                  <a:srgbClr val="FFFFFF"/>
                </a:solidFill>
              </a:rPr>
              <a:pPr>
                <a:lnSpc>
                  <a:spcPct val="108000"/>
                </a:lnSpc>
                <a:spcAft>
                  <a:spcPct val="0"/>
                </a:spcAft>
                <a:buClr>
                  <a:srgbClr val="000000"/>
                </a:buClr>
                <a:buFont typeface="Times New Roman" panose="02020603050405020304" pitchFamily="18" charset="0"/>
                <a:buNone/>
              </a:pPr>
              <a:t>17</a:t>
            </a:fld>
            <a:endParaRPr lang="en-GB" altLang="nl-NL" sz="1400" b="0">
              <a:solidFill>
                <a:srgbClr val="FFFFFF"/>
              </a:solidFill>
            </a:endParaRPr>
          </a:p>
        </p:txBody>
      </p:sp>
      <p:sp>
        <p:nvSpPr>
          <p:cNvPr id="28677" name="TextBox 7">
            <a:extLst>
              <a:ext uri="{FF2B5EF4-FFF2-40B4-BE49-F238E27FC236}">
                <a16:creationId xmlns:a16="http://schemas.microsoft.com/office/drawing/2014/main" id="{76FA3E8E-3D94-490C-B332-98BCAC17A1F3}"/>
              </a:ext>
            </a:extLst>
          </p:cNvPr>
          <p:cNvSpPr txBox="1">
            <a:spLocks noChangeArrowheads="1"/>
          </p:cNvSpPr>
          <p:nvPr/>
        </p:nvSpPr>
        <p:spPr bwMode="auto">
          <a:xfrm>
            <a:off x="1039812" y="2208213"/>
            <a:ext cx="8897044" cy="5305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p>
            <a:pPr eaLnBrk="1">
              <a:lnSpc>
                <a:spcPct val="93000"/>
              </a:lnSpc>
              <a:buClr>
                <a:srgbClr val="000000"/>
              </a:buClr>
              <a:buSzPct val="100000"/>
              <a:buFont typeface="Times New Roman" panose="02020603050405020304" pitchFamily="18" charset="0"/>
              <a:buNone/>
            </a:pPr>
            <a:r>
              <a:rPr lang="nl-BE" altLang="nl-NL" sz="1400" b="1" dirty="0">
                <a:solidFill>
                  <a:srgbClr val="7F0055"/>
                </a:solidFill>
                <a:latin typeface="Courier New" panose="02070309020205020404" pitchFamily="49" charset="0"/>
              </a:rPr>
              <a:t>#include</a:t>
            </a:r>
            <a:r>
              <a:rPr lang="nl-BE" altLang="nl-NL" sz="1400" dirty="0">
                <a:solidFill>
                  <a:srgbClr val="7F0055"/>
                </a:solidFill>
                <a:latin typeface="Courier New" panose="02070309020205020404" pitchFamily="49" charset="0"/>
              </a:rPr>
              <a:t> </a:t>
            </a:r>
            <a:r>
              <a:rPr lang="nl-BE" altLang="en-US" sz="1400" dirty="0">
                <a:solidFill>
                  <a:srgbClr val="1010C4"/>
                </a:solidFill>
                <a:latin typeface="Courier New" panose="02070309020205020404" pitchFamily="49" charset="0"/>
              </a:rPr>
              <a:t>“</a:t>
            </a:r>
            <a:r>
              <a:rPr lang="nl-BE" altLang="nl-NL" sz="1400" dirty="0">
                <a:solidFill>
                  <a:srgbClr val="1010C4"/>
                </a:solidFill>
                <a:latin typeface="Courier New" panose="02070309020205020404" pitchFamily="49" charset="0"/>
              </a:rPr>
              <a:t>obj_parser.h</a:t>
            </a:r>
            <a:r>
              <a:rPr lang="nl-BE" altLang="en-US" sz="1400" dirty="0">
                <a:solidFill>
                  <a:srgbClr val="1010C4"/>
                </a:solidFill>
                <a:latin typeface="Courier New" panose="02070309020205020404" pitchFamily="49" charset="0"/>
              </a:rPr>
              <a:t>”</a:t>
            </a:r>
            <a:endParaRPr lang="nl-BE" altLang="nl-NL" sz="1400" dirty="0">
              <a:solidFill>
                <a:srgbClr val="1010C4"/>
              </a:solidFill>
              <a:latin typeface="Courier New" panose="02070309020205020404" pitchFamily="49" charset="0"/>
            </a:endParaRPr>
          </a:p>
          <a:p>
            <a:pPr eaLnBrk="1">
              <a:lnSpc>
                <a:spcPct val="93000"/>
              </a:lnSpc>
              <a:buClr>
                <a:srgbClr val="000000"/>
              </a:buClr>
              <a:buSzPct val="100000"/>
              <a:buFont typeface="Times New Roman" panose="02020603050405020304" pitchFamily="18" charset="0"/>
              <a:buNone/>
            </a:pPr>
            <a:r>
              <a:rPr lang="nl-BE" altLang="nl-NL" sz="1400" b="1" dirty="0">
                <a:solidFill>
                  <a:srgbClr val="7F0055"/>
                </a:solidFill>
                <a:latin typeface="Courier New" panose="02070309020205020404" pitchFamily="49" charset="0"/>
              </a:rPr>
              <a:t>#include</a:t>
            </a:r>
            <a:r>
              <a:rPr lang="nl-BE" altLang="nl-NL" sz="1400" dirty="0">
                <a:latin typeface="Courier New" panose="02070309020205020404" pitchFamily="49" charset="0"/>
              </a:rPr>
              <a:t> </a:t>
            </a:r>
            <a:r>
              <a:rPr lang="nl-BE" altLang="nl-NL" sz="1400" dirty="0">
                <a:solidFill>
                  <a:srgbClr val="1010C4"/>
                </a:solidFill>
                <a:latin typeface="Courier New" panose="02070309020205020404" pitchFamily="49" charset="0"/>
              </a:rPr>
              <a:t>&lt;fstream&gt;</a:t>
            </a:r>
          </a:p>
          <a:p>
            <a:pPr eaLnBrk="1">
              <a:lnSpc>
                <a:spcPct val="93000"/>
              </a:lnSpc>
              <a:buClr>
                <a:srgbClr val="000000"/>
              </a:buClr>
              <a:buSzPct val="100000"/>
              <a:buFont typeface="Times New Roman" panose="02020603050405020304" pitchFamily="18" charset="0"/>
              <a:buNone/>
            </a:pPr>
            <a:endParaRPr lang="nl-BE" altLang="nl-NL" sz="1400" dirty="0">
              <a:latin typeface="Courier New" panose="02070309020205020404" pitchFamily="49" charset="0"/>
            </a:endParaRPr>
          </a:p>
          <a:p>
            <a:pPr eaLnBrk="1">
              <a:lnSpc>
                <a:spcPct val="93000"/>
              </a:lnSpc>
              <a:buClr>
                <a:srgbClr val="000000"/>
              </a:buClr>
              <a:buSzPct val="100000"/>
              <a:buFont typeface="Times New Roman" panose="02020603050405020304" pitchFamily="18" charset="0"/>
              <a:buNone/>
            </a:pPr>
            <a:r>
              <a:rPr lang="nl-BE" altLang="nl-NL" sz="1400" b="1" dirty="0">
                <a:solidFill>
                  <a:srgbClr val="7F0055"/>
                </a:solidFill>
                <a:latin typeface="Courier New" panose="02070309020205020404" pitchFamily="49" charset="0"/>
              </a:rPr>
              <a:t>int</a:t>
            </a:r>
            <a:r>
              <a:rPr lang="nl-BE" altLang="nl-NL" sz="1400" dirty="0">
                <a:latin typeface="Courier New" panose="02070309020205020404" pitchFamily="49" charset="0"/>
              </a:rPr>
              <a:t> </a:t>
            </a:r>
            <a:r>
              <a:rPr lang="nl-BE" altLang="nl-NL" sz="1400" b="1" dirty="0">
                <a:latin typeface="Courier New" panose="02070309020205020404" pitchFamily="49" charset="0"/>
              </a:rPr>
              <a:t>main</a:t>
            </a:r>
            <a:r>
              <a:rPr lang="nl-BE" altLang="nl-NL" sz="1400" dirty="0">
                <a:latin typeface="Courier New" panose="02070309020205020404" pitchFamily="49" charset="0"/>
              </a:rPr>
              <a:t>()</a:t>
            </a:r>
          </a:p>
          <a:p>
            <a:pPr eaLnBrk="1">
              <a:lnSpc>
                <a:spcPct val="93000"/>
              </a:lnSpc>
              <a:buClr>
                <a:srgbClr val="000000"/>
              </a:buClr>
              <a:buSzPct val="100000"/>
              <a:buFont typeface="Times New Roman" panose="02020603050405020304" pitchFamily="18" charset="0"/>
              <a:buNone/>
            </a:pPr>
            <a:r>
              <a:rPr lang="nl-BE" altLang="nl-NL" sz="1400" dirty="0">
                <a:latin typeface="Courier New" panose="02070309020205020404" pitchFamily="49" charset="0"/>
              </a:rPr>
              <a:t>{</a:t>
            </a:r>
          </a:p>
          <a:p>
            <a:pPr eaLnBrk="1">
              <a:lnSpc>
                <a:spcPct val="93000"/>
              </a:lnSpc>
              <a:buClr>
                <a:srgbClr val="000000"/>
              </a:buClr>
              <a:buSzPct val="100000"/>
              <a:buFont typeface="Times New Roman" panose="02020603050405020304" pitchFamily="18" charset="0"/>
              <a:buNone/>
            </a:pPr>
            <a:r>
              <a:rPr lang="nl-BE" altLang="nl-NL" sz="1400" dirty="0">
                <a:latin typeface="Courier New" panose="02070309020205020404" pitchFamily="49" charset="0"/>
              </a:rPr>
              <a:t>	obj::</a:t>
            </a:r>
            <a:r>
              <a:rPr lang="nl-BE" altLang="nl-NL" sz="1400" dirty="0">
                <a:solidFill>
                  <a:srgbClr val="005032"/>
                </a:solidFill>
                <a:latin typeface="Courier New" panose="02070309020205020404" pitchFamily="49" charset="0"/>
              </a:rPr>
              <a:t>MTLLibrary</a:t>
            </a:r>
            <a:r>
              <a:rPr lang="nl-BE" altLang="nl-NL" sz="1400" dirty="0">
                <a:latin typeface="Courier New" panose="02070309020205020404" pitchFamily="49" charset="0"/>
              </a:rPr>
              <a:t> library;</a:t>
            </a:r>
          </a:p>
          <a:p>
            <a:pPr eaLnBrk="1">
              <a:lnSpc>
                <a:spcPct val="93000"/>
              </a:lnSpc>
              <a:buClr>
                <a:srgbClr val="000000"/>
              </a:buClr>
              <a:buSzPct val="100000"/>
              <a:buFont typeface="Times New Roman" panose="02020603050405020304" pitchFamily="18" charset="0"/>
              <a:buNone/>
            </a:pPr>
            <a:endParaRPr lang="nl-BE" altLang="nl-NL" sz="1400" dirty="0">
              <a:latin typeface="Courier New" panose="02070309020205020404" pitchFamily="49" charset="0"/>
            </a:endParaRPr>
          </a:p>
          <a:p>
            <a:pPr eaLnBrk="1">
              <a:lnSpc>
                <a:spcPct val="93000"/>
              </a:lnSpc>
              <a:buClr>
                <a:srgbClr val="000000"/>
              </a:buClr>
              <a:buSzPct val="100000"/>
              <a:buFont typeface="Times New Roman" panose="02020603050405020304" pitchFamily="18" charset="0"/>
              <a:buNone/>
            </a:pPr>
            <a:r>
              <a:rPr lang="nl-BE" altLang="nl-NL" sz="1400" dirty="0">
                <a:latin typeface="Courier New" panose="02070309020205020404" pitchFamily="49" charset="0"/>
              </a:rPr>
              <a:t>	std::</a:t>
            </a:r>
            <a:r>
              <a:rPr lang="nl-BE" altLang="nl-NL" sz="1400" dirty="0">
                <a:solidFill>
                  <a:srgbClr val="005032"/>
                </a:solidFill>
                <a:latin typeface="Courier New" panose="02070309020205020404" pitchFamily="49" charset="0"/>
              </a:rPr>
              <a:t>ifstream</a:t>
            </a:r>
            <a:r>
              <a:rPr lang="nl-BE" altLang="nl-NL" sz="1400" dirty="0">
                <a:latin typeface="Courier New" panose="02070309020205020404" pitchFamily="49" charset="0"/>
              </a:rPr>
              <a:t> input_stream(</a:t>
            </a:r>
            <a:r>
              <a:rPr lang="nl-BE" altLang="en-US" sz="1400" dirty="0">
                <a:solidFill>
                  <a:srgbClr val="1010C4"/>
                </a:solidFill>
                <a:latin typeface="Courier New" panose="02070309020205020404" pitchFamily="49" charset="0"/>
              </a:rPr>
              <a:t>“</a:t>
            </a:r>
            <a:r>
              <a:rPr lang="nl-BE" altLang="nl-NL" sz="1400" dirty="0">
                <a:solidFill>
                  <a:srgbClr val="1010C4"/>
                </a:solidFill>
                <a:latin typeface="Courier New" panose="02070309020205020404" pitchFamily="49" charset="0"/>
              </a:rPr>
              <a:t>test.mtl</a:t>
            </a:r>
            <a:r>
              <a:rPr lang="nl-BE" altLang="en-US" sz="1400" dirty="0">
                <a:solidFill>
                  <a:srgbClr val="1010C4"/>
                </a:solidFill>
                <a:latin typeface="Courier New" panose="02070309020205020404" pitchFamily="49" charset="0"/>
              </a:rPr>
              <a:t>”</a:t>
            </a:r>
            <a:r>
              <a:rPr lang="nl-BE" altLang="ja-JP" sz="1400" dirty="0">
                <a:latin typeface="Courier New" panose="02070309020205020404" pitchFamily="49" charset="0"/>
              </a:rPr>
              <a:t>);</a:t>
            </a:r>
          </a:p>
          <a:p>
            <a:pPr eaLnBrk="1">
              <a:lnSpc>
                <a:spcPct val="93000"/>
              </a:lnSpc>
              <a:buClr>
                <a:srgbClr val="000000"/>
              </a:buClr>
              <a:buSzPct val="100000"/>
              <a:buFont typeface="Times New Roman" panose="02020603050405020304" pitchFamily="18" charset="0"/>
              <a:buNone/>
            </a:pPr>
            <a:r>
              <a:rPr lang="nl-BE" altLang="nl-NL" sz="1400" dirty="0">
                <a:latin typeface="Courier New" panose="02070309020205020404" pitchFamily="49" charset="0"/>
              </a:rPr>
              <a:t>    input_stream &gt;&gt; library;</a:t>
            </a:r>
          </a:p>
          <a:p>
            <a:pPr eaLnBrk="1">
              <a:lnSpc>
                <a:spcPct val="93000"/>
              </a:lnSpc>
              <a:buClr>
                <a:srgbClr val="000000"/>
              </a:buClr>
              <a:buSzPct val="100000"/>
              <a:buFont typeface="Times New Roman" panose="02020603050405020304" pitchFamily="18" charset="0"/>
              <a:buNone/>
            </a:pPr>
            <a:r>
              <a:rPr lang="nl-BE" altLang="nl-NL" sz="1400" dirty="0">
                <a:latin typeface="Courier New" panose="02070309020205020404" pitchFamily="49" charset="0"/>
              </a:rPr>
              <a:t>    input_stream.close();	</a:t>
            </a:r>
          </a:p>
          <a:p>
            <a:pPr eaLnBrk="1">
              <a:lnSpc>
                <a:spcPct val="93000"/>
              </a:lnSpc>
              <a:buClr>
                <a:srgbClr val="000000"/>
              </a:buClr>
              <a:buSzPct val="100000"/>
              <a:buFont typeface="Times New Roman" panose="02020603050405020304" pitchFamily="18" charset="0"/>
              <a:buNone/>
            </a:pPr>
            <a:endParaRPr lang="nl-BE" altLang="nl-NL" sz="1400" dirty="0">
              <a:latin typeface="Courier New" panose="02070309020205020404" pitchFamily="49" charset="0"/>
            </a:endParaRPr>
          </a:p>
          <a:p>
            <a:pPr eaLnBrk="1">
              <a:lnSpc>
                <a:spcPct val="93000"/>
              </a:lnSpc>
              <a:buClr>
                <a:srgbClr val="000000"/>
              </a:buClr>
              <a:buSzPct val="100000"/>
            </a:pPr>
            <a:r>
              <a:rPr lang="nl-BE" altLang="nl-NL" sz="1400" dirty="0">
                <a:solidFill>
                  <a:srgbClr val="005032"/>
                </a:solidFill>
                <a:latin typeface="Courier New" panose="02070309020205020404" pitchFamily="49" charset="0"/>
              </a:rPr>
              <a:t>	// Gebruik naam van materiaal als “sectie”naam</a:t>
            </a:r>
          </a:p>
          <a:p>
            <a:pPr eaLnBrk="1">
              <a:lnSpc>
                <a:spcPct val="93000"/>
              </a:lnSpc>
              <a:buClr>
                <a:srgbClr val="000000"/>
              </a:buClr>
              <a:buSzPct val="100000"/>
            </a:pPr>
            <a:r>
              <a:rPr lang="nl-BE" altLang="nl-NL" sz="1400" dirty="0">
                <a:latin typeface="Courier New" panose="02070309020205020404" pitchFamily="49" charset="0"/>
              </a:rPr>
              <a:t>	std::</a:t>
            </a:r>
            <a:r>
              <a:rPr lang="nl-BE" altLang="nl-NL" sz="1400" dirty="0">
                <a:solidFill>
                  <a:srgbClr val="005032"/>
                </a:solidFill>
                <a:latin typeface="Courier New" panose="02070309020205020404" pitchFamily="49" charset="0"/>
              </a:rPr>
              <a:t>string</a:t>
            </a:r>
            <a:r>
              <a:rPr lang="nl-BE" altLang="nl-NL" sz="1400" dirty="0">
                <a:latin typeface="Courier New" panose="02070309020205020404" pitchFamily="49" charset="0"/>
              </a:rPr>
              <a:t> material = </a:t>
            </a:r>
            <a:r>
              <a:rPr lang="nl-BE" altLang="en-US" sz="1400" dirty="0">
                <a:solidFill>
                  <a:srgbClr val="1010C4"/>
                </a:solidFill>
                <a:latin typeface="Courier New" panose="02070309020205020404" pitchFamily="49" charset="0"/>
              </a:rPr>
              <a:t>“colorrect”</a:t>
            </a:r>
            <a:r>
              <a:rPr lang="nl-BE" altLang="nl-NL" sz="1400" dirty="0">
                <a:latin typeface="Courier New" panose="02070309020205020404" pitchFamily="49" charset="0"/>
              </a:rPr>
              <a:t>;</a:t>
            </a:r>
          </a:p>
          <a:p>
            <a:pPr eaLnBrk="1">
              <a:lnSpc>
                <a:spcPct val="93000"/>
              </a:lnSpc>
              <a:buClr>
                <a:srgbClr val="000000"/>
              </a:buClr>
              <a:buSzPct val="100000"/>
            </a:pPr>
            <a:endParaRPr lang="nl-BE" altLang="nl-NL" sz="1400" dirty="0">
              <a:solidFill>
                <a:srgbClr val="005032"/>
              </a:solidFill>
              <a:latin typeface="Courier New" panose="02070309020205020404" pitchFamily="49" charset="0"/>
            </a:endParaRPr>
          </a:p>
          <a:p>
            <a:pPr eaLnBrk="1">
              <a:lnSpc>
                <a:spcPct val="93000"/>
              </a:lnSpc>
              <a:buClr>
                <a:srgbClr val="000000"/>
              </a:buClr>
              <a:buSzPct val="100000"/>
            </a:pPr>
            <a:r>
              <a:rPr lang="nl-BE" altLang="nl-NL" sz="1400">
                <a:solidFill>
                  <a:srgbClr val="005032"/>
                </a:solidFill>
                <a:latin typeface="Courier New"/>
                <a:ea typeface="ＭＳ Ｐゴシック"/>
              </a:rPr>
              <a:t>	// Gebruik naam van materiaaleigenschap als “</a:t>
            </a:r>
            <a:r>
              <a:rPr lang="nl-BE" altLang="nl-NL" sz="1400" err="1">
                <a:solidFill>
                  <a:srgbClr val="005032"/>
                </a:solidFill>
                <a:latin typeface="Courier New"/>
                <a:ea typeface="ＭＳ Ｐゴシック"/>
              </a:rPr>
              <a:t>entry”naam</a:t>
            </a:r>
            <a:endParaRPr lang="nl-BE" altLang="nl-NL" sz="1400">
              <a:solidFill>
                <a:srgbClr val="005032"/>
              </a:solidFill>
              <a:latin typeface="Courier New"/>
              <a:ea typeface="ＭＳ Ｐゴシック"/>
            </a:endParaRPr>
          </a:p>
          <a:p>
            <a:pPr eaLnBrk="1">
              <a:lnSpc>
                <a:spcPct val="93000"/>
              </a:lnSpc>
              <a:buClr>
                <a:srgbClr val="000000"/>
              </a:buClr>
              <a:buSzPct val="100000"/>
            </a:pPr>
            <a:r>
              <a:rPr lang="nl-BE" altLang="nl-NL" sz="1400" dirty="0">
                <a:latin typeface="Courier New" panose="02070309020205020404" pitchFamily="49" charset="0"/>
              </a:rPr>
              <a:t>	std::</a:t>
            </a:r>
            <a:r>
              <a:rPr lang="nl-BE" altLang="nl-NL" sz="1400" dirty="0">
                <a:solidFill>
                  <a:srgbClr val="005032"/>
                </a:solidFill>
                <a:latin typeface="Courier New" panose="02070309020205020404" pitchFamily="49" charset="0"/>
              </a:rPr>
              <a:t>vector</a:t>
            </a:r>
            <a:r>
              <a:rPr lang="nl-BE" altLang="nl-NL" sz="1400" dirty="0">
                <a:latin typeface="Courier New" panose="02070309020205020404" pitchFamily="49" charset="0"/>
              </a:rPr>
              <a:t>&lt;</a:t>
            </a:r>
            <a:r>
              <a:rPr lang="nl-BE" altLang="nl-NL" sz="1400" b="1" dirty="0">
                <a:solidFill>
                  <a:srgbClr val="7F0055"/>
                </a:solidFill>
                <a:latin typeface="Courier New" panose="02070309020205020404" pitchFamily="49" charset="0"/>
              </a:rPr>
              <a:t>double</a:t>
            </a:r>
            <a:r>
              <a:rPr lang="nl-BE" altLang="nl-NL" sz="1400" dirty="0">
                <a:latin typeface="Courier New" panose="02070309020205020404" pitchFamily="49" charset="0"/>
              </a:rPr>
              <a:t>&gt; amb = library[material][</a:t>
            </a:r>
            <a:r>
              <a:rPr lang="nl-BE" altLang="en-US" sz="1400" dirty="0">
                <a:solidFill>
                  <a:srgbClr val="1010C4"/>
                </a:solidFill>
                <a:latin typeface="Courier New" panose="02070309020205020404" pitchFamily="49" charset="0"/>
              </a:rPr>
              <a:t>“Ka”</a:t>
            </a:r>
            <a:r>
              <a:rPr lang="nl-BE" altLang="nl-NL" sz="1400" dirty="0">
                <a:latin typeface="Courier New" panose="02070309020205020404" pitchFamily="49" charset="0"/>
              </a:rPr>
              <a:t>].as_double_tuple_or_die();</a:t>
            </a:r>
          </a:p>
          <a:p>
            <a:pPr eaLnBrk="1">
              <a:lnSpc>
                <a:spcPct val="93000"/>
              </a:lnSpc>
              <a:buClr>
                <a:srgbClr val="000000"/>
              </a:buClr>
              <a:buSzPct val="100000"/>
              <a:buFont typeface="Times New Roman" panose="02020603050405020304" pitchFamily="18" charset="0"/>
              <a:buNone/>
            </a:pPr>
            <a:endParaRPr lang="nl-BE" altLang="nl-NL" sz="1400" dirty="0">
              <a:latin typeface="Courier New" panose="02070309020205020404" pitchFamily="49" charset="0"/>
            </a:endParaRPr>
          </a:p>
          <a:p>
            <a:pPr eaLnBrk="1">
              <a:lnSpc>
                <a:spcPct val="93000"/>
              </a:lnSpc>
              <a:buClr>
                <a:srgbClr val="000000"/>
              </a:buClr>
              <a:buSzPct val="100000"/>
              <a:buFont typeface="Times New Roman" panose="02020603050405020304" pitchFamily="18" charset="0"/>
              <a:buNone/>
            </a:pPr>
            <a:r>
              <a:rPr lang="nl-BE" altLang="nl-NL" sz="1400" dirty="0">
                <a:latin typeface="Courier New" panose="02070309020205020404" pitchFamily="49" charset="0"/>
              </a:rPr>
              <a:t>	</a:t>
            </a:r>
            <a:r>
              <a:rPr lang="nl-BE" altLang="nl-NL" sz="1400" b="1" dirty="0">
                <a:solidFill>
                  <a:srgbClr val="7F0055"/>
                </a:solidFill>
                <a:latin typeface="Courier New" panose="02070309020205020404" pitchFamily="49" charset="0"/>
              </a:rPr>
              <a:t>double</a:t>
            </a:r>
            <a:r>
              <a:rPr lang="nl-BE" altLang="nl-NL" sz="1400" dirty="0">
                <a:latin typeface="Courier New" panose="02070309020205020404" pitchFamily="49" charset="0"/>
              </a:rPr>
              <a:t> m = library[material][</a:t>
            </a:r>
            <a:r>
              <a:rPr lang="nl-BE" altLang="en-US" sz="1400" dirty="0">
                <a:solidFill>
                  <a:srgbClr val="1010C4"/>
                </a:solidFill>
                <a:latin typeface="Courier New" panose="02070309020205020404" pitchFamily="49" charset="0"/>
              </a:rPr>
              <a:t>“Ns”</a:t>
            </a:r>
            <a:r>
              <a:rPr lang="nl-BE" altLang="nl-NL" sz="1400" dirty="0">
                <a:latin typeface="Courier New" panose="02070309020205020404" pitchFamily="49" charset="0"/>
              </a:rPr>
              <a:t>].as_double_or_default(</a:t>
            </a:r>
            <a:r>
              <a:rPr lang="nl-BE" altLang="nl-NL" sz="1400" dirty="0">
                <a:solidFill>
                  <a:srgbClr val="1010C4"/>
                </a:solidFill>
                <a:latin typeface="Courier New" panose="02070309020205020404" pitchFamily="49" charset="0"/>
              </a:rPr>
              <a:t>1.0</a:t>
            </a:r>
            <a:r>
              <a:rPr lang="nl-BE" altLang="nl-NL" sz="1400" dirty="0">
                <a:latin typeface="Courier New" panose="02070309020205020404" pitchFamily="49" charset="0"/>
              </a:rPr>
              <a:t>);</a:t>
            </a:r>
          </a:p>
          <a:p>
            <a:pPr eaLnBrk="1">
              <a:lnSpc>
                <a:spcPct val="93000"/>
              </a:lnSpc>
              <a:buClr>
                <a:srgbClr val="000000"/>
              </a:buClr>
              <a:buSzPct val="100000"/>
            </a:pPr>
            <a:endParaRPr lang="nl-BE" altLang="nl-NL" sz="1400" dirty="0">
              <a:latin typeface="Courier New" panose="02070309020205020404" pitchFamily="49" charset="0"/>
            </a:endParaRPr>
          </a:p>
          <a:p>
            <a:pPr eaLnBrk="1">
              <a:lnSpc>
                <a:spcPct val="93000"/>
              </a:lnSpc>
              <a:buClr>
                <a:srgbClr val="000000"/>
              </a:buClr>
              <a:buSzPct val="100000"/>
            </a:pPr>
            <a:r>
              <a:rPr lang="nl-BE" altLang="nl-NL" sz="1400" dirty="0">
                <a:latin typeface="Courier New" panose="02070309020205020404" pitchFamily="49" charset="0"/>
              </a:rPr>
              <a:t>	std::</a:t>
            </a:r>
            <a:r>
              <a:rPr lang="nl-BE" altLang="nl-NL" sz="1400" dirty="0">
                <a:solidFill>
                  <a:srgbClr val="005032"/>
                </a:solidFill>
                <a:latin typeface="Courier New" panose="02070309020205020404" pitchFamily="49" charset="0"/>
              </a:rPr>
              <a:t>string</a:t>
            </a:r>
            <a:r>
              <a:rPr lang="nl-BE" altLang="nl-NL" sz="1400" dirty="0">
                <a:latin typeface="Courier New" panose="02070309020205020404" pitchFamily="49" charset="0"/>
              </a:rPr>
              <a:t> tex_map;</a:t>
            </a:r>
          </a:p>
          <a:p>
            <a:pPr eaLnBrk="1">
              <a:lnSpc>
                <a:spcPct val="93000"/>
              </a:lnSpc>
              <a:buClr>
                <a:srgbClr val="000000"/>
              </a:buClr>
              <a:buSzPct val="100000"/>
            </a:pPr>
            <a:r>
              <a:rPr lang="nl-BE" altLang="nl-NL" sz="1400" dirty="0">
                <a:latin typeface="Courier New" panose="02070309020205020404" pitchFamily="49" charset="0"/>
              </a:rPr>
              <a:t>	if(library[material][</a:t>
            </a:r>
            <a:r>
              <a:rPr lang="nl-BE" altLang="en-US" sz="1400" dirty="0">
                <a:solidFill>
                  <a:srgbClr val="1010C4"/>
                </a:solidFill>
                <a:latin typeface="Courier New" panose="02070309020205020404" pitchFamily="49" charset="0"/>
              </a:rPr>
              <a:t>“map_Ka”</a:t>
            </a:r>
            <a:r>
              <a:rPr lang="nl-BE" altLang="nl-NL" sz="1400" dirty="0">
                <a:latin typeface="Courier New" panose="02070309020205020404" pitchFamily="49" charset="0"/>
              </a:rPr>
              <a:t>].as_string_if_exists(tex_map)){</a:t>
            </a:r>
          </a:p>
          <a:p>
            <a:pPr eaLnBrk="1">
              <a:lnSpc>
                <a:spcPct val="93000"/>
              </a:lnSpc>
              <a:buClr>
                <a:srgbClr val="000000"/>
              </a:buClr>
              <a:buSzPct val="100000"/>
            </a:pPr>
            <a:r>
              <a:rPr lang="nl-BE" altLang="nl-NL" sz="1400" dirty="0">
                <a:solidFill>
                  <a:srgbClr val="005032"/>
                </a:solidFill>
                <a:latin typeface="Courier New" panose="02070309020205020404" pitchFamily="49" charset="0"/>
              </a:rPr>
              <a:t>		// Do something useful here</a:t>
            </a:r>
            <a:endParaRPr lang="nl-BE" altLang="nl-NL" sz="1400" dirty="0">
              <a:latin typeface="Courier New" panose="02070309020205020404" pitchFamily="49" charset="0"/>
            </a:endParaRPr>
          </a:p>
          <a:p>
            <a:pPr eaLnBrk="1">
              <a:lnSpc>
                <a:spcPct val="93000"/>
              </a:lnSpc>
              <a:buClr>
                <a:srgbClr val="000000"/>
              </a:buClr>
              <a:buSzPct val="100000"/>
            </a:pPr>
            <a:r>
              <a:rPr lang="nl-BE" altLang="nl-NL" sz="1400" dirty="0">
                <a:latin typeface="Courier New" panose="02070309020205020404" pitchFamily="49" charset="0"/>
              </a:rPr>
              <a:t>	}</a:t>
            </a:r>
          </a:p>
          <a:p>
            <a:pPr eaLnBrk="1">
              <a:lnSpc>
                <a:spcPct val="93000"/>
              </a:lnSpc>
              <a:buClr>
                <a:srgbClr val="000000"/>
              </a:buClr>
              <a:buSzPct val="100000"/>
              <a:buFont typeface="Times New Roman" panose="02020603050405020304" pitchFamily="18" charset="0"/>
              <a:buNone/>
            </a:pPr>
            <a:endParaRPr lang="nl-BE" altLang="nl-NL" sz="1400" dirty="0">
              <a:latin typeface="Courier New" panose="02070309020205020404" pitchFamily="49" charset="0"/>
            </a:endParaRPr>
          </a:p>
          <a:p>
            <a:pPr eaLnBrk="1">
              <a:lnSpc>
                <a:spcPct val="93000"/>
              </a:lnSpc>
              <a:buClr>
                <a:srgbClr val="000000"/>
              </a:buClr>
              <a:buSzPct val="100000"/>
              <a:buFont typeface="Times New Roman" panose="02020603050405020304" pitchFamily="18" charset="0"/>
              <a:buNone/>
            </a:pPr>
            <a:r>
              <a:rPr lang="nl-BE" altLang="nl-NL" sz="1400" dirty="0">
                <a:latin typeface="Courier New" panose="02070309020205020404" pitchFamily="49" charset="0"/>
              </a:rPr>
              <a:t>	</a:t>
            </a:r>
            <a:r>
              <a:rPr lang="nl-BE" altLang="nl-NL" sz="1400" b="1" dirty="0">
                <a:solidFill>
                  <a:srgbClr val="7F0055"/>
                </a:solidFill>
                <a:latin typeface="Courier New" panose="02070309020205020404" pitchFamily="49" charset="0"/>
              </a:rPr>
              <a:t>return</a:t>
            </a:r>
            <a:r>
              <a:rPr lang="nl-BE" altLang="nl-NL" sz="1400" dirty="0">
                <a:latin typeface="Courier New" panose="02070309020205020404" pitchFamily="49" charset="0"/>
              </a:rPr>
              <a:t> 0;</a:t>
            </a:r>
          </a:p>
          <a:p>
            <a:pPr eaLnBrk="1">
              <a:lnSpc>
                <a:spcPct val="93000"/>
              </a:lnSpc>
              <a:buClr>
                <a:srgbClr val="000000"/>
              </a:buClr>
              <a:buSzPct val="100000"/>
              <a:buFont typeface="Times New Roman" panose="02020603050405020304" pitchFamily="18" charset="0"/>
              <a:buNone/>
            </a:pPr>
            <a:r>
              <a:rPr lang="nl-BE" altLang="nl-NL" sz="1400" dirty="0">
                <a:latin typeface="Courier New" panose="02070309020205020404" pitchFamily="49" charset="0"/>
              </a:rPr>
              <a:t>}</a:t>
            </a:r>
          </a:p>
        </p:txBody>
      </p:sp>
    </p:spTree>
    <p:extLst>
      <p:ext uri="{BB962C8B-B14F-4D97-AF65-F5344CB8AC3E}">
        <p14:creationId xmlns:p14="http://schemas.microsoft.com/office/powerpoint/2010/main" val="193600649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31|3.5|3.1|15.9"/>
</p:tagLst>
</file>

<file path=ppt/tags/tag2.xml><?xml version="1.0" encoding="utf-8"?>
<p:tagLst xmlns:a="http://schemas.openxmlformats.org/drawingml/2006/main" xmlns:r="http://schemas.openxmlformats.org/officeDocument/2006/relationships" xmlns:p="http://schemas.openxmlformats.org/presentationml/2006/main">
  <p:tag name="TIMING" val="|2.9|4.1|5.8|3|5.9"/>
</p:tagLst>
</file>

<file path=ppt/tags/tag3.xml><?xml version="1.0" encoding="utf-8"?>
<p:tagLst xmlns:a="http://schemas.openxmlformats.org/drawingml/2006/main" xmlns:r="http://schemas.openxmlformats.org/officeDocument/2006/relationships" xmlns:p="http://schemas.openxmlformats.org/presentationml/2006/main">
  <p:tag name="TIMING" val="|5.3|3.5|3.4|12.6"/>
</p:tagLst>
</file>

<file path=ppt/tags/tag4.xml><?xml version="1.0" encoding="utf-8"?>
<p:tagLst xmlns:a="http://schemas.openxmlformats.org/drawingml/2006/main" xmlns:r="http://schemas.openxmlformats.org/officeDocument/2006/relationships" xmlns:p="http://schemas.openxmlformats.org/presentationml/2006/main">
  <p:tag name="TIMING" val="|7|4.6|11.9|7.3|2.3|12.6"/>
</p:tagLst>
</file>

<file path=ppt/tags/tag5.xml><?xml version="1.0" encoding="utf-8"?>
<p:tagLst xmlns:a="http://schemas.openxmlformats.org/drawingml/2006/main" xmlns:r="http://schemas.openxmlformats.org/officeDocument/2006/relationships" xmlns:p="http://schemas.openxmlformats.org/presentationml/2006/main">
  <p:tag name="TIMING" val="|0.6|8.4|2.3|8.2"/>
</p:tagLst>
</file>

<file path=ppt/tags/tag6.xml><?xml version="1.0" encoding="utf-8"?>
<p:tagLst xmlns:a="http://schemas.openxmlformats.org/drawingml/2006/main" xmlns:r="http://schemas.openxmlformats.org/officeDocument/2006/relationships" xmlns:p="http://schemas.openxmlformats.org/presentationml/2006/main">
  <p:tag name="TIMING" val="|18.6|10.4|20.9"/>
</p:tagLst>
</file>

<file path=ppt/tags/tag7.xml><?xml version="1.0" encoding="utf-8"?>
<p:tagLst xmlns:a="http://schemas.openxmlformats.org/drawingml/2006/main" xmlns:r="http://schemas.openxmlformats.org/officeDocument/2006/relationships" xmlns:p="http://schemas.openxmlformats.org/presentationml/2006/main">
  <p:tag name="TIMING" val="|15.5"/>
</p:tagLst>
</file>

<file path=ppt/tags/tag8.xml><?xml version="1.0" encoding="utf-8"?>
<p:tagLst xmlns:a="http://schemas.openxmlformats.org/drawingml/2006/main" xmlns:r="http://schemas.openxmlformats.org/officeDocument/2006/relationships" xmlns:p="http://schemas.openxmlformats.org/presentationml/2006/main">
  <p:tag name="TIMING" val="|3.8"/>
</p:tagLst>
</file>

<file path=ppt/theme/theme1.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FreeSans"/>
        <a:ea typeface="WenQuanYi Zen Hei"/>
        <a:cs typeface="WenQuanYi Zen Hei"/>
      </a:majorFont>
      <a:minorFont>
        <a:latin typeface="FreeSans"/>
        <a:ea typeface="WenQuanYi Zen Hei"/>
        <a:cs typeface="WenQuanYi Zen Hei"/>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93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effectLst/>
            <a:latin typeface="Arial"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93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effectLst/>
            <a:latin typeface="Arial"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Verdana"/>
        <a:ea typeface=""/>
        <a:cs typeface="DejaVu Sans"/>
      </a:majorFont>
      <a:minorFont>
        <a:latin typeface="Verdana"/>
        <a:ea typeface=""/>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93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effectLst/>
            <a:latin typeface="Arial"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93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effectLst/>
            <a:latin typeface="Arial"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BF76529AA102D4592D922CFF0E8EEF3" ma:contentTypeVersion="2" ma:contentTypeDescription="Een nieuw document maken." ma:contentTypeScope="" ma:versionID="11cb5266cd594533a9526f04871e4d54">
  <xsd:schema xmlns:xsd="http://www.w3.org/2001/XMLSchema" xmlns:xs="http://www.w3.org/2001/XMLSchema" xmlns:p="http://schemas.microsoft.com/office/2006/metadata/properties" xmlns:ns3="ddd50826-d147-4bde-8539-151f6dc2293f" targetNamespace="http://schemas.microsoft.com/office/2006/metadata/properties" ma:root="true" ma:fieldsID="e21486cdc9645bed73003dbe1fcfb9cb" ns3:_="">
    <xsd:import namespace="ddd50826-d147-4bde-8539-151f6dc2293f"/>
    <xsd:element name="properties">
      <xsd:complexType>
        <xsd:sequence>
          <xsd:element name="documentManagement">
            <xsd:complexType>
              <xsd:all>
                <xsd:element ref="ns3:MediaServiceMetadata" minOccurs="0"/>
                <xsd:element ref="ns3: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dd50826-d147-4bde-8539-151f6dc229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7B107F8-3A57-45F1-AA2E-073A83804C2B}">
  <ds:schemaRefs>
    <ds:schemaRef ds:uri="http://schemas.microsoft.com/sharepoint/v3/contenttype/forms"/>
  </ds:schemaRefs>
</ds:datastoreItem>
</file>

<file path=customXml/itemProps2.xml><?xml version="1.0" encoding="utf-8"?>
<ds:datastoreItem xmlns:ds="http://schemas.openxmlformats.org/officeDocument/2006/customXml" ds:itemID="{CD486F7D-94BB-4559-B254-0DC06116C470}">
  <ds:schemaRefs>
    <ds:schemaRef ds:uri="http://schemas.microsoft.com/office/infopath/2007/PartnerControls"/>
    <ds:schemaRef ds:uri="http://www.w3.org/XML/1998/namespace"/>
    <ds:schemaRef ds:uri="ddd50826-d147-4bde-8539-151f6dc2293f"/>
    <ds:schemaRef ds:uri="http://purl.org/dc/terms/"/>
    <ds:schemaRef ds:uri="http://schemas.microsoft.com/office/2006/metadata/properties"/>
    <ds:schemaRef ds:uri="http://purl.org/dc/dcmitype/"/>
    <ds:schemaRef ds:uri="http://purl.org/dc/elements/1.1/"/>
    <ds:schemaRef ds:uri="http://schemas.microsoft.com/office/2006/documentManagement/types"/>
    <ds:schemaRef ds:uri="http://schemas.openxmlformats.org/package/2006/metadata/core-properties"/>
  </ds:schemaRefs>
</ds:datastoreItem>
</file>

<file path=customXml/itemProps3.xml><?xml version="1.0" encoding="utf-8"?>
<ds:datastoreItem xmlns:ds="http://schemas.openxmlformats.org/officeDocument/2006/customXml" ds:itemID="{8C59128E-9DD1-4329-BB29-8CCC73CDAFF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dd50826-d147-4bde-8539-151f6dc2293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1847</Words>
  <Application>Microsoft Macintosh PowerPoint</Application>
  <PresentationFormat>Custom</PresentationFormat>
  <Paragraphs>317</Paragraphs>
  <Slides>17</Slides>
  <Notes>1</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17</vt:i4>
      </vt:variant>
    </vt:vector>
  </HeadingPairs>
  <TitlesOfParts>
    <vt:vector size="28" baseType="lpstr">
      <vt:lpstr>ＭＳ Ｐゴシック</vt:lpstr>
      <vt:lpstr>Arial</vt:lpstr>
      <vt:lpstr>Courier New</vt:lpstr>
      <vt:lpstr>FreeSans</vt:lpstr>
      <vt:lpstr>Symbol</vt:lpstr>
      <vt:lpstr>Times New Roman</vt:lpstr>
      <vt:lpstr>Verdana</vt:lpstr>
      <vt:lpstr>WenQuanYi Zen Hei</vt:lpstr>
      <vt:lpstr>Wingdings</vt:lpstr>
      <vt:lpstr>Office Theme</vt:lpstr>
      <vt:lpstr>1_Office Theme</vt:lpstr>
      <vt:lpstr>Opdracht Bollen &amp; Cilinders</vt:lpstr>
      <vt:lpstr>Bollen &amp; Cilinders</vt:lpstr>
      <vt:lpstr>Genereren van Bollen &amp; Cilinders</vt:lpstr>
      <vt:lpstr>Genereren van cilinders</vt:lpstr>
      <vt:lpstr>Genereren van cilinders</vt:lpstr>
      <vt:lpstr>Genereren van cilinders</vt:lpstr>
      <vt:lpstr>Genereren van cilinders</vt:lpstr>
      <vt:lpstr>Bollen &amp; Cilinders</vt:lpstr>
      <vt:lpstr>Uitbreiding Texture Mapping: Cube Mapping</vt:lpstr>
      <vt:lpstr>Uitbreiding Texture Mapping: textuurcoördinaten</vt:lpstr>
      <vt:lpstr>Uitbreiding Texture Mapping: normaalvectoren</vt:lpstr>
      <vt:lpstr>Input van textuurcoördinaten en normaalvectoren</vt:lpstr>
      <vt:lpstr>Input van textuurcoördinaten en normaalvectoren</vt:lpstr>
      <vt:lpstr>Input van textuurcoördinaten en normaalvectoren</vt:lpstr>
      <vt:lpstr>Input van textuurcoördinaten en normaalvectoren</vt:lpstr>
      <vt:lpstr>Input van textuurcoördinaten en normaalvectoren</vt:lpstr>
      <vt:lpstr>Input van textuurcoördinaten en normaalvectoren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goes here</dc:title>
  <dc:creator>Robin</dc:creator>
  <cp:lastModifiedBy>Tim Apers</cp:lastModifiedBy>
  <cp:revision>378</cp:revision>
  <cp:lastPrinted>1601-01-01T00:00:00Z</cp:lastPrinted>
  <dcterms:created xsi:type="dcterms:W3CDTF">2011-10-06T12:04:05Z</dcterms:created>
  <dcterms:modified xsi:type="dcterms:W3CDTF">2026-05-11T09:46:13Z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0x0101003BF76529AA102D4592D922CFF0E8EEF3</vt:lpwstr>
  </property>
</Properties>
</file>