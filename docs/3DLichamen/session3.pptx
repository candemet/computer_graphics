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6"/>
  </p:notesMasterIdLst>
  <p:handoutMasterIdLst>
    <p:handoutMasterId r:id="rId17"/>
  </p:handoutMasterIdLst>
  <p:sldIdLst>
    <p:sldId id="256" r:id="rId3"/>
    <p:sldId id="270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7559675"/>
  <p:notesSz cx="7772400" cy="100584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/>
    <p:restoredTop sz="94589"/>
  </p:normalViewPr>
  <p:slideViewPr>
    <p:cSldViewPr>
      <p:cViewPr varScale="1">
        <p:scale>
          <a:sx n="109" d="100"/>
          <a:sy n="109" d="100"/>
        </p:scale>
        <p:origin x="1112" y="184"/>
      </p:cViewPr>
      <p:guideLst>
        <p:guide orient="horz" pos="2160"/>
        <p:guide pos="2880"/>
      </p:guideLst>
    </p:cSldViewPr>
  </p:slideViewPr>
  <p:outlineViewPr>
    <p:cViewPr varScale="1"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022DF2-8455-2E14-3120-9B60686841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1FEC3-1C5D-DC0C-81C5-8FC373C813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4A0623A-C5C0-5B45-B8ED-7E258918385C}" type="datetimeFigureOut">
              <a:rPr lang="en-US"/>
              <a:pPr>
                <a:defRPr/>
              </a:pPr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F057-E059-3ABC-C253-44B8A433D2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BEBD1-5508-16CA-BF85-2181681ED4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/>
            </a:lvl1pPr>
          </a:lstStyle>
          <a:p>
            <a:fld id="{FD35BAA2-2962-2E4B-AE8C-5EBD5107538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1">
            <a:extLst>
              <a:ext uri="{FF2B5EF4-FFF2-40B4-BE49-F238E27FC236}">
                <a16:creationId xmlns:a16="http://schemas.microsoft.com/office/drawing/2014/main" id="{07A978B1-386A-0F33-727A-A4F4431E6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6D970E3F-479B-8DB3-9013-99593D718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5591D079-B380-6762-F38B-AEE463094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EFD7B80A-A738-32FF-D594-5F05CF709706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1295400" y="754063"/>
            <a:ext cx="5180013" cy="377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85CADCA-367B-6F84-E0F3-7D6D9A467D4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BE" noProof="0"/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57675F53-0D45-28F3-250E-0F2DF21AD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9331B900-7DAC-14CD-5861-C135AF1F23F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14EC4CE3-CA82-BB49-A06A-A4B5AB7326B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CED797E8-6556-6BE7-5F00-1223841BE6D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itchFamily="2" charset="2"/>
              <a:buNone/>
            </a:pPr>
            <a:fld id="{A046828B-8164-AF4A-835D-E49E5D3FA8C3}" type="slidenum">
              <a:rPr lang="en-US" altLang="en-US"/>
              <a:pPr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/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6ACB016C-8D5E-8CED-C626-9A90FA684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spcBef>
                <a:spcPct val="0"/>
              </a:spcBef>
              <a:buSzPct val="45000"/>
              <a:buFont typeface="Wingdings" pitchFamily="2" charset="2"/>
              <a:buNone/>
            </a:pPr>
            <a:fld id="{F1BEB333-0975-CA44-90FF-8FE982961ADE}" type="slidenum">
              <a:rPr lang="en-US" altLang="en-US">
                <a:latin typeface="Arial" panose="020B0604020202020204" pitchFamily="34" charset="0"/>
              </a:rPr>
              <a:pPr algn="r" eaLnBrk="1"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D89919DC-B2C5-36B1-14C6-25642835F2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8E309501-E1B1-5E11-E5D4-5ED7739A1EB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036638" y="4776788"/>
            <a:ext cx="5699125" cy="452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BE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273B89-FF34-965E-0D90-55065DF9B4C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BC2DB8-4B49-8D24-6033-75CA906F4E6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68D68A-ACA7-0615-A68D-4659BCF19E5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4BD631-BFA2-004E-80F7-6000045EAED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79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FF118E-918C-3B13-76C6-4B0A08F3AFE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DE8703-32E8-977F-864B-D01CFB89E85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xfrm>
            <a:off x="4319588" y="7199313"/>
            <a:ext cx="5221287" cy="35877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F8CD18-415E-D461-9710-9D33729B420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6DC27A0-C96A-154C-9E03-C3DC9EC29AE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054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D5CDE0-29A7-46D5-2A15-C047ED2598F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711DD-AD77-C30E-85EA-C8F2530C04C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4AB06C-5A8A-B6DF-5B60-4E1ED6DDD60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52CADF-B0AD-6E47-BDA2-5ABB6BE2DB1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836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4023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5875" y="1260475"/>
            <a:ext cx="4441825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2B064-E428-65D8-2081-A60FDA51154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FDDB4-E4A4-0372-79C1-83C489BFDF0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C5480-9DAA-3C92-1809-1C6A9187F2E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BEE41A-B016-5447-9E9A-2A0F763EDB0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010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99D10B5-20C8-CE56-4705-EA0865CAAFF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7CE7AD-82CF-CA47-729F-B1A0E38805C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9566E71-3CB5-BC42-E7AE-1CC1849C362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27E0E-F118-2445-8A66-23CE84EBCD3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113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74A179E-D81B-6FDA-4EDA-181460B79CF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D6FC03-43B3-EA43-D857-17BA96A011D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23868B-B927-578E-3F09-93D5C622AC0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192D72-E0D2-5A46-9BF8-1594BFA5ADB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1541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55F00FD-66E5-C79A-BF5D-DA6B66CB644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75F80F5-308F-49C1-8815-93AF3A3D082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0421DAF-CBE0-1882-172A-B2DFBC92F1F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18BA89-26FB-7E43-8704-452C8053990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9115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40FE6-AB31-712E-7213-C8906D3A6B4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5CEED-7247-5484-B707-361C6DF7D3B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EB0C9-8DFB-629F-A1BD-96A4099E818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081906-D328-4549-9085-2B2499C7112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877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01720-ACF0-23A5-EE40-6B8189A473C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9EE8F6-E0C6-98C9-E910-CE218491B7D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E6961-B597-8AF8-8BAC-19B2CFF4E1E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5FD788-F7AE-2041-B51C-1E557BE06C1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401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ADDD4E-3BBB-789C-CF4B-2E59907D4BF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D5DB61-75CE-C55A-FD6E-0B1D595A91B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7A0FCD-6BA6-2368-F8BD-823394F9A71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577531-21C8-E547-A93D-6E78AB3409E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6787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0275" y="179388"/>
            <a:ext cx="2259013" cy="606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4637" cy="606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69D22B-EB5D-DD80-60A0-3B4693F72A0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9A7ACE-D162-8779-56B7-AEA301EC93A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C3B303-0689-0C58-CA5C-D0072E4F868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9CE4B-14F5-F041-AAC3-A627142BA6E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06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536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0252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633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6085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1750" y="1181100"/>
            <a:ext cx="4262438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04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704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4978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117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0806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3433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2036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600" y="76200"/>
            <a:ext cx="2170113" cy="6092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62700" cy="6092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2823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175" y="76200"/>
            <a:ext cx="7729538" cy="1174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946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0799CA35-6DC4-470F-8F74-E44B97119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453523C1-7832-1A0E-FE60-FCA5413DD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8787E7B-547F-88E1-3C1D-131615211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3446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57456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E256B08-8B0C-B03A-FBB6-E68E1821F65B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568CCF7-72E3-1020-D8C1-699BDFB18F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49926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400" i="1">
                <a:solidFill>
                  <a:srgbClr val="FFFFFF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2B1AA8-1479-0533-81B6-7EF2F0DF15D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400">
                <a:solidFill>
                  <a:srgbClr val="FFFFFF"/>
                </a:solidFill>
                <a:latin typeface="FreeSans" pitchFamily="32" charset="0"/>
              </a:defRPr>
            </a:lvl1pPr>
          </a:lstStyle>
          <a:p>
            <a:fld id="{D218614F-1279-154A-A134-3C9ED80713B6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1032" name="Picture 7">
            <a:extLst>
              <a:ext uri="{FF2B5EF4-FFF2-40B4-BE49-F238E27FC236}">
                <a16:creationId xmlns:a16="http://schemas.microsoft.com/office/drawing/2014/main" id="{2FDCB94D-9562-6048-76F9-B5F24B7DE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33" name="Picture 8">
            <a:extLst>
              <a:ext uri="{FF2B5EF4-FFF2-40B4-BE49-F238E27FC236}">
                <a16:creationId xmlns:a16="http://schemas.microsoft.com/office/drawing/2014/main" id="{1D75E951-95CF-A35D-E6C4-A8AE757B5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76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hf hdr="0" dt="0"/>
  <p:txStyles>
    <p:titleStyle>
      <a:lvl1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2pPr>
      <a:lvl3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3pPr>
      <a:lvl4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4pPr>
      <a:lvl5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5pPr>
      <a:lvl6pPr marL="25146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6pPr>
      <a:lvl7pPr marL="29718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7pPr>
      <a:lvl8pPr marL="34290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8pPr>
      <a:lvl9pPr marL="38862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9pPr>
    </p:titleStyle>
    <p:bodyStyle>
      <a:lvl1pPr marL="342900" indent="-342900" algn="l" defTabSz="449263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53A60"/>
        </a:buClr>
        <a:buSzPct val="100000"/>
        <a:buFont typeface="Arial" panose="020B0604020202020204" pitchFamily="34" charset="0"/>
        <a:buChar char="•"/>
        <a:defRPr sz="2400" b="1">
          <a:solidFill>
            <a:srgbClr val="003D64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200">
          <a:solidFill>
            <a:srgbClr val="003D64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53A60"/>
        </a:buClr>
        <a:buSzPct val="100000"/>
        <a:buFont typeface="Times New Roman" panose="02020603050405020304" pitchFamily="18" charset="0"/>
        <a:buChar char="•"/>
        <a:defRPr sz="2000">
          <a:solidFill>
            <a:srgbClr val="003D64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4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53A6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4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>
            <a:extLst>
              <a:ext uri="{FF2B5EF4-FFF2-40B4-BE49-F238E27FC236}">
                <a16:creationId xmlns:a16="http://schemas.microsoft.com/office/drawing/2014/main" id="{46EE2C6C-A270-582E-FA51-23B0BDD4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57127753-D450-22E3-27CF-C3CBAC2AD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953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AF2BD5B-0D2C-6E8F-C34C-81B93FD84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5688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  <p:sldLayoutId id="2147484168" r:id="rId5"/>
    <p:sldLayoutId id="2147484169" r:id="rId6"/>
    <p:sldLayoutId id="2147484170" r:id="rId7"/>
    <p:sldLayoutId id="2147484171" r:id="rId8"/>
    <p:sldLayoutId id="2147484172" r:id="rId9"/>
    <p:sldLayoutId id="2147484173" r:id="rId10"/>
    <p:sldLayoutId id="2147484174" r:id="rId11"/>
    <p:sldLayoutId id="2147484175" r:id="rId12"/>
  </p:sldLayoutIdLst>
  <p:hf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800">
          <a:solidFill>
            <a:srgbClr val="003D62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400">
          <a:solidFill>
            <a:srgbClr val="003D62"/>
          </a:solidFill>
          <a:latin typeface="+mn-lt"/>
          <a:ea typeface="DejaVu Sans" charset="0"/>
          <a:cs typeface="+mn-cs"/>
        </a:defRPr>
      </a:lvl2pPr>
      <a:lvl3pPr marL="1143000" indent="-228600" algn="l" defTabSz="449263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700">
          <a:solidFill>
            <a:srgbClr val="003D62"/>
          </a:solidFill>
          <a:latin typeface="+mn-lt"/>
          <a:ea typeface="DejaVu Sans" charset="0"/>
          <a:cs typeface="+mn-cs"/>
        </a:defRPr>
      </a:lvl3pPr>
      <a:lvl4pPr marL="16002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4pPr>
      <a:lvl5pPr marL="20574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5pPr>
      <a:lvl6pPr marL="25146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A16C20B6-7B5D-B106-D29E-0294C4806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2625" y="1422400"/>
            <a:ext cx="8677275" cy="500063"/>
          </a:xfrm>
        </p:spPr>
        <p:txBody>
          <a:bodyPr anchor="b"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 b="1">
                <a:ea typeface="ＭＳ Ｐゴシック" panose="020B0600070205080204" pitchFamily="34" charset="-128"/>
              </a:rPr>
              <a:t>Opdracht 3D Figuren</a:t>
            </a:r>
          </a:p>
        </p:txBody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903471DD-9555-AD5F-069B-713D90023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22463"/>
            <a:ext cx="86772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6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3D62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DejaVu Sans" charset="0"/>
              </a:defRPr>
            </a:lvl1pPr>
            <a:lvl2pPr>
              <a:spcBef>
                <a:spcPts val="6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7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spcBef>
                <a:spcPts val="500"/>
              </a:spcBef>
              <a:buClrTx/>
              <a:buFontTx/>
              <a:buNone/>
            </a:pPr>
            <a:r>
              <a:rPr lang="en-GB" altLang="en-US" sz="2000" dirty="0">
                <a:solidFill>
                  <a:srgbClr val="7E002F"/>
                </a:solidFill>
              </a:rPr>
              <a:t>Tim Apers</a:t>
            </a:r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4406605C-6C08-78BF-B6D0-829CFEB46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6388" name="Picture 5" descr="3_figures.bmp">
            <a:extLst>
              <a:ext uri="{FF2B5EF4-FFF2-40B4-BE49-F238E27FC236}">
                <a16:creationId xmlns:a16="http://schemas.microsoft.com/office/drawing/2014/main" id="{FBDEFACE-2AD7-1FA5-3587-C2EBBB6F1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2851150"/>
            <a:ext cx="3500438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D04D5FE0-8A79-E3D1-726A-58C635F3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3D Figuren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D9CD9-6D71-A0EA-B305-2AD11B1E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3F6061E4-CB28-AB3E-5BA5-B1FE28FA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BF34D133-5EC9-FE49-87F0-1DB2C0A46AE4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18436" name="Content Placeholder 5">
            <a:extLst>
              <a:ext uri="{FF2B5EF4-FFF2-40B4-BE49-F238E27FC236}">
                <a16:creationId xmlns:a16="http://schemas.microsoft.com/office/drawing/2014/main" id="{A051FA32-BA0C-7BF6-3FA3-0314BDBA5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Implementeer functies om onderstaande 3D Figuren te genereren</a:t>
            </a:r>
          </a:p>
          <a:p>
            <a:pPr lvl="1"/>
            <a:r>
              <a:rPr lang="nl-BE" altLang="en-US"/>
              <a:t>Platonische lichamen</a:t>
            </a:r>
          </a:p>
          <a:p>
            <a:pPr lvl="2"/>
            <a:r>
              <a:rPr lang="nl-BE" altLang="en-US"/>
              <a:t>Kubus</a:t>
            </a:r>
          </a:p>
          <a:p>
            <a:pPr lvl="2"/>
            <a:r>
              <a:rPr lang="nl-BE" altLang="en-US"/>
              <a:t>Tetrahedron</a:t>
            </a:r>
          </a:p>
          <a:p>
            <a:pPr lvl="2"/>
            <a:r>
              <a:rPr lang="nl-BE" altLang="en-US"/>
              <a:t>Octahedron</a:t>
            </a:r>
          </a:p>
          <a:p>
            <a:pPr lvl="2"/>
            <a:r>
              <a:rPr lang="nl-BE" altLang="en-US"/>
              <a:t>Icosahedron</a:t>
            </a:r>
          </a:p>
          <a:p>
            <a:pPr lvl="2"/>
            <a:r>
              <a:rPr lang="nl-BE" altLang="en-US"/>
              <a:t>Dodecahedron</a:t>
            </a:r>
          </a:p>
          <a:p>
            <a:pPr lvl="1"/>
            <a:r>
              <a:rPr lang="nl-BE" altLang="en-US"/>
              <a:t>Cilinder</a:t>
            </a:r>
          </a:p>
          <a:p>
            <a:pPr lvl="1"/>
            <a:r>
              <a:rPr lang="nl-BE" altLang="en-US"/>
              <a:t>Kegel</a:t>
            </a:r>
          </a:p>
          <a:p>
            <a:pPr lvl="1"/>
            <a:r>
              <a:rPr lang="nl-BE" altLang="en-US"/>
              <a:t>Bol</a:t>
            </a:r>
          </a:p>
          <a:p>
            <a:pPr lvl="1"/>
            <a:r>
              <a:rPr lang="nl-BE" altLang="en-US"/>
              <a:t>Torus</a:t>
            </a:r>
          </a:p>
          <a:p>
            <a:pPr lvl="2"/>
            <a:endParaRPr lang="nl-BE" altLang="en-US"/>
          </a:p>
          <a:p>
            <a:pPr lvl="1"/>
            <a:endParaRPr lang="nl-B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A89FF090-952B-2D64-8603-07C73CEC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Datastructuur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3E0B4D76-5F82-B351-71C0-DF3CE324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9034462" cy="2662238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Gebruik voor deze opgaven de datastructuren die je voor de opdracht 3D Lijntekeningen hebt gebruikt.</a:t>
            </a:r>
          </a:p>
          <a:p>
            <a:pPr lvl="1"/>
            <a:r>
              <a:rPr lang="nl-BE" altLang="en-US"/>
              <a:t>Er werd reeds gezegd dat 3D figuren uit </a:t>
            </a:r>
            <a:r>
              <a:rPr lang="nl-BE" altLang="en-US" b="1"/>
              <a:t>vlakken</a:t>
            </a:r>
            <a:r>
              <a:rPr lang="nl-BE" altLang="en-US"/>
              <a:t> en niet uit lijnen bestaan, dus moet deze structuur normaliter </a:t>
            </a:r>
            <a:r>
              <a:rPr lang="nl-BE" altLang="en-US" b="1"/>
              <a:t>niet</a:t>
            </a:r>
            <a:r>
              <a:rPr lang="nl-BE" altLang="en-US"/>
              <a:t> worden aangepast: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A9FC0-D63F-AE34-0457-62DBBE64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5F008E6E-AF26-B66F-78C1-A6615BE9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72FAF33-A09D-FE41-9E9F-575B43A9D5E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19461" name="Rectangle 12">
            <a:extLst>
              <a:ext uri="{FF2B5EF4-FFF2-40B4-BE49-F238E27FC236}">
                <a16:creationId xmlns:a16="http://schemas.microsoft.com/office/drawing/2014/main" id="{9A222565-D453-BE1F-182D-A6B55AC7B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3279775"/>
            <a:ext cx="5357812" cy="30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Face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  public</a:t>
            </a:r>
            <a:r>
              <a:rPr lang="nl-BE" altLang="en-US" sz="1500">
                <a:latin typeface="Courier New" panose="02070309020205020404" pitchFamily="49" charset="0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//De indexen refereren naar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	//punten in de ‘points’ vector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	//van de Figure-klasse</a:t>
            </a:r>
            <a:r>
              <a:rPr lang="nl-BE" altLang="en-US" sz="1500">
                <a:latin typeface="Courier New" panose="02070309020205020404" pitchFamily="49" charset="0"/>
              </a:rPr>
              <a:t>	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point_indexes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};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typedef</a:t>
            </a:r>
            <a:r>
              <a:rPr lang="nl-BE" altLang="en-US" sz="1500">
                <a:latin typeface="Courier New" panose="02070309020205020404" pitchFamily="49" charset="0"/>
              </a:rPr>
              <a:t> 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list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Figure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Figures3D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</p:txBody>
      </p:sp>
      <p:sp>
        <p:nvSpPr>
          <p:cNvPr id="19462" name="Rectangle 12">
            <a:extLst>
              <a:ext uri="{FF2B5EF4-FFF2-40B4-BE49-F238E27FC236}">
                <a16:creationId xmlns:a16="http://schemas.microsoft.com/office/drawing/2014/main" id="{9E962A4B-27A9-30C1-5A02-58EB063FC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938" y="3279775"/>
            <a:ext cx="428625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Figure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  public</a:t>
            </a:r>
            <a:r>
              <a:rPr lang="nl-BE" altLang="en-US" sz="1500">
                <a:latin typeface="Courier New" panose="02070309020205020404" pitchFamily="49" charset="0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Color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color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points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Face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faces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};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E0446-9080-195D-8E90-87C5D883B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7608887" cy="5662613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Platonische lichamen</a:t>
            </a:r>
          </a:p>
          <a:p>
            <a:pPr lvl="1"/>
            <a:r>
              <a:rPr lang="nl-BE" altLang="en-US"/>
              <a:t>Specificatie staat in de cursus</a:t>
            </a:r>
          </a:p>
          <a:p>
            <a:pPr lvl="1"/>
            <a:r>
              <a:rPr lang="nl-BE" altLang="en-US"/>
              <a:t>Vb: 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createTetrahedron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();</a:t>
            </a:r>
          </a:p>
          <a:p>
            <a:pPr lvl="2"/>
            <a:endParaRPr lang="nl-BE" altLang="en-US"/>
          </a:p>
          <a:p>
            <a:pPr lvl="2"/>
            <a:endParaRPr lang="nl-BE" altLang="en-US"/>
          </a:p>
          <a:p>
            <a:pPr lvl="2"/>
            <a:r>
              <a:rPr lang="nl-BE" altLang="en-US"/>
              <a:t>Points</a:t>
            </a:r>
            <a:r>
              <a:rPr lang="nl-BE" altLang="en-US" baseline="30000"/>
              <a:t>T</a:t>
            </a:r>
            <a:r>
              <a:rPr lang="nl-BE" altLang="en-US"/>
              <a:t>: </a:t>
            </a:r>
          </a:p>
          <a:p>
            <a:pPr lvl="2"/>
            <a:endParaRPr lang="nl-BE" altLang="en-US"/>
          </a:p>
          <a:p>
            <a:pPr lvl="2"/>
            <a:endParaRPr lang="nl-BE" altLang="en-US"/>
          </a:p>
          <a:p>
            <a:pPr lvl="2"/>
            <a:endParaRPr lang="nl-BE" altLang="en-US"/>
          </a:p>
          <a:p>
            <a:pPr lvl="2"/>
            <a:r>
              <a:rPr lang="nl-BE" altLang="en-US"/>
              <a:t>Faces</a:t>
            </a:r>
            <a:r>
              <a:rPr lang="nl-BE" altLang="en-US" baseline="30000"/>
              <a:t>T</a:t>
            </a:r>
            <a:r>
              <a:rPr lang="nl-BE" altLang="en-US"/>
              <a:t>:</a:t>
            </a:r>
          </a:p>
          <a:p>
            <a:pPr lvl="2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r>
              <a:rPr lang="nl-BE" altLang="en-US"/>
              <a:t>De punten van een vlak moeten, van de </a:t>
            </a:r>
            <a:r>
              <a:rPr lang="nl-BE" altLang="en-US" b="1"/>
              <a:t>buitenkant</a:t>
            </a:r>
            <a:r>
              <a:rPr lang="nl-BE" altLang="en-US"/>
              <a:t> van de figuur bekeken, in </a:t>
            </a:r>
            <a:r>
              <a:rPr lang="nl-BE" altLang="en-US" b="1"/>
              <a:t>tegenwijzerzin</a:t>
            </a:r>
            <a:r>
              <a:rPr lang="nl-BE" altLang="en-US"/>
              <a:t> worden opgegeven</a:t>
            </a: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F5D452EF-7A9A-2239-AD59-575B5892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493BD-87F5-B8BE-31E6-32E8A550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08A29090-69CE-7ADA-04D7-6055A095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19C70867-5AB3-E941-B7E8-2DE9EC63C673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cxnSp>
        <p:nvCxnSpPr>
          <p:cNvPr id="20485" name="Straight Arrow Connector 7">
            <a:extLst>
              <a:ext uri="{FF2B5EF4-FFF2-40B4-BE49-F238E27FC236}">
                <a16:creationId xmlns:a16="http://schemas.microsoft.com/office/drawing/2014/main" id="{1F2DB127-3EDE-77B2-2268-4E1B52D3D49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184107" y="2778919"/>
            <a:ext cx="228600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6" name="Straight Arrow Connector 11">
            <a:extLst>
              <a:ext uri="{FF2B5EF4-FFF2-40B4-BE49-F238E27FC236}">
                <a16:creationId xmlns:a16="http://schemas.microsoft.com/office/drawing/2014/main" id="{9373C73C-4F16-29A3-D12C-CB9899FCCC3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576094" y="4029869"/>
            <a:ext cx="1857375" cy="16430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7" name="Straight Arrow Connector 13">
            <a:extLst>
              <a:ext uri="{FF2B5EF4-FFF2-40B4-BE49-F238E27FC236}">
                <a16:creationId xmlns:a16="http://schemas.microsoft.com/office/drawing/2014/main" id="{04A3F114-49DF-D809-D23C-7A2F19A4B35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26313" y="3922713"/>
            <a:ext cx="2571750" cy="2857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8" name="Straight Connector 19">
            <a:extLst>
              <a:ext uri="{FF2B5EF4-FFF2-40B4-BE49-F238E27FC236}">
                <a16:creationId xmlns:a16="http://schemas.microsoft.com/office/drawing/2014/main" id="{0D24B0CF-48D7-AAEF-37F2-D7D2AA936DA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969000" y="4779963"/>
            <a:ext cx="2928938" cy="500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9" name="Straight Connector 24">
            <a:extLst>
              <a:ext uri="{FF2B5EF4-FFF2-40B4-BE49-F238E27FC236}">
                <a16:creationId xmlns:a16="http://schemas.microsoft.com/office/drawing/2014/main" id="{39180C5C-A9DC-D00C-E8DB-9A24D36A0D8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861719" y="3458369"/>
            <a:ext cx="2928937" cy="714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Straight Connector 18">
            <a:extLst>
              <a:ext uri="{FF2B5EF4-FFF2-40B4-BE49-F238E27FC236}">
                <a16:creationId xmlns:a16="http://schemas.microsoft.com/office/drawing/2014/main" id="{E4B7E39A-E35A-BC52-90AB-037F012772A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826376" y="3708400"/>
            <a:ext cx="1428750" cy="714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1" name="Straight Connector 27">
            <a:extLst>
              <a:ext uri="{FF2B5EF4-FFF2-40B4-BE49-F238E27FC236}">
                <a16:creationId xmlns:a16="http://schemas.microsoft.com/office/drawing/2014/main" id="{54FDEDFF-E429-1681-13E6-4E5BAEA7309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576219" y="2458244"/>
            <a:ext cx="2428875" cy="2214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Straight Connector 30">
            <a:extLst>
              <a:ext uri="{FF2B5EF4-FFF2-40B4-BE49-F238E27FC236}">
                <a16:creationId xmlns:a16="http://schemas.microsoft.com/office/drawing/2014/main" id="{07419D29-6D38-670B-1A85-4E42480BAAF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969000" y="3351213"/>
            <a:ext cx="2214563" cy="1928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Straight Connector 33">
            <a:extLst>
              <a:ext uri="{FF2B5EF4-FFF2-40B4-BE49-F238E27FC236}">
                <a16:creationId xmlns:a16="http://schemas.microsoft.com/office/drawing/2014/main" id="{91BDE55B-0018-CD83-2A0B-4C10BBFDE2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83375" y="2351088"/>
            <a:ext cx="1500188" cy="1000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4" name="TextBox 42">
            <a:extLst>
              <a:ext uri="{FF2B5EF4-FFF2-40B4-BE49-F238E27FC236}">
                <a16:creationId xmlns:a16="http://schemas.microsoft.com/office/drawing/2014/main" id="{3A388372-4B33-3F56-6594-7124E6401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1708150"/>
            <a:ext cx="300038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/>
              <a:t>z</a:t>
            </a:r>
          </a:p>
        </p:txBody>
      </p:sp>
      <p:sp>
        <p:nvSpPr>
          <p:cNvPr id="20495" name="TextBox 43">
            <a:extLst>
              <a:ext uri="{FF2B5EF4-FFF2-40B4-BE49-F238E27FC236}">
                <a16:creationId xmlns:a16="http://schemas.microsoft.com/office/drawing/2014/main" id="{C8DB56A8-41D0-F004-591F-3362CC822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9438" y="4137025"/>
            <a:ext cx="3000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/>
              <a:t>y</a:t>
            </a:r>
          </a:p>
        </p:txBody>
      </p:sp>
      <p:sp>
        <p:nvSpPr>
          <p:cNvPr id="20496" name="TextBox 44">
            <a:extLst>
              <a:ext uri="{FF2B5EF4-FFF2-40B4-BE49-F238E27FC236}">
                <a16:creationId xmlns:a16="http://schemas.microsoft.com/office/drawing/2014/main" id="{F5B94B9D-9DF6-721C-E2B7-BD10AFBEE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88" y="5494338"/>
            <a:ext cx="3000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/>
              <a:t>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D6B91-37C2-4469-907C-06DDDBEB6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5137150"/>
            <a:ext cx="3968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600"/>
              <a:t>P</a:t>
            </a:r>
            <a:r>
              <a:rPr lang="nl-BE" altLang="en-US" sz="1600" baseline="-2500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A5778A-DA30-74AA-A2C3-1BB2D56DB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938" y="2136775"/>
            <a:ext cx="3968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600"/>
              <a:t>P</a:t>
            </a:r>
            <a:r>
              <a:rPr lang="nl-BE" altLang="en-US" sz="1600" baseline="-2500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2DE63C-478E-59D7-70C4-0631A0621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0" y="4637088"/>
            <a:ext cx="3968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600"/>
              <a:t>P</a:t>
            </a:r>
            <a:r>
              <a:rPr lang="nl-BE" altLang="en-US" sz="1600" baseline="-2500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883FC-4C42-5B0D-9596-0D1AADF9D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3136900"/>
            <a:ext cx="3968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600"/>
              <a:t>P</a:t>
            </a:r>
            <a:r>
              <a:rPr lang="nl-BE" altLang="en-US" sz="1600" baseline="-25000"/>
              <a:t>2</a:t>
            </a:r>
          </a:p>
        </p:txBody>
      </p:sp>
      <p:sp>
        <p:nvSpPr>
          <p:cNvPr id="20501" name="Rectangle 2">
            <a:extLst>
              <a:ext uri="{FF2B5EF4-FFF2-40B4-BE49-F238E27FC236}">
                <a16:creationId xmlns:a16="http://schemas.microsoft.com/office/drawing/2014/main" id="{752E70AC-69BB-2DC1-BA0F-4BE4E8DD0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46081" name="Picture 1">
            <a:extLst>
              <a:ext uri="{FF2B5EF4-FFF2-40B4-BE49-F238E27FC236}">
                <a16:creationId xmlns:a16="http://schemas.microsoft.com/office/drawing/2014/main" id="{27F2F7C3-6201-8C92-10BE-4E81923E7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75" y="2922588"/>
            <a:ext cx="22002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3" name="Rectangle 3">
            <a:extLst>
              <a:ext uri="{FF2B5EF4-FFF2-40B4-BE49-F238E27FC236}">
                <a16:creationId xmlns:a16="http://schemas.microsoft.com/office/drawing/2014/main" id="{D397AD0E-3CFE-2E98-D7C4-80652258F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49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0504" name="Rectangle 5">
            <a:extLst>
              <a:ext uri="{FF2B5EF4-FFF2-40B4-BE49-F238E27FC236}">
                <a16:creationId xmlns:a16="http://schemas.microsoft.com/office/drawing/2014/main" id="{38554223-DA1F-72EA-CFCA-2F07E51F5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0505" name="Rectangle 6">
            <a:extLst>
              <a:ext uri="{FF2B5EF4-FFF2-40B4-BE49-F238E27FC236}">
                <a16:creationId xmlns:a16="http://schemas.microsoft.com/office/drawing/2014/main" id="{7EB21F81-19F0-CCDE-1DF5-C7A1E8FBE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49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2" name="Group 60">
            <a:extLst>
              <a:ext uri="{FF2B5EF4-FFF2-40B4-BE49-F238E27FC236}">
                <a16:creationId xmlns:a16="http://schemas.microsoft.com/office/drawing/2014/main" id="{DC44E4D6-4B9E-86EA-85BA-1239A19A92E2}"/>
              </a:ext>
            </a:extLst>
          </p:cNvPr>
          <p:cNvGrpSpPr>
            <a:grpSpLocks/>
          </p:cNvGrpSpPr>
          <p:nvPr/>
        </p:nvGrpSpPr>
        <p:grpSpPr bwMode="auto">
          <a:xfrm>
            <a:off x="2825750" y="2922588"/>
            <a:ext cx="428625" cy="1177925"/>
            <a:chOff x="2825734" y="2279639"/>
            <a:chExt cx="428628" cy="117856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FD1EA47-A041-47EB-1278-CDE53C05A892}"/>
                </a:ext>
              </a:extLst>
            </p:cNvPr>
            <p:cNvSpPr/>
            <p:nvPr/>
          </p:nvSpPr>
          <p:spPr bwMode="auto">
            <a:xfrm>
              <a:off x="2825734" y="2279639"/>
              <a:ext cx="428628" cy="857714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nl-BE" altLang="x-none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538" name="TextBox 59">
              <a:extLst>
                <a:ext uri="{FF2B5EF4-FFF2-40B4-BE49-F238E27FC236}">
                  <a16:creationId xmlns:a16="http://schemas.microsoft.com/office/drawing/2014/main" id="{AF4E667A-9315-F51D-DA21-73838FFDD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3136895"/>
              <a:ext cx="396262" cy="32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/>
                <a:t>P</a:t>
              </a:r>
              <a:r>
                <a:rPr lang="nl-BE" altLang="en-US" sz="1600" baseline="-25000"/>
                <a:t>1</a:t>
              </a:r>
            </a:p>
          </p:txBody>
        </p:sp>
      </p:grpSp>
      <p:grpSp>
        <p:nvGrpSpPr>
          <p:cNvPr id="6" name="Group 61">
            <a:extLst>
              <a:ext uri="{FF2B5EF4-FFF2-40B4-BE49-F238E27FC236}">
                <a16:creationId xmlns:a16="http://schemas.microsoft.com/office/drawing/2014/main" id="{8F7C6967-97B8-8964-C448-A4DC2F478684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2922588"/>
            <a:ext cx="428625" cy="1177925"/>
            <a:chOff x="2825734" y="2279639"/>
            <a:chExt cx="428628" cy="117856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4D2DDC2-245C-D6A9-F4A3-8979081174A1}"/>
                </a:ext>
              </a:extLst>
            </p:cNvPr>
            <p:cNvSpPr/>
            <p:nvPr/>
          </p:nvSpPr>
          <p:spPr bwMode="auto">
            <a:xfrm>
              <a:off x="2825734" y="2279639"/>
              <a:ext cx="428628" cy="857714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nl-BE" altLang="x-none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536" name="TextBox 63">
              <a:extLst>
                <a:ext uri="{FF2B5EF4-FFF2-40B4-BE49-F238E27FC236}">
                  <a16:creationId xmlns:a16="http://schemas.microsoft.com/office/drawing/2014/main" id="{656AFE28-CD39-36EA-890A-2B2722137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3136895"/>
              <a:ext cx="396262" cy="32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/>
                <a:t>P</a:t>
              </a:r>
              <a:r>
                <a:rPr lang="nl-BE" altLang="en-US" sz="1600" baseline="-25000"/>
                <a:t>2</a:t>
              </a:r>
            </a:p>
          </p:txBody>
        </p:sp>
      </p:grpSp>
      <p:grpSp>
        <p:nvGrpSpPr>
          <p:cNvPr id="7" name="Group 64">
            <a:extLst>
              <a:ext uri="{FF2B5EF4-FFF2-40B4-BE49-F238E27FC236}">
                <a16:creationId xmlns:a16="http://schemas.microsoft.com/office/drawing/2014/main" id="{AF31ACA0-CEE7-BD1E-4A81-A3B6D3436CA4}"/>
              </a:ext>
            </a:extLst>
          </p:cNvPr>
          <p:cNvGrpSpPr>
            <a:grpSpLocks/>
          </p:cNvGrpSpPr>
          <p:nvPr/>
        </p:nvGrpSpPr>
        <p:grpSpPr bwMode="auto">
          <a:xfrm>
            <a:off x="3825875" y="2922588"/>
            <a:ext cx="428625" cy="1177925"/>
            <a:chOff x="2825734" y="2279639"/>
            <a:chExt cx="428628" cy="117856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62FA656-7E6B-FD84-1F8D-3114A54B87D6}"/>
                </a:ext>
              </a:extLst>
            </p:cNvPr>
            <p:cNvSpPr/>
            <p:nvPr/>
          </p:nvSpPr>
          <p:spPr bwMode="auto">
            <a:xfrm>
              <a:off x="2825734" y="2279639"/>
              <a:ext cx="428628" cy="857714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nl-BE" altLang="x-none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534" name="TextBox 66">
              <a:extLst>
                <a:ext uri="{FF2B5EF4-FFF2-40B4-BE49-F238E27FC236}">
                  <a16:creationId xmlns:a16="http://schemas.microsoft.com/office/drawing/2014/main" id="{F6B7133B-843C-5734-1E3C-F221351EE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3136895"/>
              <a:ext cx="396262" cy="32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/>
                <a:t>P</a:t>
              </a:r>
              <a:r>
                <a:rPr lang="nl-BE" altLang="en-US" sz="1600" baseline="-25000"/>
                <a:t>3</a:t>
              </a:r>
            </a:p>
          </p:txBody>
        </p:sp>
      </p:grpSp>
      <p:grpSp>
        <p:nvGrpSpPr>
          <p:cNvPr id="8" name="Group 67">
            <a:extLst>
              <a:ext uri="{FF2B5EF4-FFF2-40B4-BE49-F238E27FC236}">
                <a16:creationId xmlns:a16="http://schemas.microsoft.com/office/drawing/2014/main" id="{4DC31989-0A3B-06DF-B1FE-C968F5D016E2}"/>
              </a:ext>
            </a:extLst>
          </p:cNvPr>
          <p:cNvGrpSpPr>
            <a:grpSpLocks/>
          </p:cNvGrpSpPr>
          <p:nvPr/>
        </p:nvGrpSpPr>
        <p:grpSpPr bwMode="auto">
          <a:xfrm>
            <a:off x="4325938" y="2922588"/>
            <a:ext cx="428625" cy="1177925"/>
            <a:chOff x="2825734" y="2279639"/>
            <a:chExt cx="428628" cy="117856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629F6D0-164B-72E8-F665-BC4D58273432}"/>
                </a:ext>
              </a:extLst>
            </p:cNvPr>
            <p:cNvSpPr/>
            <p:nvPr/>
          </p:nvSpPr>
          <p:spPr bwMode="auto">
            <a:xfrm>
              <a:off x="2825734" y="2279639"/>
              <a:ext cx="428628" cy="857714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nl-BE" altLang="x-none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532" name="TextBox 69">
              <a:extLst>
                <a:ext uri="{FF2B5EF4-FFF2-40B4-BE49-F238E27FC236}">
                  <a16:creationId xmlns:a16="http://schemas.microsoft.com/office/drawing/2014/main" id="{69C33116-DA22-8A45-8D72-7EEF00452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3136895"/>
              <a:ext cx="396262" cy="32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/>
                <a:t>P</a:t>
              </a:r>
              <a:r>
                <a:rPr lang="nl-BE" altLang="en-US" sz="1600" baseline="-25000"/>
                <a:t>4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BA5CD6E9-A557-7AAF-4AA7-31DA7223226D}"/>
              </a:ext>
            </a:extLst>
          </p:cNvPr>
          <p:cNvSpPr/>
          <p:nvPr/>
        </p:nvSpPr>
        <p:spPr bwMode="auto">
          <a:xfrm>
            <a:off x="2825750" y="4422775"/>
            <a:ext cx="285750" cy="85725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nl-BE" altLang="x-none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E0043D7-C003-9EC3-8646-0D755D5CB219}"/>
              </a:ext>
            </a:extLst>
          </p:cNvPr>
          <p:cNvSpPr/>
          <p:nvPr/>
        </p:nvSpPr>
        <p:spPr bwMode="auto">
          <a:xfrm>
            <a:off x="3182938" y="4422775"/>
            <a:ext cx="285750" cy="85725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nl-BE" altLang="x-none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01776F-14A5-9877-E388-A56109FE5CFF}"/>
              </a:ext>
            </a:extLst>
          </p:cNvPr>
          <p:cNvSpPr/>
          <p:nvPr/>
        </p:nvSpPr>
        <p:spPr bwMode="auto">
          <a:xfrm>
            <a:off x="3540125" y="4422775"/>
            <a:ext cx="285750" cy="85725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nl-BE" altLang="x-none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0F3E39B-9C53-99E7-6451-A34F178B0FA1}"/>
              </a:ext>
            </a:extLst>
          </p:cNvPr>
          <p:cNvSpPr/>
          <p:nvPr/>
        </p:nvSpPr>
        <p:spPr bwMode="auto">
          <a:xfrm>
            <a:off x="3897313" y="4422775"/>
            <a:ext cx="285750" cy="85725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nl-BE" altLang="x-none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9" name="Group 77">
            <a:extLst>
              <a:ext uri="{FF2B5EF4-FFF2-40B4-BE49-F238E27FC236}">
                <a16:creationId xmlns:a16="http://schemas.microsoft.com/office/drawing/2014/main" id="{81DAD4E2-04DB-8522-A807-ADB56A426065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3351213"/>
            <a:ext cx="2928938" cy="1928812"/>
            <a:chOff x="6897700" y="5065721"/>
            <a:chExt cx="2928958" cy="1928826"/>
          </a:xfrm>
        </p:grpSpPr>
        <p:cxnSp>
          <p:nvCxnSpPr>
            <p:cNvPr id="20528" name="Straight Connector 74">
              <a:extLst>
                <a:ext uri="{FF2B5EF4-FFF2-40B4-BE49-F238E27FC236}">
                  <a16:creationId xmlns:a16="http://schemas.microsoft.com/office/drawing/2014/main" id="{780D142F-599A-77CD-CD0B-FA5BBC85FC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897700" y="6494481"/>
              <a:ext cx="2928958" cy="50006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9" name="Straight Connector 75">
              <a:extLst>
                <a:ext uri="{FF2B5EF4-FFF2-40B4-BE49-F238E27FC236}">
                  <a16:creationId xmlns:a16="http://schemas.microsoft.com/office/drawing/2014/main" id="{61FF58D9-CE88-3333-F117-FCC087F308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8755088" y="5422911"/>
              <a:ext cx="1428760" cy="7143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0" name="Straight Connector 76">
              <a:extLst>
                <a:ext uri="{FF2B5EF4-FFF2-40B4-BE49-F238E27FC236}">
                  <a16:creationId xmlns:a16="http://schemas.microsoft.com/office/drawing/2014/main" id="{131BD9F3-BAD9-AEF4-3B64-17B0983A00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897700" y="5065721"/>
              <a:ext cx="2214578" cy="192882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 81">
            <a:extLst>
              <a:ext uri="{FF2B5EF4-FFF2-40B4-BE49-F238E27FC236}">
                <a16:creationId xmlns:a16="http://schemas.microsoft.com/office/drawing/2014/main" id="{55D42CF3-57EF-C1B0-645B-048B7621B4E1}"/>
              </a:ext>
            </a:extLst>
          </p:cNvPr>
          <p:cNvGrpSpPr>
            <a:grpSpLocks/>
          </p:cNvGrpSpPr>
          <p:nvPr/>
        </p:nvGrpSpPr>
        <p:grpSpPr bwMode="auto">
          <a:xfrm>
            <a:off x="6683375" y="2351088"/>
            <a:ext cx="2214563" cy="2428875"/>
            <a:chOff x="8223237" y="1422383"/>
            <a:chExt cx="2214578" cy="2428892"/>
          </a:xfrm>
        </p:grpSpPr>
        <p:cxnSp>
          <p:nvCxnSpPr>
            <p:cNvPr id="20525" name="Straight Connector 78">
              <a:extLst>
                <a:ext uri="{FF2B5EF4-FFF2-40B4-BE49-F238E27FC236}">
                  <a16:creationId xmlns:a16="http://schemas.microsoft.com/office/drawing/2014/main" id="{2047640B-BB85-47A0-A07B-46C386B471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9366245" y="2779705"/>
              <a:ext cx="1428760" cy="7143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6" name="Straight Connector 79">
              <a:extLst>
                <a:ext uri="{FF2B5EF4-FFF2-40B4-BE49-F238E27FC236}">
                  <a16:creationId xmlns:a16="http://schemas.microsoft.com/office/drawing/2014/main" id="{05E8498E-E250-3A64-2631-1786B5A952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8116080" y="1529540"/>
              <a:ext cx="2428892" cy="221457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7" name="Straight Connector 80">
              <a:extLst>
                <a:ext uri="{FF2B5EF4-FFF2-40B4-BE49-F238E27FC236}">
                  <a16:creationId xmlns:a16="http://schemas.microsoft.com/office/drawing/2014/main" id="{5BE4AD98-8766-F407-6B01-45E79C8E3B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23237" y="1422383"/>
              <a:ext cx="1500198" cy="10001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oup 85">
            <a:extLst>
              <a:ext uri="{FF2B5EF4-FFF2-40B4-BE49-F238E27FC236}">
                <a16:creationId xmlns:a16="http://schemas.microsoft.com/office/drawing/2014/main" id="{849A0B5F-724F-6F42-10B5-EFFC35333484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2351088"/>
            <a:ext cx="2214563" cy="2928937"/>
            <a:chOff x="4897436" y="779441"/>
            <a:chExt cx="2214578" cy="2928958"/>
          </a:xfrm>
        </p:grpSpPr>
        <p:cxnSp>
          <p:nvCxnSpPr>
            <p:cNvPr id="20522" name="Straight Connector 82">
              <a:extLst>
                <a:ext uri="{FF2B5EF4-FFF2-40B4-BE49-F238E27FC236}">
                  <a16:creationId xmlns:a16="http://schemas.microsoft.com/office/drawing/2014/main" id="{C01E913B-842A-18C9-7522-3595C942F4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90147" y="1886730"/>
              <a:ext cx="2928958" cy="7143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3" name="Straight Connector 83">
              <a:extLst>
                <a:ext uri="{FF2B5EF4-FFF2-40B4-BE49-F238E27FC236}">
                  <a16:creationId xmlns:a16="http://schemas.microsoft.com/office/drawing/2014/main" id="{094C98FC-F9A0-209F-1ECC-D184DB1F5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4897436" y="1779573"/>
              <a:ext cx="2214578" cy="192882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4" name="Straight Connector 84">
              <a:extLst>
                <a:ext uri="{FF2B5EF4-FFF2-40B4-BE49-F238E27FC236}">
                  <a16:creationId xmlns:a16="http://schemas.microsoft.com/office/drawing/2014/main" id="{38D1A63C-4E73-E7CA-B79E-76E0B78167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11816" y="779441"/>
              <a:ext cx="1500198" cy="10001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Group 89">
            <a:extLst>
              <a:ext uri="{FF2B5EF4-FFF2-40B4-BE49-F238E27FC236}">
                <a16:creationId xmlns:a16="http://schemas.microsoft.com/office/drawing/2014/main" id="{8176B5AF-D919-996F-7822-945E37D19B3E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2351088"/>
            <a:ext cx="2928938" cy="2928937"/>
            <a:chOff x="1254098" y="2422515"/>
            <a:chExt cx="2928958" cy="2928958"/>
          </a:xfrm>
        </p:grpSpPr>
        <p:cxnSp>
          <p:nvCxnSpPr>
            <p:cNvPr id="20519" name="Straight Connector 86">
              <a:extLst>
                <a:ext uri="{FF2B5EF4-FFF2-40B4-BE49-F238E27FC236}">
                  <a16:creationId xmlns:a16="http://schemas.microsoft.com/office/drawing/2014/main" id="{300A15E2-CDDB-BE37-C498-9340E20318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1254098" y="4851407"/>
              <a:ext cx="2928958" cy="50006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0" name="Straight Connector 87">
              <a:extLst>
                <a:ext uri="{FF2B5EF4-FFF2-40B4-BE49-F238E27FC236}">
                  <a16:creationId xmlns:a16="http://schemas.microsoft.com/office/drawing/2014/main" id="{AD4F23EC-168A-7CE2-A8D0-9DC4B2C666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146809" y="3529804"/>
              <a:ext cx="2928958" cy="7143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Straight Connector 88">
              <a:extLst>
                <a:ext uri="{FF2B5EF4-FFF2-40B4-BE49-F238E27FC236}">
                  <a16:creationId xmlns:a16="http://schemas.microsoft.com/office/drawing/2014/main" id="{3AC5F79E-AF60-4807-466A-A2774A906B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1861321" y="2529672"/>
              <a:ext cx="2428892" cy="221457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7B54B66-6689-AACA-A77E-1DCB9B7D7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975" y="4406900"/>
            <a:ext cx="1604963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9" grpId="0"/>
      <p:bldP spid="50" grpId="0"/>
      <p:bldP spid="51" grpId="0"/>
      <p:bldP spid="52" grpId="0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unscaledsphere3.bmp">
            <a:extLst>
              <a:ext uri="{FF2B5EF4-FFF2-40B4-BE49-F238E27FC236}">
                <a16:creationId xmlns:a16="http://schemas.microsoft.com/office/drawing/2014/main" id="{E5867C01-ABE7-0EE9-BF3E-DEA9E5491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2366963"/>
            <a:ext cx="3500437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6" name="Title 1">
            <a:extLst>
              <a:ext uri="{FF2B5EF4-FFF2-40B4-BE49-F238E27FC236}">
                <a16:creationId xmlns:a16="http://schemas.microsoft.com/office/drawing/2014/main" id="{0B0AB2F7-3E6E-9156-4F08-4DF242A0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4AB3B6F-F899-9E14-3B6A-FC7BF5DD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8323262" cy="559117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Bol</a:t>
            </a:r>
          </a:p>
          <a:p>
            <a:pPr lvl="1"/>
            <a:r>
              <a:rPr lang="nl-BE" altLang="en-US"/>
              <a:t>Vb: 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createSphere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radius,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                              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n);</a:t>
            </a:r>
          </a:p>
          <a:p>
            <a:pPr lvl="1">
              <a:buFont typeface="FreeSans" pitchFamily="32" charset="0"/>
              <a:buAutoNum type="arabicPeriod"/>
            </a:pPr>
            <a:r>
              <a:rPr lang="nl-BE" altLang="en-US"/>
              <a:t>Genereer een icosahedron</a:t>
            </a:r>
          </a:p>
          <a:p>
            <a:pPr lvl="1">
              <a:buFont typeface="FreeSans" pitchFamily="32" charset="0"/>
              <a:buAutoNum type="arabicPeriod"/>
            </a:pPr>
            <a:r>
              <a:rPr lang="nl-BE" altLang="en-US"/>
              <a:t>Deel elke driehoek op </a:t>
            </a:r>
            <a:br>
              <a:rPr lang="nl-BE" altLang="en-US"/>
            </a:br>
            <a:r>
              <a:rPr lang="nl-BE" altLang="en-US"/>
              <a:t>in kleinere driehoeken</a:t>
            </a:r>
          </a:p>
          <a:p>
            <a:pPr lvl="1">
              <a:buFont typeface="FreeSans" pitchFamily="32" charset="0"/>
              <a:buAutoNum type="arabicPeriod"/>
            </a:pPr>
            <a:r>
              <a:rPr lang="nl-BE" altLang="en-US"/>
              <a:t>Herhaal stap 2 in totaal ‘n’ keer</a:t>
            </a:r>
          </a:p>
          <a:p>
            <a:pPr lvl="1">
              <a:buFont typeface="FreeSans" pitchFamily="32" charset="0"/>
              <a:buAutoNum type="arabicPeriod"/>
            </a:pPr>
            <a:r>
              <a:rPr lang="nl-BE" altLang="en-US"/>
              <a:t>Herschaal alle punten: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 sz="100"/>
          </a:p>
          <a:p>
            <a:pPr lvl="2"/>
            <a:r>
              <a:rPr lang="nl-BE" altLang="en-US"/>
              <a:t> </a:t>
            </a:r>
          </a:p>
          <a:p>
            <a:pPr lvl="3"/>
            <a:r>
              <a:rPr lang="nl-BE" altLang="en-US"/>
              <a:t>r: afstand tot de oorsprong </a:t>
            </a:r>
          </a:p>
          <a:p>
            <a:pPr lvl="2"/>
            <a:endParaRPr lang="nl-BE" altLang="en-US" sz="500"/>
          </a:p>
          <a:p>
            <a:pPr lvl="2"/>
            <a:r>
              <a:rPr lang="nl-BE" altLang="en-US"/>
              <a:t> Nieuw punt: </a:t>
            </a:r>
          </a:p>
          <a:p>
            <a:pPr lvl="2"/>
            <a:r>
              <a:rPr lang="nl-BE" altLang="en-US"/>
              <a:t>Tip: </a:t>
            </a:r>
          </a:p>
          <a:p>
            <a:pPr lvl="3"/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::length()</a:t>
            </a:r>
          </a:p>
          <a:p>
            <a:pPr lvl="3"/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::normalise()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5CD4D-88F7-3283-407A-E52228A3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60D1B697-E5FE-E9B7-8A6A-C6E10F40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08B36DF3-1390-D34E-B286-F515F3A7A7A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1510" name="Rectangle 7">
            <a:extLst>
              <a:ext uri="{FF2B5EF4-FFF2-40B4-BE49-F238E27FC236}">
                <a16:creationId xmlns:a16="http://schemas.microsoft.com/office/drawing/2014/main" id="{BAE7A670-A437-8CBB-FAC0-26A0BDEE8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1511" name="Rectangle 8">
            <a:extLst>
              <a:ext uri="{FF2B5EF4-FFF2-40B4-BE49-F238E27FC236}">
                <a16:creationId xmlns:a16="http://schemas.microsoft.com/office/drawing/2014/main" id="{32400409-24C6-AF7F-26EE-C40E42F0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1512" name="Rectangle 10">
            <a:extLst>
              <a:ext uri="{FF2B5EF4-FFF2-40B4-BE49-F238E27FC236}">
                <a16:creationId xmlns:a16="http://schemas.microsoft.com/office/drawing/2014/main" id="{250B3A8C-356E-49C6-7DD8-7DAD9DC8D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1513" name="Rectangle 11">
            <a:extLst>
              <a:ext uri="{FF2B5EF4-FFF2-40B4-BE49-F238E27FC236}">
                <a16:creationId xmlns:a16="http://schemas.microsoft.com/office/drawing/2014/main" id="{EE19E919-DD6B-8F5D-9153-3DF42CEC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525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1514" name="Rectangle 13">
            <a:extLst>
              <a:ext uri="{FF2B5EF4-FFF2-40B4-BE49-F238E27FC236}">
                <a16:creationId xmlns:a16="http://schemas.microsoft.com/office/drawing/2014/main" id="{A50A9630-86E7-A548-076B-10FCEA299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13D1D7D9-599C-59EA-ABEF-D689DF3B1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262438"/>
            <a:ext cx="1419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6" name="Rectangle 14">
            <a:extLst>
              <a:ext uri="{FF2B5EF4-FFF2-40B4-BE49-F238E27FC236}">
                <a16:creationId xmlns:a16="http://schemas.microsoft.com/office/drawing/2014/main" id="{D9FB1144-F1FF-F838-BD4C-3E0FEAE20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1517" name="Rectangle 16">
            <a:extLst>
              <a:ext uri="{FF2B5EF4-FFF2-40B4-BE49-F238E27FC236}">
                <a16:creationId xmlns:a16="http://schemas.microsoft.com/office/drawing/2014/main" id="{3486FC24-332C-90A3-11D2-27D0546A8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1518" name="Rectangle 17">
            <a:extLst>
              <a:ext uri="{FF2B5EF4-FFF2-40B4-BE49-F238E27FC236}">
                <a16:creationId xmlns:a16="http://schemas.microsoft.com/office/drawing/2014/main" id="{D9385354-ADAA-F927-ED2C-C89624151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D7C3A4A3-32D2-489B-F3D7-81E691DED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691063"/>
            <a:ext cx="224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0" name="Rectangle 19">
            <a:extLst>
              <a:ext uri="{FF2B5EF4-FFF2-40B4-BE49-F238E27FC236}">
                <a16:creationId xmlns:a16="http://schemas.microsoft.com/office/drawing/2014/main" id="{1207153E-4E3C-8BBB-7A21-24A1BEBD2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" name="Picture 18">
            <a:extLst>
              <a:ext uri="{FF2B5EF4-FFF2-40B4-BE49-F238E27FC236}">
                <a16:creationId xmlns:a16="http://schemas.microsoft.com/office/drawing/2014/main" id="{D870F073-5A01-E08E-1610-BF645F3FC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5464175"/>
            <a:ext cx="16668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2" name="Rectangle 20">
            <a:extLst>
              <a:ext uri="{FF2B5EF4-FFF2-40B4-BE49-F238E27FC236}">
                <a16:creationId xmlns:a16="http://schemas.microsoft.com/office/drawing/2014/main" id="{6F5E69D7-8ADC-C285-BBC2-577C6ACE8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63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25" name="Picture 24" descr="unscaledsphere3.bmp">
            <a:extLst>
              <a:ext uri="{FF2B5EF4-FFF2-40B4-BE49-F238E27FC236}">
                <a16:creationId xmlns:a16="http://schemas.microsoft.com/office/drawing/2014/main" id="{06B4F333-73E9-C404-9269-A98EE477CF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2366963"/>
            <a:ext cx="3500437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unscaledsphere3.bmp">
            <a:extLst>
              <a:ext uri="{FF2B5EF4-FFF2-40B4-BE49-F238E27FC236}">
                <a16:creationId xmlns:a16="http://schemas.microsoft.com/office/drawing/2014/main" id="{CD8D57DA-9C47-2F1B-30C0-9CFFEB6E1B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2366963"/>
            <a:ext cx="3500437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unscaledsphere3.bmp">
            <a:extLst>
              <a:ext uri="{FF2B5EF4-FFF2-40B4-BE49-F238E27FC236}">
                <a16:creationId xmlns:a16="http://schemas.microsoft.com/office/drawing/2014/main" id="{BEC52AC9-A41D-5859-5D6B-D46BBB2ED3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2366963"/>
            <a:ext cx="3500437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 descr="sphere.bmp">
            <a:extLst>
              <a:ext uri="{FF2B5EF4-FFF2-40B4-BE49-F238E27FC236}">
                <a16:creationId xmlns:a16="http://schemas.microsoft.com/office/drawing/2014/main" id="{A7E0EFA1-2B76-1D28-7151-E455FC6A1A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0" y="2592388"/>
            <a:ext cx="3500438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056C053F-09A4-1986-F80D-E0630CC5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C1CB7-5E90-7763-1207-CACDBF7F9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4251325" cy="5805488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Opdelen van een driehoek</a:t>
            </a:r>
          </a:p>
          <a:p>
            <a:pPr lvl="1"/>
            <a:r>
              <a:rPr lang="nl-BE" altLang="en-US"/>
              <a:t>Begin met de driehoek ABC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r>
              <a:rPr lang="nl-BE" altLang="en-US"/>
              <a:t> </a:t>
            </a:r>
          </a:p>
          <a:p>
            <a:pPr lvl="1"/>
            <a:r>
              <a:rPr lang="nl-BE" altLang="en-US"/>
              <a:t>Bereken de punten D, E, F</a:t>
            </a:r>
            <a:endParaRPr lang="nl-BE" altLang="en-US" sz="100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 sz="1200"/>
          </a:p>
          <a:p>
            <a:pPr lvl="2"/>
            <a:r>
              <a:rPr lang="nl-BE" altLang="en-US"/>
              <a:t>              , </a:t>
            </a:r>
          </a:p>
          <a:p>
            <a:pPr lvl="2"/>
            <a:endParaRPr lang="nl-BE" altLang="en-US"/>
          </a:p>
          <a:p>
            <a:pPr lvl="1"/>
            <a:r>
              <a:rPr lang="nl-BE" altLang="en-US"/>
              <a:t>Vervang de driehoek ABC door de driehoeken</a:t>
            </a:r>
          </a:p>
          <a:p>
            <a:pPr lvl="2"/>
            <a:r>
              <a:rPr lang="nl-BE" altLang="en-US"/>
              <a:t>ADE</a:t>
            </a:r>
          </a:p>
          <a:p>
            <a:pPr lvl="2"/>
            <a:r>
              <a:rPr lang="nl-BE" altLang="en-US"/>
              <a:t>BFD</a:t>
            </a:r>
          </a:p>
          <a:p>
            <a:pPr lvl="2"/>
            <a:r>
              <a:rPr lang="nl-BE" altLang="en-US"/>
              <a:t>CEF</a:t>
            </a:r>
          </a:p>
          <a:p>
            <a:pPr lvl="2"/>
            <a:r>
              <a:rPr lang="nl-BE" altLang="en-US"/>
              <a:t>DFE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BB42D-2E9E-AA10-8069-245786BA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154761A1-0D75-C9DB-FD62-C8BF8600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306D9071-BFB5-004F-B365-A677DCE0AAF4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6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67" name="Picture 66" descr="triangle1.png">
            <a:extLst>
              <a:ext uri="{FF2B5EF4-FFF2-40B4-BE49-F238E27FC236}">
                <a16:creationId xmlns:a16="http://schemas.microsoft.com/office/drawing/2014/main" id="{B876FB8B-2AE0-BCCD-E518-F758F581B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67" descr="triangle1.png">
            <a:extLst>
              <a:ext uri="{FF2B5EF4-FFF2-40B4-BE49-F238E27FC236}">
                <a16:creationId xmlns:a16="http://schemas.microsoft.com/office/drawing/2014/main" id="{2174AF13-A00B-DD82-99C2-69AC44427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68" descr="triangle1.png">
            <a:extLst>
              <a:ext uri="{FF2B5EF4-FFF2-40B4-BE49-F238E27FC236}">
                <a16:creationId xmlns:a16="http://schemas.microsoft.com/office/drawing/2014/main" id="{8392CDE7-9B77-4505-827E-B380CC9F1C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69" descr="triangle1.png">
            <a:extLst>
              <a:ext uri="{FF2B5EF4-FFF2-40B4-BE49-F238E27FC236}">
                <a16:creationId xmlns:a16="http://schemas.microsoft.com/office/drawing/2014/main" id="{739104E0-1157-E536-98BF-AC0840002D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70" descr="triangle1.png">
            <a:extLst>
              <a:ext uri="{FF2B5EF4-FFF2-40B4-BE49-F238E27FC236}">
                <a16:creationId xmlns:a16="http://schemas.microsoft.com/office/drawing/2014/main" id="{0B8030B8-BBCE-98D0-E6F6-94D4E8CEFE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71" descr="triangle1.png">
            <a:extLst>
              <a:ext uri="{FF2B5EF4-FFF2-40B4-BE49-F238E27FC236}">
                <a16:creationId xmlns:a16="http://schemas.microsoft.com/office/drawing/2014/main" id="{062863EE-9E8C-EA6C-E737-DB097EEA8B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72" descr="triangle1.png">
            <a:extLst>
              <a:ext uri="{FF2B5EF4-FFF2-40B4-BE49-F238E27FC236}">
                <a16:creationId xmlns:a16="http://schemas.microsoft.com/office/drawing/2014/main" id="{2A480058-1C32-55E1-07AE-E3EA702D03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565275"/>
            <a:ext cx="4927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0" name="Rectangle 2">
            <a:extLst>
              <a:ext uri="{FF2B5EF4-FFF2-40B4-BE49-F238E27FC236}">
                <a16:creationId xmlns:a16="http://schemas.microsoft.com/office/drawing/2014/main" id="{359D5969-2F9D-B02C-2C22-316F0C2AA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7345" name="Picture 1">
            <a:extLst>
              <a:ext uri="{FF2B5EF4-FFF2-40B4-BE49-F238E27FC236}">
                <a16:creationId xmlns:a16="http://schemas.microsoft.com/office/drawing/2014/main" id="{B87CB413-408C-15C1-C5C9-E1C7361F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136775"/>
            <a:ext cx="1819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2" name="Rectangle 3">
            <a:extLst>
              <a:ext uri="{FF2B5EF4-FFF2-40B4-BE49-F238E27FC236}">
                <a16:creationId xmlns:a16="http://schemas.microsoft.com/office/drawing/2014/main" id="{C84E5CAA-E958-9D7C-F475-55A559A24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43" name="Rectangle 5">
            <a:extLst>
              <a:ext uri="{FF2B5EF4-FFF2-40B4-BE49-F238E27FC236}">
                <a16:creationId xmlns:a16="http://schemas.microsoft.com/office/drawing/2014/main" id="{45ADB759-7430-63FC-5ABF-D279482A0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7348" name="Picture 4">
            <a:extLst>
              <a:ext uri="{FF2B5EF4-FFF2-40B4-BE49-F238E27FC236}">
                <a16:creationId xmlns:a16="http://schemas.microsoft.com/office/drawing/2014/main" id="{466AC5D1-B940-DF63-02C6-A092718DD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493963"/>
            <a:ext cx="1828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5" name="Rectangle 7">
            <a:extLst>
              <a:ext uri="{FF2B5EF4-FFF2-40B4-BE49-F238E27FC236}">
                <a16:creationId xmlns:a16="http://schemas.microsoft.com/office/drawing/2014/main" id="{CEAA8F35-FD06-3B53-CF99-0BBDC0CB4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7350" name="Picture 6">
            <a:extLst>
              <a:ext uri="{FF2B5EF4-FFF2-40B4-BE49-F238E27FC236}">
                <a16:creationId xmlns:a16="http://schemas.microsoft.com/office/drawing/2014/main" id="{FE47419D-20D5-2BC1-4E0A-1F5A8689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851150"/>
            <a:ext cx="1752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7" name="Rectangle 8">
            <a:extLst>
              <a:ext uri="{FF2B5EF4-FFF2-40B4-BE49-F238E27FC236}">
                <a16:creationId xmlns:a16="http://schemas.microsoft.com/office/drawing/2014/main" id="{B120F0EC-41BC-DEA3-34BA-73F7B99CD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48" name="Rectangle 10">
            <a:extLst>
              <a:ext uri="{FF2B5EF4-FFF2-40B4-BE49-F238E27FC236}">
                <a16:creationId xmlns:a16="http://schemas.microsoft.com/office/drawing/2014/main" id="{59253950-B705-6C68-CAFE-62935B2E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49" name="Rectangle 12">
            <a:extLst>
              <a:ext uri="{FF2B5EF4-FFF2-40B4-BE49-F238E27FC236}">
                <a16:creationId xmlns:a16="http://schemas.microsoft.com/office/drawing/2014/main" id="{72AE9622-E992-2F59-797A-BB368A86F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50" name="Rectangle 13">
            <a:extLst>
              <a:ext uri="{FF2B5EF4-FFF2-40B4-BE49-F238E27FC236}">
                <a16:creationId xmlns:a16="http://schemas.microsoft.com/office/drawing/2014/main" id="{7EAC0D36-4F66-8DB2-3677-01F9EAF11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34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51" name="Rectangle 15">
            <a:extLst>
              <a:ext uri="{FF2B5EF4-FFF2-40B4-BE49-F238E27FC236}">
                <a16:creationId xmlns:a16="http://schemas.microsoft.com/office/drawing/2014/main" id="{6614ADBC-AA82-CC62-DED0-C35A29131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7358" name="Picture 14">
            <a:extLst>
              <a:ext uri="{FF2B5EF4-FFF2-40B4-BE49-F238E27FC236}">
                <a16:creationId xmlns:a16="http://schemas.microsoft.com/office/drawing/2014/main" id="{71BAD7A2-65CA-C7B6-B33B-F81636843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565525"/>
            <a:ext cx="36861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3" name="Rectangle 16">
            <a:extLst>
              <a:ext uri="{FF2B5EF4-FFF2-40B4-BE49-F238E27FC236}">
                <a16:creationId xmlns:a16="http://schemas.microsoft.com/office/drawing/2014/main" id="{D6C8F908-9B1F-BAB9-3001-CC59B5A8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96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54" name="Rectangle 18">
            <a:extLst>
              <a:ext uri="{FF2B5EF4-FFF2-40B4-BE49-F238E27FC236}">
                <a16:creationId xmlns:a16="http://schemas.microsoft.com/office/drawing/2014/main" id="{AF453215-94F2-6DB7-E6BC-95703105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7361" name="Picture 17">
            <a:extLst>
              <a:ext uri="{FF2B5EF4-FFF2-40B4-BE49-F238E27FC236}">
                <a16:creationId xmlns:a16="http://schemas.microsoft.com/office/drawing/2014/main" id="{DB0829B3-9AA3-F0F3-7CE3-8B7B64AC9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208463"/>
            <a:ext cx="962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19">
            <a:extLst>
              <a:ext uri="{FF2B5EF4-FFF2-40B4-BE49-F238E27FC236}">
                <a16:creationId xmlns:a16="http://schemas.microsoft.com/office/drawing/2014/main" id="{592C862C-A763-17E4-AB94-B7BF0B536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15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57" name="Rectangle 21">
            <a:extLst>
              <a:ext uri="{FF2B5EF4-FFF2-40B4-BE49-F238E27FC236}">
                <a16:creationId xmlns:a16="http://schemas.microsoft.com/office/drawing/2014/main" id="{0ECBA20F-5E23-823F-75FC-057886B8A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7364" name="Picture 20">
            <a:extLst>
              <a:ext uri="{FF2B5EF4-FFF2-40B4-BE49-F238E27FC236}">
                <a16:creationId xmlns:a16="http://schemas.microsoft.com/office/drawing/2014/main" id="{3FE0309C-10F0-5EEA-22CE-2410C9CB0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4208463"/>
            <a:ext cx="9715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9" name="Rectangle 22">
            <a:extLst>
              <a:ext uri="{FF2B5EF4-FFF2-40B4-BE49-F238E27FC236}">
                <a16:creationId xmlns:a16="http://schemas.microsoft.com/office/drawing/2014/main" id="{6C47F022-49F6-76BB-C5C5-4A607E481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15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D5E7338-476D-6CB0-82D0-CAEF678A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113F06A-97C3-99CD-63FC-1174098B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7466012" cy="49879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kegel</a:t>
            </a:r>
          </a:p>
          <a:p>
            <a:pPr lvl="1"/>
            <a:r>
              <a:rPr lang="nl-BE" altLang="en-US"/>
              <a:t>Vb: 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createCone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n,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                 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h);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Eigenschappen</a:t>
            </a:r>
          </a:p>
          <a:p>
            <a:pPr lvl="2"/>
            <a:r>
              <a:rPr lang="nl-BE" altLang="en-US"/>
              <a:t>Straal </a:t>
            </a:r>
            <a:r>
              <a:rPr lang="nl-BE" altLang="en-US" b="1" i="1"/>
              <a:t>r</a:t>
            </a:r>
            <a:r>
              <a:rPr lang="nl-BE" altLang="en-US"/>
              <a:t> (</a:t>
            </a:r>
            <a:r>
              <a:rPr lang="nl-BE" altLang="en-US" i="1"/>
              <a:t>r=1</a:t>
            </a:r>
            <a:r>
              <a:rPr lang="nl-BE" altLang="en-US"/>
              <a:t>)</a:t>
            </a:r>
          </a:p>
          <a:p>
            <a:pPr lvl="2"/>
            <a:r>
              <a:rPr lang="nl-BE" altLang="en-US"/>
              <a:t>Hoogte </a:t>
            </a:r>
            <a:r>
              <a:rPr lang="nl-BE" altLang="en-US" b="1"/>
              <a:t>h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Een kegel wordt gegenereerd</a:t>
            </a:r>
          </a:p>
          <a:p>
            <a:pPr lvl="2"/>
            <a:r>
              <a:rPr lang="nl-BE" altLang="en-US"/>
              <a:t>Rond de Z-as</a:t>
            </a:r>
          </a:p>
          <a:p>
            <a:pPr lvl="2"/>
            <a:r>
              <a:rPr lang="nl-BE" altLang="en-US"/>
              <a:t>Grondvlak in het XY-vlak</a:t>
            </a:r>
          </a:p>
          <a:p>
            <a:pPr lvl="2"/>
            <a:r>
              <a:rPr lang="nl-BE" altLang="en-US"/>
              <a:t>Top in punt (0,0,h)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9A82A-FBC6-BD9D-FF6A-93D6245D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F4A4CEFC-C920-BE49-C590-0B82D6DA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23F4DF10-26FE-D845-B591-F01397602849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7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grpSp>
        <p:nvGrpSpPr>
          <p:cNvPr id="23557" name="Group 42">
            <a:extLst>
              <a:ext uri="{FF2B5EF4-FFF2-40B4-BE49-F238E27FC236}">
                <a16:creationId xmlns:a16="http://schemas.microsoft.com/office/drawing/2014/main" id="{41B78468-D343-34C1-8669-650CC2BB1A9E}"/>
              </a:ext>
            </a:extLst>
          </p:cNvPr>
          <p:cNvGrpSpPr>
            <a:grpSpLocks/>
          </p:cNvGrpSpPr>
          <p:nvPr/>
        </p:nvGrpSpPr>
        <p:grpSpPr bwMode="auto">
          <a:xfrm>
            <a:off x="6826250" y="1636713"/>
            <a:ext cx="3000375" cy="4921250"/>
            <a:chOff x="6326196" y="1636697"/>
            <a:chExt cx="3000396" cy="4922000"/>
          </a:xfrm>
        </p:grpSpPr>
        <p:sp>
          <p:nvSpPr>
            <p:cNvPr id="23558" name="Oval 7">
              <a:extLst>
                <a:ext uri="{FF2B5EF4-FFF2-40B4-BE49-F238E27FC236}">
                  <a16:creationId xmlns:a16="http://schemas.microsoft.com/office/drawing/2014/main" id="{EA4043E8-343B-A823-1FB7-44231CFD8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6196" y="4922845"/>
              <a:ext cx="2500330" cy="64294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cxnSp>
          <p:nvCxnSpPr>
            <p:cNvPr id="23559" name="Straight Connector 10">
              <a:extLst>
                <a:ext uri="{FF2B5EF4-FFF2-40B4-BE49-F238E27FC236}">
                  <a16:creationId xmlns:a16="http://schemas.microsoft.com/office/drawing/2014/main" id="{6E6EC2E0-27DC-9D04-1D8C-3D8B931FD62D}"/>
                </a:ext>
              </a:extLst>
            </p:cNvPr>
            <p:cNvCxnSpPr>
              <a:cxnSpLocks noChangeShapeType="1"/>
              <a:stCxn id="23558" idx="2"/>
            </p:cNvCxnSpPr>
            <p:nvPr/>
          </p:nvCxnSpPr>
          <p:spPr bwMode="auto">
            <a:xfrm rot="10800000" flipH="1">
              <a:off x="6326196" y="2279640"/>
              <a:ext cx="1285884" cy="29646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0" name="Straight Connector 12">
              <a:extLst>
                <a:ext uri="{FF2B5EF4-FFF2-40B4-BE49-F238E27FC236}">
                  <a16:creationId xmlns:a16="http://schemas.microsoft.com/office/drawing/2014/main" id="{4C6271B5-B51D-2B93-1642-A0765E13BD53}"/>
                </a:ext>
              </a:extLst>
            </p:cNvPr>
            <p:cNvCxnSpPr>
              <a:cxnSpLocks noChangeShapeType="1"/>
              <a:stCxn id="23558" idx="6"/>
            </p:cNvCxnSpPr>
            <p:nvPr/>
          </p:nvCxnSpPr>
          <p:spPr bwMode="auto">
            <a:xfrm flipH="1" flipV="1">
              <a:off x="7612080" y="2279639"/>
              <a:ext cx="1214446" cy="29646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1" name="Straight Arrow Connector 14">
              <a:extLst>
                <a:ext uri="{FF2B5EF4-FFF2-40B4-BE49-F238E27FC236}">
                  <a16:creationId xmlns:a16="http://schemas.microsoft.com/office/drawing/2014/main" id="{31B7EAF6-B1EE-424C-2F33-3575A4F2BA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2080" y="5208597"/>
              <a:ext cx="1714512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2" name="Straight Arrow Connector 16">
              <a:extLst>
                <a:ext uri="{FF2B5EF4-FFF2-40B4-BE49-F238E27FC236}">
                  <a16:creationId xmlns:a16="http://schemas.microsoft.com/office/drawing/2014/main" id="{B2D2FF3B-8A72-AB36-A9D2-82799E4BC2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326196" y="5208597"/>
              <a:ext cx="1285884" cy="12858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3" name="Straight Arrow Connector 20">
              <a:extLst>
                <a:ext uri="{FF2B5EF4-FFF2-40B4-BE49-F238E27FC236}">
                  <a16:creationId xmlns:a16="http://schemas.microsoft.com/office/drawing/2014/main" id="{4B1E7C7F-852A-0CB1-DA90-16A1A96B67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825336" y="3422647"/>
              <a:ext cx="3572694" cy="79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4" name="Straight Connector 28">
              <a:extLst>
                <a:ext uri="{FF2B5EF4-FFF2-40B4-BE49-F238E27FC236}">
                  <a16:creationId xmlns:a16="http://schemas.microsoft.com/office/drawing/2014/main" id="{688C9116-F0B5-299E-6ECD-C580692CC5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2080" y="5208597"/>
              <a:ext cx="1214446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5" name="Straight Connector 32">
              <a:extLst>
                <a:ext uri="{FF2B5EF4-FFF2-40B4-BE49-F238E27FC236}">
                  <a16:creationId xmlns:a16="http://schemas.microsoft.com/office/drawing/2014/main" id="{B67BDA1F-BF92-7CD9-E434-B52780AEEC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147601" y="3744118"/>
              <a:ext cx="2928958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6" name="TextBox 37">
              <a:extLst>
                <a:ext uri="{FF2B5EF4-FFF2-40B4-BE49-F238E27FC236}">
                  <a16:creationId xmlns:a16="http://schemas.microsoft.com/office/drawing/2014/main" id="{85B6D176-BA25-AD26-6F36-5E989E7C6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510" y="6208729"/>
              <a:ext cx="33855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X</a:t>
              </a:r>
            </a:p>
          </p:txBody>
        </p:sp>
        <p:sp>
          <p:nvSpPr>
            <p:cNvPr id="23567" name="TextBox 38">
              <a:extLst>
                <a:ext uri="{FF2B5EF4-FFF2-40B4-BE49-F238E27FC236}">
                  <a16:creationId xmlns:a16="http://schemas.microsoft.com/office/drawing/2014/main" id="{69857C31-757F-1396-1934-C6BA5811E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9402" y="5208597"/>
              <a:ext cx="33855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Y</a:t>
              </a:r>
            </a:p>
          </p:txBody>
        </p:sp>
        <p:sp>
          <p:nvSpPr>
            <p:cNvPr id="23568" name="TextBox 39">
              <a:extLst>
                <a:ext uri="{FF2B5EF4-FFF2-40B4-BE49-F238E27FC236}">
                  <a16:creationId xmlns:a16="http://schemas.microsoft.com/office/drawing/2014/main" id="{3ED359AF-4286-4A86-E24C-BD0E8F62B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2080" y="1779573"/>
              <a:ext cx="33855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Z</a:t>
              </a:r>
            </a:p>
          </p:txBody>
        </p:sp>
        <p:sp>
          <p:nvSpPr>
            <p:cNvPr id="23569" name="TextBox 40">
              <a:extLst>
                <a:ext uri="{FF2B5EF4-FFF2-40B4-BE49-F238E27FC236}">
                  <a16:creationId xmlns:a16="http://schemas.microsoft.com/office/drawing/2014/main" id="{35CACB5F-5B46-11A8-7328-3EE95918B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6394" y="5208597"/>
              <a:ext cx="261610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r</a:t>
              </a:r>
            </a:p>
          </p:txBody>
        </p:sp>
        <p:sp>
          <p:nvSpPr>
            <p:cNvPr id="23570" name="TextBox 41">
              <a:extLst>
                <a:ext uri="{FF2B5EF4-FFF2-40B4-BE49-F238E27FC236}">
                  <a16:creationId xmlns:a16="http://schemas.microsoft.com/office/drawing/2014/main" id="{E26818F6-5C7E-A811-0AE9-7D3A11346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2080" y="3494085"/>
              <a:ext cx="312906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5F62EBCC-EFBF-3F16-C9B3-86C5DC95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7B9AE-A5AB-30E0-7D1E-6C1CE383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4579" name="Slide Number Placeholder 4">
            <a:extLst>
              <a:ext uri="{FF2B5EF4-FFF2-40B4-BE49-F238E27FC236}">
                <a16:creationId xmlns:a16="http://schemas.microsoft.com/office/drawing/2014/main" id="{985DE8AD-D977-AF13-F9BC-602C79CF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7B1EDE5C-215E-A544-A865-98FE4EAFB80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8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BA3409-3132-DD52-C469-C09BDBDF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79525"/>
            <a:ext cx="4822825" cy="49879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kegel</a:t>
            </a:r>
          </a:p>
          <a:p>
            <a:pPr lvl="1"/>
            <a:r>
              <a:rPr lang="nl-BE" altLang="en-US"/>
              <a:t>n: het aantal zijdelingse vlakken waarmee de kegel wordt voorgesteld</a:t>
            </a:r>
          </a:p>
          <a:p>
            <a:pPr lvl="1"/>
            <a:r>
              <a:rPr lang="nl-BE" altLang="en-US"/>
              <a:t>Punten</a:t>
            </a:r>
          </a:p>
          <a:p>
            <a:pPr lvl="2"/>
            <a:r>
              <a:rPr lang="nl-BE" altLang="en-US"/>
              <a:t>n+1 punten</a:t>
            </a:r>
          </a:p>
          <a:p>
            <a:pPr lvl="2"/>
            <a:endParaRPr lang="nl-BE" altLang="en-US" sz="200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 sz="200"/>
          </a:p>
          <a:p>
            <a:pPr lvl="2"/>
            <a:r>
              <a:rPr lang="nl-BE" altLang="en-US"/>
              <a:t>  </a:t>
            </a:r>
          </a:p>
          <a:p>
            <a:pPr lvl="1"/>
            <a:r>
              <a:rPr lang="nl-BE" altLang="en-US"/>
              <a:t>Oppervlakken</a:t>
            </a:r>
          </a:p>
          <a:p>
            <a:pPr lvl="2"/>
            <a:r>
              <a:rPr lang="nl-BE" altLang="en-US"/>
              <a:t>n+1 oppervlakken</a:t>
            </a:r>
          </a:p>
          <a:p>
            <a:pPr lvl="2"/>
            <a:r>
              <a:rPr lang="nl-BE" altLang="en-US"/>
              <a:t>  </a:t>
            </a:r>
          </a:p>
          <a:p>
            <a:pPr lvl="2"/>
            <a:endParaRPr lang="nl-BE" altLang="en-US" sz="200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</p:txBody>
      </p:sp>
      <p:pic>
        <p:nvPicPr>
          <p:cNvPr id="9" name="Picture 8" descr="cone_1.png">
            <a:extLst>
              <a:ext uri="{FF2B5EF4-FFF2-40B4-BE49-F238E27FC236}">
                <a16:creationId xmlns:a16="http://schemas.microsoft.com/office/drawing/2014/main" id="{68875FE7-C5FB-04E1-8A32-4079D8F02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one_2.png">
            <a:extLst>
              <a:ext uri="{FF2B5EF4-FFF2-40B4-BE49-F238E27FC236}">
                <a16:creationId xmlns:a16="http://schemas.microsoft.com/office/drawing/2014/main" id="{427FCD52-71F5-39D8-7A92-4B5CC59D3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cone_8.png">
            <a:extLst>
              <a:ext uri="{FF2B5EF4-FFF2-40B4-BE49-F238E27FC236}">
                <a16:creationId xmlns:a16="http://schemas.microsoft.com/office/drawing/2014/main" id="{DF60442E-6A31-8E85-967B-6D01C59C4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cone_3.png">
            <a:extLst>
              <a:ext uri="{FF2B5EF4-FFF2-40B4-BE49-F238E27FC236}">
                <a16:creationId xmlns:a16="http://schemas.microsoft.com/office/drawing/2014/main" id="{C67B7BE5-8E3E-5671-BFB4-F61D558D2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cone_4.png">
            <a:extLst>
              <a:ext uri="{FF2B5EF4-FFF2-40B4-BE49-F238E27FC236}">
                <a16:creationId xmlns:a16="http://schemas.microsoft.com/office/drawing/2014/main" id="{F2997C4C-5903-2663-F1FC-41088ACF21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 descr="cone_5.png">
            <a:extLst>
              <a:ext uri="{FF2B5EF4-FFF2-40B4-BE49-F238E27FC236}">
                <a16:creationId xmlns:a16="http://schemas.microsoft.com/office/drawing/2014/main" id="{03B1E8D9-05C7-2C87-B2F9-BA2B66A63E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 descr="cone_6.png">
            <a:extLst>
              <a:ext uri="{FF2B5EF4-FFF2-40B4-BE49-F238E27FC236}">
                <a16:creationId xmlns:a16="http://schemas.microsoft.com/office/drawing/2014/main" id="{B7FB1642-5F02-BB8D-A474-12A516C395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 descr="cone_7.png">
            <a:extLst>
              <a:ext uri="{FF2B5EF4-FFF2-40B4-BE49-F238E27FC236}">
                <a16:creationId xmlns:a16="http://schemas.microsoft.com/office/drawing/2014/main" id="{85C5E3F4-B99D-B2FA-6A9B-6FEF7E8401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1565275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9" name="Rectangle 2">
            <a:extLst>
              <a:ext uri="{FF2B5EF4-FFF2-40B4-BE49-F238E27FC236}">
                <a16:creationId xmlns:a16="http://schemas.microsoft.com/office/drawing/2014/main" id="{F3BA51FC-8050-A3FE-ACB4-DF01D11D9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0" name="Rectangle 3">
            <a:extLst>
              <a:ext uri="{FF2B5EF4-FFF2-40B4-BE49-F238E27FC236}">
                <a16:creationId xmlns:a16="http://schemas.microsoft.com/office/drawing/2014/main" id="{1326EA09-48C3-BF3A-5764-0BD622425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96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1" name="Rectangle 5">
            <a:extLst>
              <a:ext uri="{FF2B5EF4-FFF2-40B4-BE49-F238E27FC236}">
                <a16:creationId xmlns:a16="http://schemas.microsoft.com/office/drawing/2014/main" id="{953560D5-7CE7-7BBC-8024-AC813970D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4509DC5A-D0E4-7E38-CD30-99D8B1A00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494088"/>
            <a:ext cx="28194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3" name="Rectangle 6">
            <a:extLst>
              <a:ext uri="{FF2B5EF4-FFF2-40B4-BE49-F238E27FC236}">
                <a16:creationId xmlns:a16="http://schemas.microsoft.com/office/drawing/2014/main" id="{9B881EC4-FF80-03BF-5FB6-4F80D9424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96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4" name="Rectangle 8">
            <a:extLst>
              <a:ext uri="{FF2B5EF4-FFF2-40B4-BE49-F238E27FC236}">
                <a16:creationId xmlns:a16="http://schemas.microsoft.com/office/drawing/2014/main" id="{F4F18D7E-9D3E-6A3E-A075-A352E13FF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5847" name="Picture 7">
            <a:extLst>
              <a:ext uri="{FF2B5EF4-FFF2-40B4-BE49-F238E27FC236}">
                <a16:creationId xmlns:a16="http://schemas.microsoft.com/office/drawing/2014/main" id="{03448DAA-64DF-B627-7AE3-93857A5E6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065588"/>
            <a:ext cx="15144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6" name="Rectangle 9">
            <a:extLst>
              <a:ext uri="{FF2B5EF4-FFF2-40B4-BE49-F238E27FC236}">
                <a16:creationId xmlns:a16="http://schemas.microsoft.com/office/drawing/2014/main" id="{2D9D6D62-863D-2B2E-AB96-94DB05ACA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7" name="Rectangle 11">
            <a:extLst>
              <a:ext uri="{FF2B5EF4-FFF2-40B4-BE49-F238E27FC236}">
                <a16:creationId xmlns:a16="http://schemas.microsoft.com/office/drawing/2014/main" id="{69023161-0B38-A824-97F9-CEA19E0E1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5850" name="Picture 10">
            <a:extLst>
              <a:ext uri="{FF2B5EF4-FFF2-40B4-BE49-F238E27FC236}">
                <a16:creationId xmlns:a16="http://schemas.microsoft.com/office/drawing/2014/main" id="{B7591BC1-F1B9-07B1-13C4-64444D70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5208588"/>
            <a:ext cx="24860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9" name="Rectangle 12">
            <a:extLst>
              <a:ext uri="{FF2B5EF4-FFF2-40B4-BE49-F238E27FC236}">
                <a16:creationId xmlns:a16="http://schemas.microsoft.com/office/drawing/2014/main" id="{ADD9389A-D011-B6B6-4751-375FE8B24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53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600" name="Rectangle 14">
            <a:extLst>
              <a:ext uri="{FF2B5EF4-FFF2-40B4-BE49-F238E27FC236}">
                <a16:creationId xmlns:a16="http://schemas.microsoft.com/office/drawing/2014/main" id="{47DF0C6E-0D7D-0304-CDD4-C43C6EFC0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5853" name="Picture 13">
            <a:extLst>
              <a:ext uri="{FF2B5EF4-FFF2-40B4-BE49-F238E27FC236}">
                <a16:creationId xmlns:a16="http://schemas.microsoft.com/office/drawing/2014/main" id="{B2419296-EA02-3589-CD39-572F21660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5708650"/>
            <a:ext cx="2771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02" name="Rectangle 15">
            <a:extLst>
              <a:ext uri="{FF2B5EF4-FFF2-40B4-BE49-F238E27FC236}">
                <a16:creationId xmlns:a16="http://schemas.microsoft.com/office/drawing/2014/main" id="{7F3F88A7-93F4-CB55-DF43-537858283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E6AC40E3-45EE-74FA-558A-005163D57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52B67042-2DC9-0B45-CFAF-416AD6458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7537450" cy="49879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Cilinder</a:t>
            </a:r>
          </a:p>
          <a:p>
            <a:pPr lvl="1"/>
            <a:r>
              <a:rPr lang="nl-BE" altLang="en-US"/>
              <a:t>Vb 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createCylinder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n,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                     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h);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Eigenschappen</a:t>
            </a:r>
          </a:p>
          <a:p>
            <a:pPr lvl="2"/>
            <a:r>
              <a:rPr lang="nl-BE" altLang="en-US"/>
              <a:t>Straal </a:t>
            </a:r>
            <a:r>
              <a:rPr lang="nl-BE" altLang="en-US" b="1"/>
              <a:t>r</a:t>
            </a:r>
            <a:r>
              <a:rPr lang="nl-BE" altLang="en-US"/>
              <a:t> (r=1)</a:t>
            </a:r>
          </a:p>
          <a:p>
            <a:pPr lvl="2"/>
            <a:r>
              <a:rPr lang="nl-BE" altLang="en-US"/>
              <a:t>Hoogte </a:t>
            </a:r>
            <a:r>
              <a:rPr lang="nl-BE" altLang="en-US" b="1"/>
              <a:t>h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Een cilinder wordt gegenereerd</a:t>
            </a:r>
          </a:p>
          <a:p>
            <a:pPr lvl="2"/>
            <a:r>
              <a:rPr lang="nl-BE" altLang="en-US"/>
              <a:t>Rond de Z-as</a:t>
            </a:r>
          </a:p>
          <a:p>
            <a:pPr lvl="2"/>
            <a:r>
              <a:rPr lang="nl-BE" altLang="en-US"/>
              <a:t>Grondvlak in het XY-vlak</a:t>
            </a:r>
          </a:p>
          <a:p>
            <a:pPr lvl="2"/>
            <a:r>
              <a:rPr lang="nl-BE" altLang="en-US"/>
              <a:t>Bovenvlak in het “(X,Y,h)” vlak</a:t>
            </a:r>
          </a:p>
          <a:p>
            <a:pPr lvl="2"/>
            <a:endParaRPr lang="nl-BE" altLang="en-US"/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E63B2-4DF1-C03F-9E36-B5FE0254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8DDDF8F9-5C7D-86CB-4C8C-BB92EFE8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FE48F46D-EC59-CA46-B7E3-3C6878C799F8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9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grpSp>
        <p:nvGrpSpPr>
          <p:cNvPr id="25605" name="Group 6">
            <a:extLst>
              <a:ext uri="{FF2B5EF4-FFF2-40B4-BE49-F238E27FC236}">
                <a16:creationId xmlns:a16="http://schemas.microsoft.com/office/drawing/2014/main" id="{3F72C507-361C-A893-317C-AE9F49C1605D}"/>
              </a:ext>
            </a:extLst>
          </p:cNvPr>
          <p:cNvGrpSpPr>
            <a:grpSpLocks/>
          </p:cNvGrpSpPr>
          <p:nvPr/>
        </p:nvGrpSpPr>
        <p:grpSpPr bwMode="auto">
          <a:xfrm>
            <a:off x="6969125" y="2136775"/>
            <a:ext cx="3000375" cy="4635500"/>
            <a:chOff x="6326196" y="1565259"/>
            <a:chExt cx="3000396" cy="4636248"/>
          </a:xfrm>
        </p:grpSpPr>
        <p:sp>
          <p:nvSpPr>
            <p:cNvPr id="25608" name="Oval 7">
              <a:extLst>
                <a:ext uri="{FF2B5EF4-FFF2-40B4-BE49-F238E27FC236}">
                  <a16:creationId xmlns:a16="http://schemas.microsoft.com/office/drawing/2014/main" id="{07000834-4849-F5AF-B46E-1CC7C637C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6196" y="4922845"/>
              <a:ext cx="2500330" cy="64294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cxnSp>
          <p:nvCxnSpPr>
            <p:cNvPr id="25609" name="Straight Connector 8">
              <a:extLst>
                <a:ext uri="{FF2B5EF4-FFF2-40B4-BE49-F238E27FC236}">
                  <a16:creationId xmlns:a16="http://schemas.microsoft.com/office/drawing/2014/main" id="{A64A9141-35B8-9E38-406D-B4EF86CFC907}"/>
                </a:ext>
              </a:extLst>
            </p:cNvPr>
            <p:cNvCxnSpPr>
              <a:cxnSpLocks noChangeShapeType="1"/>
              <a:stCxn id="25608" idx="2"/>
              <a:endCxn id="25606" idx="2"/>
            </p:cNvCxnSpPr>
            <p:nvPr/>
          </p:nvCxnSpPr>
          <p:spPr bwMode="auto">
            <a:xfrm rot="10800000">
              <a:off x="6326196" y="2243920"/>
              <a:ext cx="1588" cy="3000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0" name="Straight Connector 9">
              <a:extLst>
                <a:ext uri="{FF2B5EF4-FFF2-40B4-BE49-F238E27FC236}">
                  <a16:creationId xmlns:a16="http://schemas.microsoft.com/office/drawing/2014/main" id="{F2B9DEF0-20BE-53CA-EF6A-1DA5D471F724}"/>
                </a:ext>
              </a:extLst>
            </p:cNvPr>
            <p:cNvCxnSpPr>
              <a:cxnSpLocks noChangeShapeType="1"/>
              <a:stCxn id="25608" idx="6"/>
              <a:endCxn id="25606" idx="6"/>
            </p:cNvCxnSpPr>
            <p:nvPr/>
          </p:nvCxnSpPr>
          <p:spPr bwMode="auto">
            <a:xfrm flipV="1">
              <a:off x="8826526" y="2243920"/>
              <a:ext cx="1588" cy="3000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1" name="Straight Arrow Connector 10">
              <a:extLst>
                <a:ext uri="{FF2B5EF4-FFF2-40B4-BE49-F238E27FC236}">
                  <a16:creationId xmlns:a16="http://schemas.microsoft.com/office/drawing/2014/main" id="{2BEF5AE0-F119-1AE7-0E2A-B690580965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2080" y="5208597"/>
              <a:ext cx="1714512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2" name="Straight Arrow Connector 11">
              <a:extLst>
                <a:ext uri="{FF2B5EF4-FFF2-40B4-BE49-F238E27FC236}">
                  <a16:creationId xmlns:a16="http://schemas.microsoft.com/office/drawing/2014/main" id="{249EDD0B-8CEC-85F0-F5F0-5DB21BBFBF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83386" y="5208597"/>
              <a:ext cx="928694" cy="92869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3" name="Straight Arrow Connector 12">
              <a:extLst>
                <a:ext uri="{FF2B5EF4-FFF2-40B4-BE49-F238E27FC236}">
                  <a16:creationId xmlns:a16="http://schemas.microsoft.com/office/drawing/2014/main" id="{0AB0B7E6-47E3-1541-849D-BEF12A0BBA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825336" y="3422647"/>
              <a:ext cx="3572694" cy="79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4" name="Straight Connector 13">
              <a:extLst>
                <a:ext uri="{FF2B5EF4-FFF2-40B4-BE49-F238E27FC236}">
                  <a16:creationId xmlns:a16="http://schemas.microsoft.com/office/drawing/2014/main" id="{40853568-5054-C73D-AD2B-8C70856407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2080" y="5208597"/>
              <a:ext cx="1214446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5" name="Straight Connector 14">
              <a:extLst>
                <a:ext uri="{FF2B5EF4-FFF2-40B4-BE49-F238E27FC236}">
                  <a16:creationId xmlns:a16="http://schemas.microsoft.com/office/drawing/2014/main" id="{6B362108-2937-5AF8-E7CE-B83570A2CE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111088" y="3708399"/>
              <a:ext cx="3001190" cy="7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16" name="TextBox 15">
              <a:extLst>
                <a:ext uri="{FF2B5EF4-FFF2-40B4-BE49-F238E27FC236}">
                  <a16:creationId xmlns:a16="http://schemas.microsoft.com/office/drawing/2014/main" id="{F2E3089F-F4CE-7D4A-8527-797F0DBA7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9138" y="5851539"/>
              <a:ext cx="33855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X</a:t>
              </a:r>
            </a:p>
          </p:txBody>
        </p:sp>
        <p:sp>
          <p:nvSpPr>
            <p:cNvPr id="25617" name="TextBox 16">
              <a:extLst>
                <a:ext uri="{FF2B5EF4-FFF2-40B4-BE49-F238E27FC236}">
                  <a16:creationId xmlns:a16="http://schemas.microsoft.com/office/drawing/2014/main" id="{A2E27F22-4F0E-7FA8-70DB-A9623CEF8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9402" y="5208597"/>
              <a:ext cx="33855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Y</a:t>
              </a:r>
            </a:p>
          </p:txBody>
        </p:sp>
        <p:sp>
          <p:nvSpPr>
            <p:cNvPr id="25618" name="TextBox 17">
              <a:extLst>
                <a:ext uri="{FF2B5EF4-FFF2-40B4-BE49-F238E27FC236}">
                  <a16:creationId xmlns:a16="http://schemas.microsoft.com/office/drawing/2014/main" id="{EDF785B5-6F0C-B258-5569-CABDA2DE5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3518" y="1565259"/>
              <a:ext cx="33855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Z</a:t>
              </a:r>
            </a:p>
          </p:txBody>
        </p:sp>
        <p:sp>
          <p:nvSpPr>
            <p:cNvPr id="25619" name="TextBox 18">
              <a:extLst>
                <a:ext uri="{FF2B5EF4-FFF2-40B4-BE49-F238E27FC236}">
                  <a16:creationId xmlns:a16="http://schemas.microsoft.com/office/drawing/2014/main" id="{ED5616AE-A949-E15A-433C-C3FEFD8B9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6394" y="5208597"/>
              <a:ext cx="261610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r</a:t>
              </a:r>
            </a:p>
          </p:txBody>
        </p:sp>
        <p:sp>
          <p:nvSpPr>
            <p:cNvPr id="25620" name="TextBox 19">
              <a:extLst>
                <a:ext uri="{FF2B5EF4-FFF2-40B4-BE49-F238E27FC236}">
                  <a16:creationId xmlns:a16="http://schemas.microsoft.com/office/drawing/2014/main" id="{F769F30E-5420-B5E8-9D87-2A2946B51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2080" y="3494085"/>
              <a:ext cx="312906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h</a:t>
              </a:r>
            </a:p>
          </p:txBody>
        </p:sp>
      </p:grpSp>
      <p:sp>
        <p:nvSpPr>
          <p:cNvPr id="25606" name="Oval 20">
            <a:extLst>
              <a:ext uri="{FF2B5EF4-FFF2-40B4-BE49-F238E27FC236}">
                <a16:creationId xmlns:a16="http://schemas.microsoft.com/office/drawing/2014/main" id="{0F3B8E9E-28FB-92F3-8133-AF6818CB8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25" y="2493963"/>
            <a:ext cx="2500313" cy="6429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cxnSp>
        <p:nvCxnSpPr>
          <p:cNvPr id="25607" name="Straight Connector 27">
            <a:extLst>
              <a:ext uri="{FF2B5EF4-FFF2-40B4-BE49-F238E27FC236}">
                <a16:creationId xmlns:a16="http://schemas.microsoft.com/office/drawing/2014/main" id="{FE4D1DCA-9004-1A6D-780C-D01B516800D5}"/>
              </a:ext>
            </a:extLst>
          </p:cNvPr>
          <p:cNvCxnSpPr>
            <a:cxnSpLocks noChangeShapeType="1"/>
            <a:endCxn id="25606" idx="6"/>
          </p:cNvCxnSpPr>
          <p:nvPr/>
        </p:nvCxnSpPr>
        <p:spPr bwMode="auto">
          <a:xfrm>
            <a:off x="8255000" y="2779713"/>
            <a:ext cx="1214438" cy="3492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5D55BE2A-C406-55E6-FFC6-4234FD8C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A56B3CF7-F541-E245-3D4B-4E4A203C1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5965825" cy="49879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Cilinder</a:t>
            </a:r>
          </a:p>
          <a:p>
            <a:pPr lvl="1"/>
            <a:r>
              <a:rPr lang="nl-BE" altLang="en-US"/>
              <a:t>Gebeurt gelijkaardig aan het genereren van een kegel</a:t>
            </a:r>
          </a:p>
          <a:p>
            <a:pPr lvl="1"/>
            <a:r>
              <a:rPr lang="nl-BE" altLang="en-US"/>
              <a:t>2n punten</a:t>
            </a:r>
          </a:p>
          <a:p>
            <a:pPr lvl="2"/>
            <a:r>
              <a:rPr lang="nl-BE" altLang="en-US"/>
              <a:t>n voor het grondvlak</a:t>
            </a:r>
          </a:p>
          <a:p>
            <a:pPr lvl="2"/>
            <a:r>
              <a:rPr lang="nl-BE" altLang="en-US"/>
              <a:t>n voor het bovenvlak</a:t>
            </a:r>
          </a:p>
          <a:p>
            <a:pPr lvl="1"/>
            <a:r>
              <a:rPr lang="nl-BE" altLang="en-US"/>
              <a:t>Oppervlakken</a:t>
            </a:r>
          </a:p>
          <a:p>
            <a:pPr lvl="2"/>
            <a:r>
              <a:rPr lang="nl-BE" altLang="en-US"/>
              <a:t>Bovenvlak ipv. 1 enkel punt</a:t>
            </a:r>
          </a:p>
          <a:p>
            <a:pPr lvl="2"/>
            <a:r>
              <a:rPr lang="nl-BE" altLang="en-US"/>
              <a:t>Zijvlakken: vierhoeken ipv driehoeken</a:t>
            </a:r>
          </a:p>
          <a:p>
            <a:pPr lvl="2"/>
            <a:r>
              <a:rPr lang="nl-BE" altLang="en-US"/>
              <a:t>Geef de punten op in </a:t>
            </a:r>
            <a:r>
              <a:rPr lang="nl-BE" altLang="en-US" b="1"/>
              <a:t>tegenwijzerzin </a:t>
            </a:r>
            <a:r>
              <a:rPr lang="nl-BE" altLang="en-US"/>
              <a:t>!</a:t>
            </a:r>
          </a:p>
          <a:p>
            <a:pPr lvl="3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B6825-0061-2DA6-AEA6-AA9D7E44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79E3F350-8FD3-3214-0607-C860C7D9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46296E02-5754-4944-A58F-BC0754CC3BC7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10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26629" name="Picture 6" descr="cylinder1.png">
            <a:extLst>
              <a:ext uri="{FF2B5EF4-FFF2-40B4-BE49-F238E27FC236}">
                <a16:creationId xmlns:a16="http://schemas.microsoft.com/office/drawing/2014/main" id="{73DCEF0B-BFD3-CBE2-7AA1-10239A9C8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75" y="1636713"/>
            <a:ext cx="36004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41A749AD-3731-8F11-8E3D-23909BEA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65DF-CCA2-6D6F-23FF-8488C307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4751387" cy="49879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Torus</a:t>
            </a:r>
          </a:p>
          <a:p>
            <a:pPr lvl="1"/>
            <a:r>
              <a:rPr lang="nl-BE" altLang="en-US"/>
              <a:t>Vb: 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createTorus(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r,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R,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n,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m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)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;</a:t>
            </a:r>
          </a:p>
          <a:p>
            <a:pPr lvl="1"/>
            <a:r>
              <a:rPr lang="nl-BE" altLang="en-US"/>
              <a:t>Eigenschappen</a:t>
            </a:r>
          </a:p>
          <a:p>
            <a:pPr lvl="2"/>
            <a:r>
              <a:rPr lang="nl-BE" altLang="en-US"/>
              <a:t>R: afstand van het 0-punt tot het centrum van de buis</a:t>
            </a:r>
          </a:p>
          <a:p>
            <a:pPr lvl="2"/>
            <a:r>
              <a:rPr lang="nl-BE" altLang="en-US"/>
              <a:t>r: de straal van de buis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Kan beschreven worden met een parametervergelijking:</a:t>
            </a:r>
          </a:p>
          <a:p>
            <a:pPr lvl="2"/>
            <a:endParaRPr lang="nl-BE" altLang="en-US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2"/>
            <a:endParaRPr lang="nl-BE" altLang="en-US" sz="200"/>
          </a:p>
          <a:p>
            <a:pPr lvl="2"/>
            <a:r>
              <a:rPr lang="nl-BE" alt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A2A9B-2D01-2720-4EBD-9291CD46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B9A3198-919B-9A6B-0769-B220192F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3C600C9-283F-3740-A078-FE0041850C11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11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C08BA815-F866-A2D5-4586-755393C08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0417" name="Picture 1">
            <a:extLst>
              <a:ext uri="{FF2B5EF4-FFF2-40B4-BE49-F238E27FC236}">
                <a16:creationId xmlns:a16="http://schemas.microsoft.com/office/drawing/2014/main" id="{7CE1664A-ED35-8DAA-7A35-D88EB1F66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508625"/>
            <a:ext cx="31718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3">
            <a:extLst>
              <a:ext uri="{FF2B5EF4-FFF2-40B4-BE49-F238E27FC236}">
                <a16:creationId xmlns:a16="http://schemas.microsoft.com/office/drawing/2014/main" id="{24766CB9-7E3C-0793-4728-7255CAD3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7656" name="Rectangle 5">
            <a:extLst>
              <a:ext uri="{FF2B5EF4-FFF2-40B4-BE49-F238E27FC236}">
                <a16:creationId xmlns:a16="http://schemas.microsoft.com/office/drawing/2014/main" id="{FFFA77A6-E2A8-C5EF-04AF-F9425A5B6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0420" name="Picture 4">
            <a:extLst>
              <a:ext uri="{FF2B5EF4-FFF2-40B4-BE49-F238E27FC236}">
                <a16:creationId xmlns:a16="http://schemas.microsoft.com/office/drawing/2014/main" id="{BC80F052-EF09-3C61-901C-463D3C5BC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6659563"/>
            <a:ext cx="24193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8" name="Rectangle 6">
            <a:extLst>
              <a:ext uri="{FF2B5EF4-FFF2-40B4-BE49-F238E27FC236}">
                <a16:creationId xmlns:a16="http://schemas.microsoft.com/office/drawing/2014/main" id="{F54D7FC2-32DC-DC99-2F2A-B7DE6AF72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2" name="Group 61">
            <a:extLst>
              <a:ext uri="{FF2B5EF4-FFF2-40B4-BE49-F238E27FC236}">
                <a16:creationId xmlns:a16="http://schemas.microsoft.com/office/drawing/2014/main" id="{F24A120E-5269-75A9-C498-1470D36F57C0}"/>
              </a:ext>
            </a:extLst>
          </p:cNvPr>
          <p:cNvGrpSpPr>
            <a:grpSpLocks/>
          </p:cNvGrpSpPr>
          <p:nvPr/>
        </p:nvGrpSpPr>
        <p:grpSpPr bwMode="auto">
          <a:xfrm>
            <a:off x="5540375" y="3065463"/>
            <a:ext cx="4325938" cy="1785937"/>
            <a:chOff x="5540378" y="3065457"/>
            <a:chExt cx="4325933" cy="1785950"/>
          </a:xfrm>
        </p:grpSpPr>
        <p:grpSp>
          <p:nvGrpSpPr>
            <p:cNvPr id="27662" name="Group 19">
              <a:extLst>
                <a:ext uri="{FF2B5EF4-FFF2-40B4-BE49-F238E27FC236}">
                  <a16:creationId xmlns:a16="http://schemas.microsoft.com/office/drawing/2014/main" id="{2EB0D043-E824-F278-749D-068363CF6A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0378" y="3636961"/>
              <a:ext cx="3857652" cy="1214446"/>
              <a:chOff x="5754692" y="3351209"/>
              <a:chExt cx="3857652" cy="121444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A575A0-DDB8-70B8-5FF7-0C8707BA05F5}"/>
                  </a:ext>
                </a:extLst>
              </p:cNvPr>
              <p:cNvSpPr/>
              <p:nvPr/>
            </p:nvSpPr>
            <p:spPr bwMode="auto">
              <a:xfrm>
                <a:off x="6397629" y="3351209"/>
                <a:ext cx="2571747" cy="121444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charset="0"/>
                  <a:buNone/>
                  <a:defRPr/>
                </a:pPr>
                <a:endParaRPr lang="nl-BE" altLang="x-none"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672" name="Oval 17">
                <a:extLst>
                  <a:ext uri="{FF2B5EF4-FFF2-40B4-BE49-F238E27FC236}">
                    <a16:creationId xmlns:a16="http://schemas.microsoft.com/office/drawing/2014/main" id="{30A5450B-0E71-BF26-6C27-D346088A2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4692" y="3351209"/>
                <a:ext cx="1214446" cy="121444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7673" name="Oval 18">
                <a:extLst>
                  <a:ext uri="{FF2B5EF4-FFF2-40B4-BE49-F238E27FC236}">
                    <a16:creationId xmlns:a16="http://schemas.microsoft.com/office/drawing/2014/main" id="{210C351B-2904-5CA9-D192-F8D326129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97898" y="3351209"/>
                <a:ext cx="1214446" cy="121444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cxnSp>
          <p:nvCxnSpPr>
            <p:cNvPr id="27663" name="Straight Arrow Connector 21">
              <a:extLst>
                <a:ext uri="{FF2B5EF4-FFF2-40B4-BE49-F238E27FC236}">
                  <a16:creationId xmlns:a16="http://schemas.microsoft.com/office/drawing/2014/main" id="{FB10FCCB-1385-E79D-FCFF-ABAB1E2A43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861981" y="3672680"/>
              <a:ext cx="1215240" cy="7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4" name="Straight Arrow Connector 27">
              <a:extLst>
                <a:ext uri="{FF2B5EF4-FFF2-40B4-BE49-F238E27FC236}">
                  <a16:creationId xmlns:a16="http://schemas.microsoft.com/office/drawing/2014/main" id="{E55AA73C-DD98-2E99-6424-BA7BEC827E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469204" y="4279903"/>
              <a:ext cx="2397107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5" name="Straight Connector 36">
              <a:extLst>
                <a:ext uri="{FF2B5EF4-FFF2-40B4-BE49-F238E27FC236}">
                  <a16:creationId xmlns:a16="http://schemas.microsoft.com/office/drawing/2014/main" id="{69161514-462D-F281-202F-0ECE29139B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69204" y="4279903"/>
              <a:ext cx="1285884" cy="15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6" name="Straight Connector 46">
              <a:extLst>
                <a:ext uri="{FF2B5EF4-FFF2-40B4-BE49-F238E27FC236}">
                  <a16:creationId xmlns:a16="http://schemas.microsoft.com/office/drawing/2014/main" id="{57393DD2-354E-AF78-5B2A-89EE8AAD9557}"/>
                </a:ext>
              </a:extLst>
            </p:cNvPr>
            <p:cNvCxnSpPr>
              <a:cxnSpLocks noChangeShapeType="1"/>
              <a:endCxn id="27673" idx="7"/>
            </p:cNvCxnSpPr>
            <p:nvPr/>
          </p:nvCxnSpPr>
          <p:spPr bwMode="auto">
            <a:xfrm rot="5400000" flipH="1" flipV="1">
              <a:off x="8755086" y="3814815"/>
              <a:ext cx="465094" cy="46508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7" name="TextBox 56">
              <a:extLst>
                <a:ext uri="{FF2B5EF4-FFF2-40B4-BE49-F238E27FC236}">
                  <a16:creationId xmlns:a16="http://schemas.microsoft.com/office/drawing/2014/main" id="{73FD0F08-14F7-7572-AFB3-550AFEFC2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3518" y="4279903"/>
              <a:ext cx="351378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R</a:t>
              </a:r>
            </a:p>
          </p:txBody>
        </p:sp>
        <p:sp>
          <p:nvSpPr>
            <p:cNvPr id="27668" name="TextBox 58">
              <a:extLst>
                <a:ext uri="{FF2B5EF4-FFF2-40B4-BE49-F238E27FC236}">
                  <a16:creationId xmlns:a16="http://schemas.microsoft.com/office/drawing/2014/main" id="{F875CCE9-A71B-436E-E7AD-B90D77C2C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5088" y="3779837"/>
              <a:ext cx="261610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r</a:t>
              </a:r>
            </a:p>
          </p:txBody>
        </p:sp>
        <p:sp>
          <p:nvSpPr>
            <p:cNvPr id="27669" name="TextBox 59">
              <a:extLst>
                <a:ext uri="{FF2B5EF4-FFF2-40B4-BE49-F238E27FC236}">
                  <a16:creationId xmlns:a16="http://schemas.microsoft.com/office/drawing/2014/main" id="{B4E06DB2-99CE-285C-D28C-D99471999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8030" y="4279903"/>
              <a:ext cx="351378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Y</a:t>
              </a:r>
            </a:p>
          </p:txBody>
        </p:sp>
        <p:sp>
          <p:nvSpPr>
            <p:cNvPr id="27670" name="TextBox 60">
              <a:extLst>
                <a:ext uri="{FF2B5EF4-FFF2-40B4-BE49-F238E27FC236}">
                  <a16:creationId xmlns:a16="http://schemas.microsoft.com/office/drawing/2014/main" id="{C9C7A23F-C47E-F0C2-1F18-BEACEF869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9204" y="3208333"/>
              <a:ext cx="325730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Z</a:t>
              </a:r>
            </a:p>
          </p:txBody>
        </p:sp>
      </p:grpSp>
      <p:pic>
        <p:nvPicPr>
          <p:cNvPr id="63" name="Picture 62" descr="torus_geom2.png">
            <a:extLst>
              <a:ext uri="{FF2B5EF4-FFF2-40B4-BE49-F238E27FC236}">
                <a16:creationId xmlns:a16="http://schemas.microsoft.com/office/drawing/2014/main" id="{BC8EC115-44D4-7A1C-A444-0E7500904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2708275"/>
            <a:ext cx="4140200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63" descr="torus_geom1.png">
            <a:extLst>
              <a:ext uri="{FF2B5EF4-FFF2-40B4-BE49-F238E27FC236}">
                <a16:creationId xmlns:a16="http://schemas.microsoft.com/office/drawing/2014/main" id="{EC799AC0-A66B-39C8-8B42-84736D013B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2708275"/>
            <a:ext cx="4140200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66256CE9-3E99-C6AD-47D1-E91A02A8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3D Figuren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7280C-B115-1FC8-2070-5A1D38C6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136650"/>
            <a:ext cx="4537075" cy="49879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Genereren van een Torus</a:t>
            </a:r>
          </a:p>
          <a:p>
            <a:pPr lvl="1"/>
            <a:r>
              <a:rPr lang="nl-BE" altLang="en-US"/>
              <a:t>n: Het aantal cirkels waarin de buis wordt onderverdeeld</a:t>
            </a:r>
          </a:p>
          <a:p>
            <a:pPr lvl="1"/>
            <a:r>
              <a:rPr lang="nl-BE" altLang="en-US"/>
              <a:t>m: Het aantal punten op elke cirkel</a:t>
            </a:r>
          </a:p>
          <a:p>
            <a:pPr lvl="1"/>
            <a:r>
              <a:rPr lang="nl-BE" altLang="en-US"/>
              <a:t>Punten: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 sz="200"/>
          </a:p>
          <a:p>
            <a:pPr lvl="2"/>
            <a:r>
              <a:rPr lang="nl-BE" altLang="en-US"/>
              <a:t> 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nl-BE" altLang="en-US"/>
              <a:t>  </a:t>
            </a:r>
          </a:p>
          <a:p>
            <a:pPr lvl="1">
              <a:buFont typeface="Times New Roman" panose="02020603050405020304" pitchFamily="18" charset="0"/>
              <a:buNone/>
            </a:pPr>
            <a:endParaRPr lang="nl-BE" altLang="en-US"/>
          </a:p>
          <a:p>
            <a:pPr lvl="1"/>
            <a:r>
              <a:rPr lang="nl-BE" altLang="en-US"/>
              <a:t>Oppervlakken: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 sz="100"/>
          </a:p>
          <a:p>
            <a:pPr lvl="2"/>
            <a:r>
              <a:rPr lang="nl-BE" alt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98A51-2599-E111-3E8D-645AE549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79C39ED8-7F99-41A1-4B6B-B026D92C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5B247280-1D3D-EF46-816A-4B4319DFB6F2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19" name="Picture 18" descr="torus_1.png">
            <a:extLst>
              <a:ext uri="{FF2B5EF4-FFF2-40B4-BE49-F238E27FC236}">
                <a16:creationId xmlns:a16="http://schemas.microsoft.com/office/drawing/2014/main" id="{1C8DB4A5-BEF8-1FD9-CF06-C514F3717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825" y="2636838"/>
            <a:ext cx="52578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 descr="torus_1.png">
            <a:extLst>
              <a:ext uri="{FF2B5EF4-FFF2-40B4-BE49-F238E27FC236}">
                <a16:creationId xmlns:a16="http://schemas.microsoft.com/office/drawing/2014/main" id="{A91FE5FE-7288-D714-E72E-C57DDC9E7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825" y="2636838"/>
            <a:ext cx="52578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torus_1.png">
            <a:extLst>
              <a:ext uri="{FF2B5EF4-FFF2-40B4-BE49-F238E27FC236}">
                <a16:creationId xmlns:a16="http://schemas.microsoft.com/office/drawing/2014/main" id="{E076BD37-AE42-A4F5-BD77-FDBBF1CB2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825" y="2636838"/>
            <a:ext cx="52578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6">
            <a:extLst>
              <a:ext uri="{FF2B5EF4-FFF2-40B4-BE49-F238E27FC236}">
                <a16:creationId xmlns:a16="http://schemas.microsoft.com/office/drawing/2014/main" id="{26418B33-3F6D-6A96-3FF8-EA8A056E62EC}"/>
              </a:ext>
            </a:extLst>
          </p:cNvPr>
          <p:cNvGrpSpPr>
            <a:grpSpLocks/>
          </p:cNvGrpSpPr>
          <p:nvPr/>
        </p:nvGrpSpPr>
        <p:grpSpPr bwMode="auto">
          <a:xfrm>
            <a:off x="7040563" y="4208463"/>
            <a:ext cx="2014537" cy="920750"/>
            <a:chOff x="7040576" y="4208465"/>
            <a:chExt cx="2014303" cy="921472"/>
          </a:xfrm>
        </p:grpSpPr>
        <p:sp>
          <p:nvSpPr>
            <p:cNvPr id="28695" name="TextBox 22">
              <a:extLst>
                <a:ext uri="{FF2B5EF4-FFF2-40B4-BE49-F238E27FC236}">
                  <a16:creationId xmlns:a16="http://schemas.microsoft.com/office/drawing/2014/main" id="{4C55CD61-5630-7F6E-A265-103DE7354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0576" y="4779969"/>
              <a:ext cx="462056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b="1"/>
                <a:t>p</a:t>
              </a:r>
              <a:r>
                <a:rPr lang="nl-BE" altLang="en-US" b="1" baseline="-25000"/>
                <a:t>i,j</a:t>
              </a:r>
            </a:p>
          </p:txBody>
        </p:sp>
        <p:sp>
          <p:nvSpPr>
            <p:cNvPr id="28696" name="TextBox 23">
              <a:extLst>
                <a:ext uri="{FF2B5EF4-FFF2-40B4-BE49-F238E27FC236}">
                  <a16:creationId xmlns:a16="http://schemas.microsoft.com/office/drawing/2014/main" id="{0A09C519-FF0F-0ACB-FE31-4785F408B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6460" y="4708531"/>
              <a:ext cx="65268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b="1"/>
                <a:t>p</a:t>
              </a:r>
              <a:r>
                <a:rPr lang="nl-BE" altLang="en-US" b="1" baseline="-25000"/>
                <a:t>i+1,j</a:t>
              </a:r>
            </a:p>
          </p:txBody>
        </p:sp>
        <p:sp>
          <p:nvSpPr>
            <p:cNvPr id="28697" name="TextBox 24">
              <a:extLst>
                <a:ext uri="{FF2B5EF4-FFF2-40B4-BE49-F238E27FC236}">
                  <a16:creationId xmlns:a16="http://schemas.microsoft.com/office/drawing/2014/main" id="{207267FA-E8A5-5A02-DDB0-837B98CE7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4890" y="4279903"/>
              <a:ext cx="652684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b="1"/>
                <a:t>p</a:t>
              </a:r>
              <a:r>
                <a:rPr lang="nl-BE" altLang="en-US" b="1" baseline="-25000"/>
                <a:t>i,j+1</a:t>
              </a:r>
            </a:p>
          </p:txBody>
        </p:sp>
        <p:sp>
          <p:nvSpPr>
            <p:cNvPr id="28698" name="TextBox 25">
              <a:extLst>
                <a:ext uri="{FF2B5EF4-FFF2-40B4-BE49-F238E27FC236}">
                  <a16:creationId xmlns:a16="http://schemas.microsoft.com/office/drawing/2014/main" id="{D78C2B0A-79B1-0451-3AB7-2FCA8DD8A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3584" y="4208465"/>
              <a:ext cx="871295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b="1"/>
                <a:t>p</a:t>
              </a:r>
              <a:r>
                <a:rPr lang="nl-BE" altLang="en-US" b="1" baseline="-25000"/>
                <a:t>i+1,j+1</a:t>
              </a:r>
            </a:p>
          </p:txBody>
        </p:sp>
      </p:grpSp>
      <p:sp>
        <p:nvSpPr>
          <p:cNvPr id="28681" name="Rectangle 2">
            <a:extLst>
              <a:ext uri="{FF2B5EF4-FFF2-40B4-BE49-F238E27FC236}">
                <a16:creationId xmlns:a16="http://schemas.microsoft.com/office/drawing/2014/main" id="{DB62F5E5-8AD4-8FA4-3E8B-509AA7030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3489" name="Picture 1">
            <a:extLst>
              <a:ext uri="{FF2B5EF4-FFF2-40B4-BE49-F238E27FC236}">
                <a16:creationId xmlns:a16="http://schemas.microsoft.com/office/drawing/2014/main" id="{60B030CC-5CBB-B77F-AE11-1F8B9B60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2994025"/>
            <a:ext cx="21431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3" name="Rectangle 3">
            <a:extLst>
              <a:ext uri="{FF2B5EF4-FFF2-40B4-BE49-F238E27FC236}">
                <a16:creationId xmlns:a16="http://schemas.microsoft.com/office/drawing/2014/main" id="{1ED413A7-842F-9335-6501-CB199D54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8684" name="Rectangle 5">
            <a:extLst>
              <a:ext uri="{FF2B5EF4-FFF2-40B4-BE49-F238E27FC236}">
                <a16:creationId xmlns:a16="http://schemas.microsoft.com/office/drawing/2014/main" id="{E109AF6D-6D8D-11BA-83E6-9439C20F0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3492" name="Picture 4">
            <a:extLst>
              <a:ext uri="{FF2B5EF4-FFF2-40B4-BE49-F238E27FC236}">
                <a16:creationId xmlns:a16="http://schemas.microsoft.com/office/drawing/2014/main" id="{E00E8979-C58B-34CD-43E1-8D342925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3351213"/>
            <a:ext cx="2533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6" name="Rectangle 6">
            <a:extLst>
              <a:ext uri="{FF2B5EF4-FFF2-40B4-BE49-F238E27FC236}">
                <a16:creationId xmlns:a16="http://schemas.microsoft.com/office/drawing/2014/main" id="{C4B4CF8A-D9A4-5544-1653-03CE8F05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53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8687" name="Rectangle 8">
            <a:extLst>
              <a:ext uri="{FF2B5EF4-FFF2-40B4-BE49-F238E27FC236}">
                <a16:creationId xmlns:a16="http://schemas.microsoft.com/office/drawing/2014/main" id="{AB743057-9F22-9809-288A-D09FFDEC2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3495" name="Picture 7">
            <a:extLst>
              <a:ext uri="{FF2B5EF4-FFF2-40B4-BE49-F238E27FC236}">
                <a16:creationId xmlns:a16="http://schemas.microsoft.com/office/drawing/2014/main" id="{29233B3A-340E-BCEC-A16A-35E4EE9BA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3779838"/>
            <a:ext cx="183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9" name="Rectangle 9">
            <a:extLst>
              <a:ext uri="{FF2B5EF4-FFF2-40B4-BE49-F238E27FC236}">
                <a16:creationId xmlns:a16="http://schemas.microsoft.com/office/drawing/2014/main" id="{6A44DF15-89BF-8931-DE01-87131DAAA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10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8690" name="Rectangle 11">
            <a:extLst>
              <a:ext uri="{FF2B5EF4-FFF2-40B4-BE49-F238E27FC236}">
                <a16:creationId xmlns:a16="http://schemas.microsoft.com/office/drawing/2014/main" id="{AA95394B-A224-1FAD-E2EE-06ADD7F49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E5B1E4B5-36A7-0481-43E7-5A070BF5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5494338"/>
            <a:ext cx="21431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2" name="Rectangle 13">
            <a:extLst>
              <a:ext uri="{FF2B5EF4-FFF2-40B4-BE49-F238E27FC236}">
                <a16:creationId xmlns:a16="http://schemas.microsoft.com/office/drawing/2014/main" id="{336320FE-3D4A-C60C-BF8D-1936568AF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3500" name="Picture 12">
            <a:extLst>
              <a:ext uri="{FF2B5EF4-FFF2-40B4-BE49-F238E27FC236}">
                <a16:creationId xmlns:a16="http://schemas.microsoft.com/office/drawing/2014/main" id="{44222CF4-4FE6-109B-E044-2BD7819AD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5922963"/>
            <a:ext cx="58864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4" name="Rectangle 14">
            <a:extLst>
              <a:ext uri="{FF2B5EF4-FFF2-40B4-BE49-F238E27FC236}">
                <a16:creationId xmlns:a16="http://schemas.microsoft.com/office/drawing/2014/main" id="{2CD7254C-51F6-9F7B-4031-FB907E49B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53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EFEF636F-80BA-9FFF-BE62-4256A613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3D Figuren</a:t>
            </a:r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48B3746D-A266-2968-4C33-F2BAB4E63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Tips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  <a:p>
            <a:pPr lvl="1"/>
            <a:r>
              <a:rPr lang="nl-BE" altLang="en-US"/>
              <a:t>Zorg ervoor dat de punten van een vlak steeds in </a:t>
            </a:r>
            <a:r>
              <a:rPr lang="nl-BE" altLang="en-US" b="1"/>
              <a:t>tegenwijzerzin</a:t>
            </a:r>
            <a:r>
              <a:rPr lang="nl-BE" altLang="en-US"/>
              <a:t> worden opgegeven!! 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De gegenereerde 3D figuren moeten, net zoals lijntekeningen, correct kunnen worden getransformeerd. Controleer dat je engine de transformaties correct toepast.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E2BFD-0E8A-556B-E13F-D3F35FC0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 </a:t>
            </a:r>
            <a:r>
              <a:rPr lang="en-GB" err="1"/>
              <a:t>Figuren</a:t>
            </a:r>
            <a:endParaRPr lang="en-GB"/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F7EA1E53-99EA-1BDD-6C94-EC8287FF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16BCB16-9C4D-644B-94E2-83DF08EBD8F2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eeSans"/>
        <a:ea typeface="WenQuanYi Zen Hei"/>
        <a:cs typeface="WenQuanYi Zen Hei"/>
      </a:majorFont>
      <a:minorFont>
        <a:latin typeface="FreeSans"/>
        <a:ea typeface="WenQuanYi Zen Hei"/>
        <a:cs typeface="WenQuanYi Zen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"/>
        <a:cs typeface="DejaVu Sans"/>
      </a:majorFont>
      <a:minorFont>
        <a:latin typeface="Verdana"/>
        <a:ea typeface="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3555</TotalTime>
  <Words>755</Words>
  <Application>Microsoft Macintosh PowerPoint</Application>
  <PresentationFormat>Custom</PresentationFormat>
  <Paragraphs>219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ＭＳ Ｐゴシック</vt:lpstr>
      <vt:lpstr>WenQuanYi Zen Hei</vt:lpstr>
      <vt:lpstr>FreeSans</vt:lpstr>
      <vt:lpstr>Times New Roman</vt:lpstr>
      <vt:lpstr>Verdana</vt:lpstr>
      <vt:lpstr>DejaVu Sans</vt:lpstr>
      <vt:lpstr>Wingdings</vt:lpstr>
      <vt:lpstr>Courier New</vt:lpstr>
      <vt:lpstr>Office Theme</vt:lpstr>
      <vt:lpstr>1_Office Theme</vt:lpstr>
      <vt:lpstr>Opdracht 3D Figuren</vt:lpstr>
      <vt:lpstr>3D Figuren</vt:lpstr>
      <vt:lpstr>Datastructuur</vt:lpstr>
      <vt:lpstr>Genereren van 3D Figuren</vt:lpstr>
      <vt:lpstr>Genereren van 3D Figuren</vt:lpstr>
      <vt:lpstr>Genereren van 3D Figuren</vt:lpstr>
      <vt:lpstr>Genereren van 3D Figuren</vt:lpstr>
      <vt:lpstr>Genereren van 3D Figuren</vt:lpstr>
      <vt:lpstr>Genereren van 3D Figuren</vt:lpstr>
      <vt:lpstr>Genereren van 3D Figuren</vt:lpstr>
      <vt:lpstr>Genereren van 3D Figuren</vt:lpstr>
      <vt:lpstr>Genereren van 3D Figuren</vt:lpstr>
      <vt:lpstr>3D Figuren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/>
  <cp:lastModifiedBy>Tim Apers</cp:lastModifiedBy>
  <cp:revision>236</cp:revision>
  <cp:lastPrinted>1601-01-01T00:00:00Z</cp:lastPrinted>
  <dcterms:created xsi:type="dcterms:W3CDTF">2011-10-06T12:04:05Z</dcterms:created>
  <dcterms:modified xsi:type="dcterms:W3CDTF">2026-03-17T10:08:06Z</dcterms:modified>
</cp:coreProperties>
</file>