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>
  <p:sldMasterIdLst>
    <p:sldMasterId id="2147483648" r:id="rId1"/>
    <p:sldMasterId id="2147483649" r:id="rId2"/>
  </p:sldMasterIdLst>
  <p:notesMasterIdLst>
    <p:notesMasterId r:id="rId11"/>
  </p:notesMasterIdLst>
  <p:handoutMasterIdLst>
    <p:handoutMasterId r:id="rId12"/>
  </p:handoutMasterIdLst>
  <p:sldIdLst>
    <p:sldId id="256" r:id="rId3"/>
    <p:sldId id="258" r:id="rId4"/>
    <p:sldId id="260" r:id="rId5"/>
    <p:sldId id="259" r:id="rId6"/>
    <p:sldId id="261" r:id="rId7"/>
    <p:sldId id="262" r:id="rId8"/>
    <p:sldId id="263" r:id="rId9"/>
    <p:sldId id="265" r:id="rId10"/>
  </p:sldIdLst>
  <p:sldSz cx="10080625" cy="7559675"/>
  <p:notesSz cx="7772400" cy="100584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89"/>
  </p:normalViewPr>
  <p:slideViewPr>
    <p:cSldViewPr>
      <p:cViewPr varScale="1">
        <p:scale>
          <a:sx n="109" d="100"/>
          <a:sy n="109" d="100"/>
        </p:scale>
        <p:origin x="1424" y="18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23F4C0-B72A-9F04-DA65-A9667E9090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 smtClean="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0B01CF-2E02-D067-759C-906E099796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930DDA11-9820-0949-87C2-E0AADB289682}" type="datetimeFigureOut">
              <a:rPr lang="en-US"/>
              <a:pPr>
                <a:defRPr/>
              </a:pPr>
              <a:t>3/20/26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E205FB-977C-E7B6-ACF6-05733FC51F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 smtClean="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DBCFE7-7482-8C82-0F13-5E93A536982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1111A548-0C53-D54A-B377-6D3BC96EDF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1">
            <a:extLst>
              <a:ext uri="{FF2B5EF4-FFF2-40B4-BE49-F238E27FC236}">
                <a16:creationId xmlns:a16="http://schemas.microsoft.com/office/drawing/2014/main" id="{EA97664A-A184-0BD5-C966-B316EBAC0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9220BA52-9F4B-F759-3E7B-E17FE3C2D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33686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14340" name="Text Box 3">
            <a:extLst>
              <a:ext uri="{FF2B5EF4-FFF2-40B4-BE49-F238E27FC236}">
                <a16:creationId xmlns:a16="http://schemas.microsoft.com/office/drawing/2014/main" id="{B8E5C068-5DA8-DA17-F744-5EFF2F16E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0"/>
            <a:ext cx="33686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13424CA8-FC97-1A94-94B5-1FAFF171BF3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95400" y="754063"/>
            <a:ext cx="5180013" cy="377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901C777D-1025-19B0-C048-2DF9891AFCC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1036638" y="4776788"/>
            <a:ext cx="5697537" cy="4524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nl-BE" noProof="0"/>
          </a:p>
        </p:txBody>
      </p:sp>
      <p:sp>
        <p:nvSpPr>
          <p:cNvPr id="14343" name="Text Box 6">
            <a:extLst>
              <a:ext uri="{FF2B5EF4-FFF2-40B4-BE49-F238E27FC236}">
                <a16:creationId xmlns:a16="http://schemas.microsoft.com/office/drawing/2014/main" id="{10C2E045-BA9C-9825-A181-3C5722320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555163"/>
            <a:ext cx="33686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86F9A367-09A5-1E10-6EB3-8595D9AFE01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403725" y="9555163"/>
            <a:ext cx="3367088" cy="5016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fld id="{ACB389AC-A4EE-794A-AA91-71ACD7C327D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ＭＳ Ｐゴシック" charset="0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97FA146C-CB32-3B44-03C1-64413E1C7D6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itchFamily="2" charset="2"/>
              <a:buNone/>
            </a:pPr>
            <a:fld id="{CE676CB1-94A3-F242-87A2-B0EF3FB2A809}" type="slidenum">
              <a:rPr lang="en-US" altLang="en-US"/>
              <a:pPr>
                <a:spcBef>
                  <a:spcPct val="0"/>
                </a:spcBef>
                <a:buSzPct val="45000"/>
                <a:buFont typeface="Wingdings" pitchFamily="2" charset="2"/>
                <a:buNone/>
              </a:pPr>
              <a:t>1</a:t>
            </a:fld>
            <a:endParaRPr lang="en-US" altLang="en-US"/>
          </a:p>
        </p:txBody>
      </p:sp>
      <p:sp>
        <p:nvSpPr>
          <p:cNvPr id="16387" name="Text Box 1">
            <a:extLst>
              <a:ext uri="{FF2B5EF4-FFF2-40B4-BE49-F238E27FC236}">
                <a16:creationId xmlns:a16="http://schemas.microsoft.com/office/drawing/2014/main" id="{538E22EA-F3AB-FDFC-95D2-6FDB0D4F7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86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spcBef>
                <a:spcPct val="0"/>
              </a:spcBef>
              <a:buSzPct val="45000"/>
              <a:buFont typeface="Wingdings" pitchFamily="2" charset="2"/>
              <a:buNone/>
            </a:pPr>
            <a:fld id="{26E229BC-7E08-7045-897E-44F4BE282798}" type="slidenum">
              <a:rPr lang="en-US" altLang="en-US">
                <a:latin typeface="Arial" panose="020B0604020202020204" pitchFamily="34" charset="0"/>
              </a:rPr>
              <a:pPr algn="r" eaLnBrk="1">
                <a:spcBef>
                  <a:spcPct val="0"/>
                </a:spcBef>
                <a:buSzPct val="45000"/>
                <a:buFont typeface="Wingdings" pitchFamily="2" charset="2"/>
                <a:buNone/>
              </a:pPr>
              <a:t>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DF8E9D55-BAAC-8752-F3A2-25BEF654AE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54063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9C837F5E-1EDA-B676-92D9-20475A6892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36638" y="4776788"/>
            <a:ext cx="5699125" cy="45275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nl-BE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3DE9EC5-8529-2CDC-334B-5CFA0425CF56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250F351-C360-67F5-A68B-606AEEF5B5A7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lijnen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BB4D31-EED1-4298-11FA-5C549938F610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558B46-59C8-1E4F-8227-91A2A94E17C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43076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BE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810FA0-9FC5-33CB-E3FB-438688E89941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DB2D12-BE0D-8602-ABEB-05C03019147F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xfrm>
            <a:off x="4319588" y="7199313"/>
            <a:ext cx="5221287" cy="35877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nl-BE"/>
              <a:t>Practicum Computer Graphics: Z-Buffering met lijnen</a:t>
            </a:r>
            <a:endParaRPr lang="en-GB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461718C-C479-5C43-2672-D2E29067CC3E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B5B4518-5C0D-414F-A4FC-81A8A59A5A8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33073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BD042F2-4EED-B8A1-1F8B-3801248A8C02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CC06FFA-0A53-0BAF-8115-734DAAFD6572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lijnen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702CB7-A49C-81AF-2297-E11D639C5DD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2E91BF-23A7-6F48-83A5-ABEA14659AA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828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260475"/>
            <a:ext cx="4440237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5875" y="1260475"/>
            <a:ext cx="4441825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222109-E3BF-0FE4-1797-6653153F04AB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269B44-E3BC-927B-AC4A-AA97279E6031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lijnen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554977-948D-1F27-C743-91A48B15AD3A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F6BD96-0D63-5246-BB02-9DB6D555914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9899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DCD8A6-1731-1092-C7C4-48A6860D6FD2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B7E0F7C-AB8A-272B-3F00-525860E10A11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lijnen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5758B5F-2E33-C509-EAA9-680D0D4E56B5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51AB26-6C62-9B40-905A-9B3E6B980DE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85141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EEA3F36-9194-0722-D951-C24A67C3DA67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731BDE8-9638-480D-5153-498810762B74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lijnen</a:t>
            </a: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87F83C5-8594-4CF2-08EB-9C44B8B7CE69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551DD3-0985-5E40-86E1-D2AE32731AD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6724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77ACADB-C3FD-E848-F6FF-0D38B76B11CC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7325767-9C06-DE34-7336-8A1114BB41E4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lijnen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3E64998-3EC1-00F9-A226-BDBC7D83F864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F00A50-3362-9444-BBDE-A3D3814B1B1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23364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3E281A-9082-6EB0-B979-FF996974C7A4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5760D7-85C5-9FD2-06C9-58FCD01ADE0B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lijnen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422A28-CCAC-29CF-8C69-D890E87C389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04D256-7375-E444-8DF7-4C7AA68EE1C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1125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B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8890D5-4308-73B1-5C4C-ADE00A898AB7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7082C3-FA06-EC8A-7E9B-6DB1C66D40AE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lijnen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FA22E7-74D2-1260-0A54-4693BF06DF19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C8215A-741D-0543-AA58-ACFC0304CBB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65201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D121C5-4067-EA9D-6A0D-C4D04CA9E397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D068E08-7ED8-0128-2F18-4CAE80748861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lijnen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18D399-D727-7EBB-40D2-A3A3D3CC1FAE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09072E-44F1-5B4B-9865-021585A4CE9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3594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80275" y="179388"/>
            <a:ext cx="2259013" cy="6069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179388"/>
            <a:ext cx="6624637" cy="6069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6D53886-0E04-D2D0-69FD-DD0914420F87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7C2D11-F57D-5C53-DB8B-9675A4DC1ED7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Practicum Computer Graphics: Z-Buffering met lijnen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6DCFA9D-05B9-382B-9806-35B293151FE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7F78D6-23F8-7044-AFCE-81D2C4AD891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4247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55935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79994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043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181100"/>
            <a:ext cx="4260850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1750" y="1181100"/>
            <a:ext cx="4262438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8691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385675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941866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1301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97906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B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67489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330068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13600" y="76200"/>
            <a:ext cx="2170113" cy="60928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76200"/>
            <a:ext cx="6362700" cy="60928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311079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175" y="76200"/>
            <a:ext cx="7729538" cy="1174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32917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587C7A08-7589-2979-BF3A-E45033CF5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40538"/>
            <a:ext cx="100806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027" name="Rectangle 2">
            <a:extLst>
              <a:ext uri="{FF2B5EF4-FFF2-40B4-BE49-F238E27FC236}">
                <a16:creationId xmlns:a16="http://schemas.microsoft.com/office/drawing/2014/main" id="{557539B5-F0BA-BA48-2A3D-A38FF33C22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179388"/>
            <a:ext cx="8278813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24D72287-254B-3126-8163-EB524BBD4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260475"/>
            <a:ext cx="9034462" cy="498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57456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78DB63B0-1D54-C704-6F36-B3A55F52D3A0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2332038" y="7380288"/>
            <a:ext cx="2346325" cy="5191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0">
              <a:lnSpc>
                <a:spcPct val="10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+mn-lt"/>
                <a:ea typeface="+mn-ea"/>
                <a:cs typeface="DejaVu Sans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E4E81B7-E8FA-294F-FBDB-DE3D685BF011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4319588" y="7199313"/>
            <a:ext cx="4992687" cy="358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eaLnBrk="1" hangingPunct="0">
              <a:lnSpc>
                <a:spcPct val="108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  <a:defRPr sz="1400" i="1">
                <a:solidFill>
                  <a:srgbClr val="FFFFFF"/>
                </a:solidFill>
                <a:latin typeface="+mn-lt"/>
                <a:ea typeface="+mn-ea"/>
                <a:cs typeface="DejaVu Sans" charset="0"/>
              </a:defRPr>
            </a:lvl1pPr>
          </a:lstStyle>
          <a:p>
            <a:pPr>
              <a:defRPr/>
            </a:pPr>
            <a:r>
              <a:rPr lang="nl-BE"/>
              <a:t>Practicum Computer Graphics: Z-Buffering met lijnen</a:t>
            </a:r>
            <a:endParaRPr lang="en-GB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EAFDADB-9734-152B-8675-5995D5E135A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9720263" y="7199313"/>
            <a:ext cx="1068387" cy="3587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10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 sz="1400">
                <a:solidFill>
                  <a:srgbClr val="FFFFFF"/>
                </a:solidFill>
                <a:latin typeface="FreeSans" pitchFamily="32" charset="0"/>
              </a:defRPr>
            </a:lvl1pPr>
          </a:lstStyle>
          <a:p>
            <a:fld id="{2165F581-BA1D-4749-BE4F-1FD01075C434}" type="slidenum">
              <a:rPr lang="en-GB" altLang="en-US"/>
              <a:pPr/>
              <a:t>‹#›</a:t>
            </a:fld>
            <a:endParaRPr lang="en-GB" altLang="en-US"/>
          </a:p>
        </p:txBody>
      </p:sp>
      <p:pic>
        <p:nvPicPr>
          <p:cNvPr id="1032" name="Picture 7">
            <a:extLst>
              <a:ext uri="{FF2B5EF4-FFF2-40B4-BE49-F238E27FC236}">
                <a16:creationId xmlns:a16="http://schemas.microsoft.com/office/drawing/2014/main" id="{7F940396-D211-80DB-06DC-F65B20400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9217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033" name="Picture 8">
            <a:extLst>
              <a:ext uri="{FF2B5EF4-FFF2-40B4-BE49-F238E27FC236}">
                <a16:creationId xmlns:a16="http://schemas.microsoft.com/office/drawing/2014/main" id="{2F88E04E-C051-5CAA-659E-65C5E2CB3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2300" y="4843463"/>
            <a:ext cx="1322388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30" r:id="rId1"/>
    <p:sldLayoutId id="2147484152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</p:sldLayoutIdLst>
  <p:hf hdr="0" dt="0"/>
  <p:txStyles>
    <p:titleStyle>
      <a:lvl1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+mj-lt"/>
          <a:ea typeface="ＭＳ Ｐゴシック" charset="0"/>
          <a:cs typeface="+mj-cs"/>
        </a:defRPr>
      </a:lvl1pPr>
      <a:lvl2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2pPr>
      <a:lvl3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3pPr>
      <a:lvl4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4pPr>
      <a:lvl5pPr algn="l" defTabSz="449263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charset="0"/>
          <a:cs typeface="WenQuanYi Zen Hei" charset="0"/>
        </a:defRPr>
      </a:lvl5pPr>
      <a:lvl6pPr marL="25146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6pPr>
      <a:lvl7pPr marL="29718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7pPr>
      <a:lvl8pPr marL="34290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8pPr>
      <a:lvl9pPr marL="3886200" indent="-228600" algn="l" defTabSz="449263" rtl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3D64"/>
          </a:solidFill>
          <a:latin typeface="FreeSans" pitchFamily="32" charset="0"/>
          <a:ea typeface="WenQuanYi Zen Hei" charset="0"/>
          <a:cs typeface="WenQuanYi Zen Hei" charset="0"/>
        </a:defRPr>
      </a:lvl9pPr>
    </p:titleStyle>
    <p:bodyStyle>
      <a:lvl1pPr marL="342900" indent="-342900" algn="l" defTabSz="449263" rtl="0" eaLnBrk="0" fontAlgn="base" hangingPunct="0">
        <a:lnSpc>
          <a:spcPct val="81000"/>
        </a:lnSpc>
        <a:spcBef>
          <a:spcPct val="0"/>
        </a:spcBef>
        <a:spcAft>
          <a:spcPts val="1413"/>
        </a:spcAft>
        <a:buClr>
          <a:srgbClr val="053A60"/>
        </a:buClr>
        <a:buSzPct val="100000"/>
        <a:buFont typeface="Arial" panose="020B0604020202020204" pitchFamily="34" charset="0"/>
        <a:buChar char="•"/>
        <a:defRPr sz="2400" b="1">
          <a:solidFill>
            <a:srgbClr val="003D64"/>
          </a:solidFill>
          <a:latin typeface="+mn-lt"/>
          <a:ea typeface="ＭＳ Ｐゴシック" charset="0"/>
          <a:cs typeface="+mn-cs"/>
        </a:defRPr>
      </a:lvl1pPr>
      <a:lvl2pPr marL="742950" indent="-285750" algn="l" defTabSz="449263" rtl="0" eaLnBrk="0" fontAlgn="base" hangingPunct="0">
        <a:lnSpc>
          <a:spcPct val="81000"/>
        </a:lnSpc>
        <a:spcBef>
          <a:spcPct val="0"/>
        </a:spcBef>
        <a:spcAft>
          <a:spcPts val="1138"/>
        </a:spcAft>
        <a:buClr>
          <a:srgbClr val="053A60"/>
        </a:buClr>
        <a:buSzPct val="100000"/>
        <a:buFont typeface="Times New Roman" panose="02020603050405020304" pitchFamily="18" charset="0"/>
        <a:buChar char="–"/>
        <a:defRPr sz="2200">
          <a:solidFill>
            <a:srgbClr val="003D64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81000"/>
        </a:lnSpc>
        <a:spcBef>
          <a:spcPct val="0"/>
        </a:spcBef>
        <a:spcAft>
          <a:spcPts val="850"/>
        </a:spcAft>
        <a:buClr>
          <a:srgbClr val="053A60"/>
        </a:buClr>
        <a:buSzPct val="100000"/>
        <a:buFont typeface="Times New Roman" panose="02020603050405020304" pitchFamily="18" charset="0"/>
        <a:buChar char="•"/>
        <a:defRPr sz="2000">
          <a:solidFill>
            <a:srgbClr val="003D64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81000"/>
        </a:lnSpc>
        <a:spcBef>
          <a:spcPct val="0"/>
        </a:spcBef>
        <a:spcAft>
          <a:spcPts val="575"/>
        </a:spcAft>
        <a:buClr>
          <a:srgbClr val="053A60"/>
        </a:buClr>
        <a:buSzPct val="100000"/>
        <a:buFont typeface="Times New Roman" panose="02020603050405020304" pitchFamily="18" charset="0"/>
        <a:buChar char="–"/>
        <a:defRPr sz="2000">
          <a:solidFill>
            <a:srgbClr val="003D64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53A60"/>
        </a:buClr>
        <a:buSzPct val="100000"/>
        <a:buFont typeface="Times New Roman" panose="02020603050405020304" pitchFamily="18" charset="0"/>
        <a:buChar char="»"/>
        <a:defRPr sz="2000">
          <a:solidFill>
            <a:srgbClr val="003D64"/>
          </a:solidFill>
          <a:latin typeface="+mn-lt"/>
          <a:ea typeface="+mn-ea"/>
          <a:cs typeface="+mn-cs"/>
        </a:defRPr>
      </a:lvl5pPr>
      <a:lvl6pPr marL="25146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6pPr>
      <a:lvl7pPr marL="29718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7pPr>
      <a:lvl8pPr marL="34290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8pPr>
      <a:lvl9pPr marL="3886200" indent="-228600" algn="l" defTabSz="449263" rtl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4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">
            <a:extLst>
              <a:ext uri="{FF2B5EF4-FFF2-40B4-BE49-F238E27FC236}">
                <a16:creationId xmlns:a16="http://schemas.microsoft.com/office/drawing/2014/main" id="{D2549CF1-0408-F595-0879-27244565E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6929438"/>
            <a:ext cx="91662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3315" name="Rectangle 2">
            <a:extLst>
              <a:ext uri="{FF2B5EF4-FFF2-40B4-BE49-F238E27FC236}">
                <a16:creationId xmlns:a16="http://schemas.microsoft.com/office/drawing/2014/main" id="{95840D46-F66E-9C3D-3232-276EBC8836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54175" y="76200"/>
            <a:ext cx="7729538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8CE424C0-982A-FFB2-9048-F66144D17E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8500" y="1181100"/>
            <a:ext cx="8675688" cy="498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0" r:id="rId1"/>
    <p:sldLayoutId id="2147484141" r:id="rId2"/>
    <p:sldLayoutId id="2147484142" r:id="rId3"/>
    <p:sldLayoutId id="2147484143" r:id="rId4"/>
    <p:sldLayoutId id="2147484144" r:id="rId5"/>
    <p:sldLayoutId id="2147484145" r:id="rId6"/>
    <p:sldLayoutId id="2147484146" r:id="rId7"/>
    <p:sldLayoutId id="2147484147" r:id="rId8"/>
    <p:sldLayoutId id="2147484148" r:id="rId9"/>
    <p:sldLayoutId id="2147484149" r:id="rId10"/>
    <p:sldLayoutId id="2147484150" r:id="rId11"/>
    <p:sldLayoutId id="2147484151" r:id="rId12"/>
  </p:sldLayoutIdLst>
  <p:hf hdr="0" dt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+mj-lt"/>
          <a:ea typeface="ＭＳ Ｐゴシック" charset="0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itchFamily="32" charset="0"/>
          <a:ea typeface="ＭＳ Ｐゴシック" charset="0"/>
          <a:cs typeface="DejaVu Sans" charset="0"/>
        </a:defRPr>
      </a:lvl5pPr>
      <a:lvl6pPr marL="25146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6pPr>
      <a:lvl7pPr marL="29718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7pPr>
      <a:lvl8pPr marL="34290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8pPr>
      <a:lvl9pPr marL="3886200" indent="-228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300">
          <a:solidFill>
            <a:srgbClr val="003D62"/>
          </a:solidFill>
          <a:latin typeface="Verdana" pitchFamily="32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spcBef>
          <a:spcPts val="68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800">
          <a:solidFill>
            <a:srgbClr val="003D62"/>
          </a:solidFill>
          <a:latin typeface="+mn-lt"/>
          <a:ea typeface="ＭＳ Ｐゴシック" charset="0"/>
          <a:cs typeface="+mn-cs"/>
        </a:defRPr>
      </a:lvl1pPr>
      <a:lvl2pPr marL="742950" indent="-285750" algn="l" defTabSz="449263" rtl="0" eaLnBrk="0" fontAlgn="base" hangingPunct="0">
        <a:spcBef>
          <a:spcPts val="613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400">
          <a:solidFill>
            <a:srgbClr val="003D62"/>
          </a:solidFill>
          <a:latin typeface="+mn-lt"/>
          <a:ea typeface="DejaVu Sans" charset="0"/>
          <a:cs typeface="+mn-cs"/>
        </a:defRPr>
      </a:lvl2pPr>
      <a:lvl3pPr marL="1143000" indent="-228600" algn="l" defTabSz="449263" rtl="0" eaLnBrk="0" fontAlgn="base" hangingPunct="0">
        <a:spcBef>
          <a:spcPts val="663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700">
          <a:solidFill>
            <a:srgbClr val="003D62"/>
          </a:solidFill>
          <a:latin typeface="+mn-lt"/>
          <a:ea typeface="DejaVu Sans" charset="0"/>
          <a:cs typeface="+mn-cs"/>
        </a:defRPr>
      </a:lvl3pPr>
      <a:lvl4pPr marL="1600200" indent="-228600" algn="l" defTabSz="449263" rtl="0" eaLnBrk="0" fontAlgn="base" hangingPunct="0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003D62"/>
          </a:solidFill>
          <a:latin typeface="+mn-lt"/>
          <a:ea typeface="DejaVu Sans" charset="0"/>
          <a:cs typeface="+mn-cs"/>
        </a:defRPr>
      </a:lvl4pPr>
      <a:lvl5pPr marL="2057400" indent="-228600" algn="l" defTabSz="449263" rtl="0" eaLnBrk="0" fontAlgn="base" hangingPunct="0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3D62"/>
          </a:solidFill>
          <a:latin typeface="+mn-lt"/>
          <a:ea typeface="DejaVu Sans" charset="0"/>
          <a:cs typeface="+mn-cs"/>
        </a:defRPr>
      </a:lvl5pPr>
      <a:lvl6pPr marL="25146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6pPr>
      <a:lvl7pPr marL="29718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7pPr>
      <a:lvl8pPr marL="34290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8pPr>
      <a:lvl9pPr marL="3886200" indent="-228600" algn="l" defTabSz="449263" rtl="0" fontAlgn="base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3D62"/>
          </a:solidFill>
          <a:latin typeface="+mn-lt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>
            <a:extLst>
              <a:ext uri="{FF2B5EF4-FFF2-40B4-BE49-F238E27FC236}">
                <a16:creationId xmlns:a16="http://schemas.microsoft.com/office/drawing/2014/main" id="{1B0A79F0-B3E1-1246-4CFD-29CD7150D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2625" y="1422400"/>
            <a:ext cx="8677275" cy="500063"/>
          </a:xfrm>
        </p:spPr>
        <p:txBody>
          <a:bodyPr anchor="b"/>
          <a:lstStyle/>
          <a:p>
            <a:pPr eaLnBrk="1" hangingPunct="1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3600" b="1">
                <a:ea typeface="ＭＳ Ｐゴシック" panose="020B0600070205080204" pitchFamily="34" charset="-128"/>
              </a:rPr>
              <a:t>Opdracht Z-buffering met lijnen</a:t>
            </a:r>
          </a:p>
        </p:txBody>
      </p:sp>
      <p:sp>
        <p:nvSpPr>
          <p:cNvPr id="15362" name="Text Box 2">
            <a:extLst>
              <a:ext uri="{FF2B5EF4-FFF2-40B4-BE49-F238E27FC236}">
                <a16:creationId xmlns:a16="http://schemas.microsoft.com/office/drawing/2014/main" id="{53E56817-55E2-B027-457E-0EA17E50B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1922463"/>
            <a:ext cx="86772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ts val="68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3D62"/>
                </a:solidFill>
                <a:latin typeface="Verdana" panose="020B0604030504040204" pitchFamily="34" charset="0"/>
                <a:ea typeface="ＭＳ Ｐゴシック" panose="020B0600070205080204" pitchFamily="34" charset="-128"/>
                <a:cs typeface="DejaVu Sans" charset="0"/>
              </a:defRPr>
            </a:lvl1pPr>
            <a:lvl2pPr>
              <a:spcBef>
                <a:spcPts val="61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2pPr>
            <a:lvl3pPr>
              <a:spcBef>
                <a:spcPts val="663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7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3pPr>
            <a:lvl4pPr>
              <a:spcBef>
                <a:spcPts val="4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4pPr>
            <a:lvl5pPr>
              <a:spcBef>
                <a:spcPts val="438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5pPr>
            <a:lvl6pPr marL="25146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6pPr>
            <a:lvl7pPr marL="29718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7pPr>
            <a:lvl8pPr marL="34290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8pPr>
            <a:lvl9pPr marL="3886200" indent="-228600" defTabSz="449263" eaLnBrk="0" fontAlgn="base" hangingPunct="0">
              <a:spcBef>
                <a:spcPts val="4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3D62"/>
                </a:solidFill>
                <a:latin typeface="Verdana" panose="020B0604030504040204" pitchFamily="34" charset="0"/>
                <a:ea typeface="DejaVu Sans" charset="0"/>
                <a:cs typeface="DejaVu Sans" charset="0"/>
              </a:defRPr>
            </a:lvl9pPr>
          </a:lstStyle>
          <a:p>
            <a:pPr eaLnBrk="1" hangingPunct="1">
              <a:spcBef>
                <a:spcPts val="500"/>
              </a:spcBef>
              <a:buClrTx/>
              <a:buFontTx/>
              <a:buNone/>
            </a:pPr>
            <a:r>
              <a:rPr lang="en-GB" altLang="en-US" sz="2000" dirty="0">
                <a:solidFill>
                  <a:srgbClr val="7E002F"/>
                </a:solidFill>
              </a:rPr>
              <a:t>Tim Apers</a:t>
            </a:r>
          </a:p>
        </p:txBody>
      </p:sp>
      <p:pic>
        <p:nvPicPr>
          <p:cNvPr id="15363" name="Picture 5">
            <a:extLst>
              <a:ext uri="{FF2B5EF4-FFF2-40B4-BE49-F238E27FC236}">
                <a16:creationId xmlns:a16="http://schemas.microsoft.com/office/drawing/2014/main" id="{A1746F1D-C6B3-F502-B1A0-CB26C5535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" y="136525"/>
            <a:ext cx="1338263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5364" name="Picture 5" descr="4_zbuffered_wireframe.bmp">
            <a:extLst>
              <a:ext uri="{FF2B5EF4-FFF2-40B4-BE49-F238E27FC236}">
                <a16:creationId xmlns:a16="http://schemas.microsoft.com/office/drawing/2014/main" id="{A3A616A2-3689-EA93-B015-501EBE0E5E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0" y="2636838"/>
            <a:ext cx="3546475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0">
            <a:extLst>
              <a:ext uri="{FF2B5EF4-FFF2-40B4-BE49-F238E27FC236}">
                <a16:creationId xmlns:a16="http://schemas.microsoft.com/office/drawing/2014/main" id="{CEAB31B7-82A3-AF19-ED19-475CD663C870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922838"/>
            <a:ext cx="1981200" cy="2325687"/>
            <a:chOff x="611156" y="4922845"/>
            <a:chExt cx="1981200" cy="2325701"/>
          </a:xfrm>
        </p:grpSpPr>
        <p:sp>
          <p:nvSpPr>
            <p:cNvPr id="17573" name="TextBox 267">
              <a:extLst>
                <a:ext uri="{FF2B5EF4-FFF2-40B4-BE49-F238E27FC236}">
                  <a16:creationId xmlns:a16="http://schemas.microsoft.com/office/drawing/2014/main" id="{23979B86-F920-AF6A-AB82-9AC0821A2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8346" y="6923109"/>
              <a:ext cx="1049338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600">
                  <a:solidFill>
                    <a:srgbClr val="005032"/>
                  </a:solidFill>
                  <a:latin typeface="Courier New" panose="02070309020205020404" pitchFamily="49" charset="0"/>
                </a:rPr>
                <a:t>Lines2D</a:t>
              </a:r>
            </a:p>
          </p:txBody>
        </p:sp>
        <p:grpSp>
          <p:nvGrpSpPr>
            <p:cNvPr id="17574" name="Group 263">
              <a:extLst>
                <a:ext uri="{FF2B5EF4-FFF2-40B4-BE49-F238E27FC236}">
                  <a16:creationId xmlns:a16="http://schemas.microsoft.com/office/drawing/2014/main" id="{69C45701-2291-86EA-A420-E2B19C3378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1156" y="4922845"/>
              <a:ext cx="1981200" cy="1930400"/>
              <a:chOff x="5326064" y="4708531"/>
              <a:chExt cx="1981628" cy="1930414"/>
            </a:xfrm>
          </p:grpSpPr>
          <p:cxnSp>
            <p:nvCxnSpPr>
              <p:cNvPr id="17575" name="Straight Arrow Connector 239">
                <a:extLst>
                  <a:ext uri="{FF2B5EF4-FFF2-40B4-BE49-F238E27FC236}">
                    <a16:creationId xmlns:a16="http://schemas.microsoft.com/office/drawing/2014/main" id="{3FBD86EC-E97F-BD6D-3250-DBA1E3C155D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326064" y="5922977"/>
                <a:ext cx="1785950" cy="1588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576" name="Straight Arrow Connector 240">
                <a:extLst>
                  <a:ext uri="{FF2B5EF4-FFF2-40B4-BE49-F238E27FC236}">
                    <a16:creationId xmlns:a16="http://schemas.microsoft.com/office/drawing/2014/main" id="{6786F6CD-45E5-3E30-5058-E15736C3EB7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5289948" y="5744779"/>
                <a:ext cx="1786744" cy="1588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577" name="Cube 242">
                <a:extLst>
                  <a:ext uri="{FF2B5EF4-FFF2-40B4-BE49-F238E27FC236}">
                    <a16:creationId xmlns:a16="http://schemas.microsoft.com/office/drawing/2014/main" id="{DBD856C8-C576-A26E-161E-E6041E337C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3254" y="5208597"/>
                <a:ext cx="1153724" cy="1214446"/>
              </a:xfrm>
              <a:prstGeom prst="cube">
                <a:avLst>
                  <a:gd name="adj" fmla="val 25000"/>
                </a:avLst>
              </a:prstGeom>
              <a:noFill/>
              <a:ln w="28575">
                <a:solidFill>
                  <a:schemeClr val="tx1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17578" name="TextBox 243">
                <a:extLst>
                  <a:ext uri="{FF2B5EF4-FFF2-40B4-BE49-F238E27FC236}">
                    <a16:creationId xmlns:a16="http://schemas.microsoft.com/office/drawing/2014/main" id="{ABDCD633-4E71-4021-CE48-ACF3C254BB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69138" y="5922977"/>
                <a:ext cx="338554" cy="349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/>
                  <a:t>X</a:t>
                </a:r>
              </a:p>
            </p:txBody>
          </p:sp>
          <p:sp>
            <p:nvSpPr>
              <p:cNvPr id="17579" name="TextBox 244">
                <a:extLst>
                  <a:ext uri="{FF2B5EF4-FFF2-40B4-BE49-F238E27FC236}">
                    <a16:creationId xmlns:a16="http://schemas.microsoft.com/office/drawing/2014/main" id="{2F3D9472-F637-CC5E-A1BB-4C845330F2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83320" y="4708531"/>
                <a:ext cx="338554" cy="349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/>
                  <a:t>Y</a:t>
                </a:r>
              </a:p>
            </p:txBody>
          </p:sp>
        </p:grpSp>
      </p:grpSp>
      <p:sp>
        <p:nvSpPr>
          <p:cNvPr id="17410" name="Title 1">
            <a:extLst>
              <a:ext uri="{FF2B5EF4-FFF2-40B4-BE49-F238E27FC236}">
                <a16:creationId xmlns:a16="http://schemas.microsoft.com/office/drawing/2014/main" id="{86CF888D-DA24-E19D-CDCF-8191FA26A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Z-Buffering met lijnen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2C8CB-4273-F432-95EB-F95611E52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Z-Buffering met lijnen</a:t>
            </a:r>
            <a:endParaRPr lang="en-GB" dirty="0"/>
          </a:p>
        </p:txBody>
      </p:sp>
      <p:sp>
        <p:nvSpPr>
          <p:cNvPr id="17412" name="Slide Number Placeholder 4">
            <a:extLst>
              <a:ext uri="{FF2B5EF4-FFF2-40B4-BE49-F238E27FC236}">
                <a16:creationId xmlns:a16="http://schemas.microsoft.com/office/drawing/2014/main" id="{962EC2E6-7980-36D7-F78A-8915C301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A220BA77-8689-AD47-9AE7-E4D865A4A379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2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17413" name="Content Placeholder 5">
            <a:extLst>
              <a:ext uri="{FF2B5EF4-FFF2-40B4-BE49-F238E27FC236}">
                <a16:creationId xmlns:a16="http://schemas.microsoft.com/office/drawing/2014/main" id="{667A96C6-D711-116A-6596-F8F3C3C2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238" y="1260475"/>
            <a:ext cx="9034462" cy="733425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Opdracht: breid je engine uit met de nodige functionaliteit  om Z-buffering met lijnen toe te passen:</a:t>
            </a:r>
          </a:p>
          <a:p>
            <a:endParaRPr lang="nl-BE" altLang="en-US">
              <a:ea typeface="ＭＳ Ｐゴシック" panose="020B0600070205080204" pitchFamily="34" charset="-128"/>
            </a:endParaRPr>
          </a:p>
        </p:txBody>
      </p:sp>
      <p:sp>
        <p:nvSpPr>
          <p:cNvPr id="17414" name="TextBox 5">
            <a:extLst>
              <a:ext uri="{FF2B5EF4-FFF2-40B4-BE49-F238E27FC236}">
                <a16:creationId xmlns:a16="http://schemas.microsoft.com/office/drawing/2014/main" id="{55AB99CD-4BB6-2ECD-D69A-22166CBF8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563" y="708025"/>
            <a:ext cx="18415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/>
          </a:p>
        </p:txBody>
      </p:sp>
      <p:grpSp>
        <p:nvGrpSpPr>
          <p:cNvPr id="7" name="Group 163">
            <a:extLst>
              <a:ext uri="{FF2B5EF4-FFF2-40B4-BE49-F238E27FC236}">
                <a16:creationId xmlns:a16="http://schemas.microsoft.com/office/drawing/2014/main" id="{6230661D-6687-CF8A-E884-2035106ADAFA}"/>
              </a:ext>
            </a:extLst>
          </p:cNvPr>
          <p:cNvGrpSpPr>
            <a:grpSpLocks/>
          </p:cNvGrpSpPr>
          <p:nvPr/>
        </p:nvGrpSpPr>
        <p:grpSpPr bwMode="auto">
          <a:xfrm>
            <a:off x="5683250" y="2065338"/>
            <a:ext cx="2406650" cy="1611312"/>
            <a:chOff x="5683250" y="2065338"/>
            <a:chExt cx="2406650" cy="1611312"/>
          </a:xfrm>
        </p:grpSpPr>
        <p:pic>
          <p:nvPicPr>
            <p:cNvPr id="17571" name="Picture 6" descr="ini-icon.png">
              <a:extLst>
                <a:ext uri="{FF2B5EF4-FFF2-40B4-BE49-F238E27FC236}">
                  <a16:creationId xmlns:a16="http://schemas.microsoft.com/office/drawing/2014/main" id="{74EFB5ED-42C0-4F59-D1A0-33FC8A729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0438" y="2065338"/>
              <a:ext cx="1219200" cy="121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572" name="TextBox 40">
              <a:extLst>
                <a:ext uri="{FF2B5EF4-FFF2-40B4-BE49-F238E27FC236}">
                  <a16:creationId xmlns:a16="http://schemas.microsoft.com/office/drawing/2014/main" id="{E1BCE704-ED4D-A1CB-8F74-F8CEB56804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3250" y="3351213"/>
              <a:ext cx="2406650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600">
                  <a:latin typeface="Courier New" panose="02070309020205020404" pitchFamily="49" charset="0"/>
                </a:rPr>
                <a:t>ini::</a:t>
              </a:r>
              <a:r>
                <a:rPr lang="nl-BE" altLang="en-US" sz="1600">
                  <a:solidFill>
                    <a:srgbClr val="005032"/>
                  </a:solidFill>
                  <a:latin typeface="Courier New" panose="02070309020205020404" pitchFamily="49" charset="0"/>
                </a:rPr>
                <a:t>Configuration</a:t>
              </a:r>
            </a:p>
          </p:txBody>
        </p:sp>
      </p:grpSp>
      <p:grpSp>
        <p:nvGrpSpPr>
          <p:cNvPr id="8" name="Group 169">
            <a:extLst>
              <a:ext uri="{FF2B5EF4-FFF2-40B4-BE49-F238E27FC236}">
                <a16:creationId xmlns:a16="http://schemas.microsoft.com/office/drawing/2014/main" id="{0E492905-0329-1AEE-8B48-A41796D3EDCC}"/>
              </a:ext>
            </a:extLst>
          </p:cNvPr>
          <p:cNvGrpSpPr>
            <a:grpSpLocks/>
          </p:cNvGrpSpPr>
          <p:nvPr/>
        </p:nvGrpSpPr>
        <p:grpSpPr bwMode="auto">
          <a:xfrm>
            <a:off x="1039813" y="1922463"/>
            <a:ext cx="1795462" cy="2111375"/>
            <a:chOff x="1039813" y="1922463"/>
            <a:chExt cx="1795462" cy="2111375"/>
          </a:xfrm>
        </p:grpSpPr>
        <p:grpSp>
          <p:nvGrpSpPr>
            <p:cNvPr id="17562" name="Group 38">
              <a:extLst>
                <a:ext uri="{FF2B5EF4-FFF2-40B4-BE49-F238E27FC236}">
                  <a16:creationId xmlns:a16="http://schemas.microsoft.com/office/drawing/2014/main" id="{8183854F-07ED-93D9-1694-FF72DB6171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9813" y="1922463"/>
              <a:ext cx="1728787" cy="2063750"/>
              <a:chOff x="6030591" y="2351077"/>
              <a:chExt cx="1966738" cy="2349237"/>
            </a:xfrm>
          </p:grpSpPr>
          <p:cxnSp>
            <p:nvCxnSpPr>
              <p:cNvPr id="17564" name="Straight Arrow Connector 10">
                <a:extLst>
                  <a:ext uri="{FF2B5EF4-FFF2-40B4-BE49-F238E27FC236}">
                    <a16:creationId xmlns:a16="http://schemas.microsoft.com/office/drawing/2014/main" id="{C3C0C9F5-4235-440B-9350-F88E016FFCD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754824" y="3779837"/>
                <a:ext cx="1214446" cy="1588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565" name="Straight Arrow Connector 11">
                <a:extLst>
                  <a:ext uri="{FF2B5EF4-FFF2-40B4-BE49-F238E27FC236}">
                    <a16:creationId xmlns:a16="http://schemas.microsoft.com/office/drawing/2014/main" id="{07B638FB-7717-7C21-893C-B33B80D72EE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039650" y="3065457"/>
                <a:ext cx="1429554" cy="794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566" name="Straight Arrow Connector 14">
                <a:extLst>
                  <a:ext uri="{FF2B5EF4-FFF2-40B4-BE49-F238E27FC236}">
                    <a16:creationId xmlns:a16="http://schemas.microsoft.com/office/drawing/2014/main" id="{F986EE0B-9638-EB4A-B534-3AF82807FF2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009651" y="3800776"/>
                <a:ext cx="766113" cy="724234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567" name="Cube 8">
                <a:extLst>
                  <a:ext uri="{FF2B5EF4-FFF2-40B4-BE49-F238E27FC236}">
                    <a16:creationId xmlns:a16="http://schemas.microsoft.com/office/drawing/2014/main" id="{55B817BC-7BAF-F472-05B1-5DBFACD25B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1882" y="2851143"/>
                <a:ext cx="1357322" cy="1428760"/>
              </a:xfrm>
              <a:prstGeom prst="cube">
                <a:avLst>
                  <a:gd name="adj" fmla="val 25000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nl-BE" altLang="en-US"/>
              </a:p>
            </p:txBody>
          </p:sp>
          <p:sp>
            <p:nvSpPr>
              <p:cNvPr id="17568" name="TextBox 35">
                <a:extLst>
                  <a:ext uri="{FF2B5EF4-FFF2-40B4-BE49-F238E27FC236}">
                    <a16:creationId xmlns:a16="http://schemas.microsoft.com/office/drawing/2014/main" id="{D9A553A4-3658-09DA-DB33-2419FC3D82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12078" y="3708399"/>
                <a:ext cx="385251" cy="398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/>
                  <a:t>Y</a:t>
                </a:r>
              </a:p>
            </p:txBody>
          </p:sp>
          <p:sp>
            <p:nvSpPr>
              <p:cNvPr id="17569" name="TextBox 36">
                <a:extLst>
                  <a:ext uri="{FF2B5EF4-FFF2-40B4-BE49-F238E27FC236}">
                    <a16:creationId xmlns:a16="http://schemas.microsoft.com/office/drawing/2014/main" id="{CD05A48C-4FCD-9CCC-9E5B-98AA0C8DF5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93172" y="4302074"/>
                <a:ext cx="385251" cy="398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/>
                  <a:t>X</a:t>
                </a:r>
              </a:p>
            </p:txBody>
          </p:sp>
          <p:sp>
            <p:nvSpPr>
              <p:cNvPr id="17570" name="TextBox 37">
                <a:extLst>
                  <a:ext uri="{FF2B5EF4-FFF2-40B4-BE49-F238E27FC236}">
                    <a16:creationId xmlns:a16="http://schemas.microsoft.com/office/drawing/2014/main" id="{858A61BC-679C-A24F-3315-94D80CF9A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83386" y="2422515"/>
                <a:ext cx="325730" cy="349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/>
                  <a:t>Z</a:t>
                </a:r>
              </a:p>
            </p:txBody>
          </p:sp>
        </p:grpSp>
        <p:sp>
          <p:nvSpPr>
            <p:cNvPr id="17563" name="TextBox 42">
              <a:extLst>
                <a:ext uri="{FF2B5EF4-FFF2-40B4-BE49-F238E27FC236}">
                  <a16:creationId xmlns:a16="http://schemas.microsoft.com/office/drawing/2014/main" id="{C44DF076-DDC2-F797-33DF-BF76174A8E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9875" y="3708400"/>
              <a:ext cx="129540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600">
                  <a:solidFill>
                    <a:srgbClr val="005032"/>
                  </a:solidFill>
                  <a:latin typeface="Courier New" panose="02070309020205020404" pitchFamily="49" charset="0"/>
                </a:rPr>
                <a:t>Figures3D</a:t>
              </a:r>
            </a:p>
          </p:txBody>
        </p:sp>
      </p:grpSp>
      <p:grpSp>
        <p:nvGrpSpPr>
          <p:cNvPr id="10" name="Group 166">
            <a:extLst>
              <a:ext uri="{FF2B5EF4-FFF2-40B4-BE49-F238E27FC236}">
                <a16:creationId xmlns:a16="http://schemas.microsoft.com/office/drawing/2014/main" id="{3405DB26-93B9-F838-E128-626BD6239471}"/>
              </a:ext>
            </a:extLst>
          </p:cNvPr>
          <p:cNvGrpSpPr>
            <a:grpSpLocks/>
          </p:cNvGrpSpPr>
          <p:nvPr/>
        </p:nvGrpSpPr>
        <p:grpSpPr bwMode="auto">
          <a:xfrm>
            <a:off x="7683500" y="4422775"/>
            <a:ext cx="2270125" cy="2249488"/>
            <a:chOff x="7683500" y="4422775"/>
            <a:chExt cx="2270125" cy="2249488"/>
          </a:xfrm>
        </p:grpSpPr>
        <p:grpSp>
          <p:nvGrpSpPr>
            <p:cNvPr id="17493" name="Group 264">
              <a:extLst>
                <a:ext uri="{FF2B5EF4-FFF2-40B4-BE49-F238E27FC236}">
                  <a16:creationId xmlns:a16="http://schemas.microsoft.com/office/drawing/2014/main" id="{3905C3F9-8BAE-FA67-A883-CBDE907B5F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3500" y="4422775"/>
              <a:ext cx="2214563" cy="1858963"/>
              <a:chOff x="611156" y="4780763"/>
              <a:chExt cx="2214578" cy="1858182"/>
            </a:xfrm>
          </p:grpSpPr>
          <p:grpSp>
            <p:nvGrpSpPr>
              <p:cNvPr id="17495" name="Group 237">
                <a:extLst>
                  <a:ext uri="{FF2B5EF4-FFF2-40B4-BE49-F238E27FC236}">
                    <a16:creationId xmlns:a16="http://schemas.microsoft.com/office/drawing/2014/main" id="{56D24937-A98E-BF68-7A8D-FA2EAA59D0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8346" y="5065721"/>
                <a:ext cx="1500992" cy="1573213"/>
                <a:chOff x="1181867" y="5065717"/>
                <a:chExt cx="1500992" cy="1573213"/>
              </a:xfrm>
            </p:grpSpPr>
            <p:cxnSp>
              <p:nvCxnSpPr>
                <p:cNvPr id="17500" name="Straight Connector 2191">
                  <a:extLst>
                    <a:ext uri="{FF2B5EF4-FFF2-40B4-BE49-F238E27FC236}">
                      <a16:creationId xmlns:a16="http://schemas.microsoft.com/office/drawing/2014/main" id="{E53E86EC-C37A-36FE-B690-0195E30AA1A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897044" y="5851527"/>
                  <a:ext cx="1571621" cy="9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01" name="Straight Connector 2037">
                  <a:extLst>
                    <a:ext uri="{FF2B5EF4-FFF2-40B4-BE49-F238E27FC236}">
                      <a16:creationId xmlns:a16="http://schemas.microsoft.com/office/drawing/2014/main" id="{560635CC-C5B7-CF3B-78E0-4CFA25A3EEB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968353" y="5851530"/>
                  <a:ext cx="1571619" cy="4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02" name="Straight Connector 2053">
                  <a:extLst>
                    <a:ext uri="{FF2B5EF4-FFF2-40B4-BE49-F238E27FC236}">
                      <a16:creationId xmlns:a16="http://schemas.microsoft.com/office/drawing/2014/main" id="{825D194C-D0DB-2AAA-B739-881896FCE7D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039791" y="5851530"/>
                  <a:ext cx="1571621" cy="3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03" name="Straight Connector 2054">
                  <a:extLst>
                    <a:ext uri="{FF2B5EF4-FFF2-40B4-BE49-F238E27FC236}">
                      <a16:creationId xmlns:a16="http://schemas.microsoft.com/office/drawing/2014/main" id="{DFE42601-C4FD-7AD0-D469-1A647085F761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111228" y="5851529"/>
                  <a:ext cx="1571620" cy="5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04" name="Straight Connector 2055">
                  <a:extLst>
                    <a:ext uri="{FF2B5EF4-FFF2-40B4-BE49-F238E27FC236}">
                      <a16:creationId xmlns:a16="http://schemas.microsoft.com/office/drawing/2014/main" id="{5E3B68C4-E739-662A-C941-E70988C3EB4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182666" y="5851529"/>
                  <a:ext cx="1571621" cy="4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05" name="Straight Connector 2056">
                  <a:extLst>
                    <a:ext uri="{FF2B5EF4-FFF2-40B4-BE49-F238E27FC236}">
                      <a16:creationId xmlns:a16="http://schemas.microsoft.com/office/drawing/2014/main" id="{E24BA035-44EF-8D29-6220-18D82741AC1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254104" y="5851529"/>
                  <a:ext cx="1571619" cy="6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06" name="Straight Connector 2057">
                  <a:extLst>
                    <a:ext uri="{FF2B5EF4-FFF2-40B4-BE49-F238E27FC236}">
                      <a16:creationId xmlns:a16="http://schemas.microsoft.com/office/drawing/2014/main" id="{F9CCBC52-A49E-57E1-78BE-63E01DC25CE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325542" y="5851529"/>
                  <a:ext cx="1571621" cy="5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07" name="Straight Connector 2058">
                  <a:extLst>
                    <a:ext uri="{FF2B5EF4-FFF2-40B4-BE49-F238E27FC236}">
                      <a16:creationId xmlns:a16="http://schemas.microsoft.com/office/drawing/2014/main" id="{504C9879-5809-E1C1-491B-16F82058EDC1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396980" y="5851529"/>
                  <a:ext cx="1571619" cy="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08" name="Straight Connector 2059">
                  <a:extLst>
                    <a:ext uri="{FF2B5EF4-FFF2-40B4-BE49-F238E27FC236}">
                      <a16:creationId xmlns:a16="http://schemas.microsoft.com/office/drawing/2014/main" id="{3557E8AD-51B6-E903-1137-9E047B037DF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468417" y="5851528"/>
                  <a:ext cx="1571621" cy="6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09" name="Straight Connector 2060">
                  <a:extLst>
                    <a:ext uri="{FF2B5EF4-FFF2-40B4-BE49-F238E27FC236}">
                      <a16:creationId xmlns:a16="http://schemas.microsoft.com/office/drawing/2014/main" id="{AE228799-3B33-8C9E-DE37-CBB3E1C176A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539855" y="5851528"/>
                  <a:ext cx="1571619" cy="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10" name="Straight Connector 2061">
                  <a:extLst>
                    <a:ext uri="{FF2B5EF4-FFF2-40B4-BE49-F238E27FC236}">
                      <a16:creationId xmlns:a16="http://schemas.microsoft.com/office/drawing/2014/main" id="{9F588C7D-E198-BC50-7860-683B28452EE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611293" y="5851528"/>
                  <a:ext cx="1571621" cy="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11" name="Straight Connector 2062">
                  <a:extLst>
                    <a:ext uri="{FF2B5EF4-FFF2-40B4-BE49-F238E27FC236}">
                      <a16:creationId xmlns:a16="http://schemas.microsoft.com/office/drawing/2014/main" id="{8E6E0549-9B49-9387-B6A0-11044B760397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682731" y="5851528"/>
                  <a:ext cx="1571619" cy="9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12" name="Straight Connector 2063">
                  <a:extLst>
                    <a:ext uri="{FF2B5EF4-FFF2-40B4-BE49-F238E27FC236}">
                      <a16:creationId xmlns:a16="http://schemas.microsoft.com/office/drawing/2014/main" id="{55FB23AB-676D-8C71-C6C6-7F17188389C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754168" y="5851527"/>
                  <a:ext cx="1571621" cy="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13" name="Straight Connector 2064">
                  <a:extLst>
                    <a:ext uri="{FF2B5EF4-FFF2-40B4-BE49-F238E27FC236}">
                      <a16:creationId xmlns:a16="http://schemas.microsoft.com/office/drawing/2014/main" id="{1A2AEE45-F2B4-54F9-2913-FC47537353E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825606" y="5851527"/>
                  <a:ext cx="1571619" cy="10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14" name="Straight Connector 2065">
                  <a:extLst>
                    <a:ext uri="{FF2B5EF4-FFF2-40B4-BE49-F238E27FC236}">
                      <a16:creationId xmlns:a16="http://schemas.microsoft.com/office/drawing/2014/main" id="{C9493319-1451-87C1-3F29-FFA7B8F8B21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896915" y="5851530"/>
                  <a:ext cx="1571621" cy="2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15" name="Straight Connector 2066">
                  <a:extLst>
                    <a:ext uri="{FF2B5EF4-FFF2-40B4-BE49-F238E27FC236}">
                      <a16:creationId xmlns:a16="http://schemas.microsoft.com/office/drawing/2014/main" id="{64BF02AA-6C80-6426-8512-EFEB0419859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825478" y="5851531"/>
                  <a:ext cx="1571619" cy="3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16" name="Straight Connector 2067">
                  <a:extLst>
                    <a:ext uri="{FF2B5EF4-FFF2-40B4-BE49-F238E27FC236}">
                      <a16:creationId xmlns:a16="http://schemas.microsoft.com/office/drawing/2014/main" id="{28DC6371-4EBB-1E88-F21B-8038A23F432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754040" y="5851531"/>
                  <a:ext cx="1571621" cy="1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17" name="Straight Connector 2068">
                  <a:extLst>
                    <a:ext uri="{FF2B5EF4-FFF2-40B4-BE49-F238E27FC236}">
                      <a16:creationId xmlns:a16="http://schemas.microsoft.com/office/drawing/2014/main" id="{F786AF18-0ED0-0DE6-B060-AF98427FA42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82602" y="5851531"/>
                  <a:ext cx="1571619" cy="2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18" name="Straight Connector 2082">
                  <a:extLst>
                    <a:ext uri="{FF2B5EF4-FFF2-40B4-BE49-F238E27FC236}">
                      <a16:creationId xmlns:a16="http://schemas.microsoft.com/office/drawing/2014/main" id="{A4C2787A-C84D-1FE9-1A69-7F0C94E8EF6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065717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19" name="Straight Connector 2083">
                  <a:extLst>
                    <a:ext uri="{FF2B5EF4-FFF2-40B4-BE49-F238E27FC236}">
                      <a16:creationId xmlns:a16="http://schemas.microsoft.com/office/drawing/2014/main" id="{58A5CAE7-59EB-3650-A7C1-15EF892454F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137155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20" name="Straight Connector 2084">
                  <a:extLst>
                    <a:ext uri="{FF2B5EF4-FFF2-40B4-BE49-F238E27FC236}">
                      <a16:creationId xmlns:a16="http://schemas.microsoft.com/office/drawing/2014/main" id="{7C363A82-98A2-5DB0-3013-EE8516557F6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208592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21" name="Straight Connector 2085">
                  <a:extLst>
                    <a:ext uri="{FF2B5EF4-FFF2-40B4-BE49-F238E27FC236}">
                      <a16:creationId xmlns:a16="http://schemas.microsoft.com/office/drawing/2014/main" id="{A14F61F2-3F7C-B64E-AC5A-5DDE784E6E93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280030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22" name="Straight Connector 2086">
                  <a:extLst>
                    <a:ext uri="{FF2B5EF4-FFF2-40B4-BE49-F238E27FC236}">
                      <a16:creationId xmlns:a16="http://schemas.microsoft.com/office/drawing/2014/main" id="{6E0DC576-D1D5-EBC3-1C3D-8929C67E6A9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351467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23" name="Straight Connector 2087">
                  <a:extLst>
                    <a:ext uri="{FF2B5EF4-FFF2-40B4-BE49-F238E27FC236}">
                      <a16:creationId xmlns:a16="http://schemas.microsoft.com/office/drawing/2014/main" id="{6980E4B5-2186-7598-82D4-E71F6F39F3C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422905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24" name="Straight Connector 2088">
                  <a:extLst>
                    <a:ext uri="{FF2B5EF4-FFF2-40B4-BE49-F238E27FC236}">
                      <a16:creationId xmlns:a16="http://schemas.microsoft.com/office/drawing/2014/main" id="{67195244-6BE8-07A4-8C98-980CA2E97BE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494342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25" name="Straight Connector 2089">
                  <a:extLst>
                    <a:ext uri="{FF2B5EF4-FFF2-40B4-BE49-F238E27FC236}">
                      <a16:creationId xmlns:a16="http://schemas.microsoft.com/office/drawing/2014/main" id="{640C2ACD-2D89-1D82-1A79-5278EEA80AD7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565780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26" name="Straight Connector 2090">
                  <a:extLst>
                    <a:ext uri="{FF2B5EF4-FFF2-40B4-BE49-F238E27FC236}">
                      <a16:creationId xmlns:a16="http://schemas.microsoft.com/office/drawing/2014/main" id="{330BFB44-72EB-2815-A650-FF45EB1392A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637217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27" name="Straight Connector 2091">
                  <a:extLst>
                    <a:ext uri="{FF2B5EF4-FFF2-40B4-BE49-F238E27FC236}">
                      <a16:creationId xmlns:a16="http://schemas.microsoft.com/office/drawing/2014/main" id="{272DA1EC-DABD-5F9B-5DF6-A702BF66178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708655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28" name="Straight Connector 2092">
                  <a:extLst>
                    <a:ext uri="{FF2B5EF4-FFF2-40B4-BE49-F238E27FC236}">
                      <a16:creationId xmlns:a16="http://schemas.microsoft.com/office/drawing/2014/main" id="{BB6B39C3-FD4E-7CE6-D050-D2C638DE5CE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780092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29" name="Straight Connector 2093">
                  <a:extLst>
                    <a:ext uri="{FF2B5EF4-FFF2-40B4-BE49-F238E27FC236}">
                      <a16:creationId xmlns:a16="http://schemas.microsoft.com/office/drawing/2014/main" id="{2C1251D6-595D-40E0-54A1-EA13A84DAE1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851530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30" name="Straight Connector 2094">
                  <a:extLst>
                    <a:ext uri="{FF2B5EF4-FFF2-40B4-BE49-F238E27FC236}">
                      <a16:creationId xmlns:a16="http://schemas.microsoft.com/office/drawing/2014/main" id="{D66FEAC9-EA68-0475-47F3-C74DC154ACB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922967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31" name="Straight Connector 2095">
                  <a:extLst>
                    <a:ext uri="{FF2B5EF4-FFF2-40B4-BE49-F238E27FC236}">
                      <a16:creationId xmlns:a16="http://schemas.microsoft.com/office/drawing/2014/main" id="{0F5987A0-DC8B-3616-D9B3-178AC165E14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994405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32" name="Straight Connector 2096">
                  <a:extLst>
                    <a:ext uri="{FF2B5EF4-FFF2-40B4-BE49-F238E27FC236}">
                      <a16:creationId xmlns:a16="http://schemas.microsoft.com/office/drawing/2014/main" id="{D81C801D-0CA0-503F-CC26-EC69031E3A5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6065842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33" name="Straight Connector 2097">
                  <a:extLst>
                    <a:ext uri="{FF2B5EF4-FFF2-40B4-BE49-F238E27FC236}">
                      <a16:creationId xmlns:a16="http://schemas.microsoft.com/office/drawing/2014/main" id="{F522F2D6-0F7A-99E1-DB14-B7502841176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6137280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34" name="Straight Connector 2098">
                  <a:extLst>
                    <a:ext uri="{FF2B5EF4-FFF2-40B4-BE49-F238E27FC236}">
                      <a16:creationId xmlns:a16="http://schemas.microsoft.com/office/drawing/2014/main" id="{6F570322-2FB8-A288-62AD-D00F068A2E3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6208717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35" name="Straight Connector 2099">
                  <a:extLst>
                    <a:ext uri="{FF2B5EF4-FFF2-40B4-BE49-F238E27FC236}">
                      <a16:creationId xmlns:a16="http://schemas.microsoft.com/office/drawing/2014/main" id="{ED39BB1B-E33E-9EDD-2192-041EAE5CC64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6280155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36" name="Straight Connector 2101">
                  <a:extLst>
                    <a:ext uri="{FF2B5EF4-FFF2-40B4-BE49-F238E27FC236}">
                      <a16:creationId xmlns:a16="http://schemas.microsoft.com/office/drawing/2014/main" id="{C933A335-BFAD-1DB5-CD9E-E156E2B4581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11164" y="5851531"/>
                  <a:ext cx="1571621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37" name="Straight Connector 2102">
                  <a:extLst>
                    <a:ext uri="{FF2B5EF4-FFF2-40B4-BE49-F238E27FC236}">
                      <a16:creationId xmlns:a16="http://schemas.microsoft.com/office/drawing/2014/main" id="{0A4E1C90-8C69-ECDA-FD5F-E5B8D41CA7A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539727" y="5851532"/>
                  <a:ext cx="1571619" cy="1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38" name="Straight Connector 2103">
                  <a:extLst>
                    <a:ext uri="{FF2B5EF4-FFF2-40B4-BE49-F238E27FC236}">
                      <a16:creationId xmlns:a16="http://schemas.microsoft.com/office/drawing/2014/main" id="{01D4F04E-53BA-E5A9-A599-DB4F040E0317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469074" y="5850745"/>
                  <a:ext cx="1571636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39" name="Straight Connector 2104">
                  <a:extLst>
                    <a:ext uri="{FF2B5EF4-FFF2-40B4-BE49-F238E27FC236}">
                      <a16:creationId xmlns:a16="http://schemas.microsoft.com/office/drawing/2014/main" id="{3D506C7D-1485-C529-ABE6-BC41CE4CB9D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6351592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40" name="Straight Connector 2105">
                  <a:extLst>
                    <a:ext uri="{FF2B5EF4-FFF2-40B4-BE49-F238E27FC236}">
                      <a16:creationId xmlns:a16="http://schemas.microsoft.com/office/drawing/2014/main" id="{A24A07E6-91A4-010B-B878-4E328C9C33B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6423030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41" name="Straight Connector 2106">
                  <a:extLst>
                    <a:ext uri="{FF2B5EF4-FFF2-40B4-BE49-F238E27FC236}">
                      <a16:creationId xmlns:a16="http://schemas.microsoft.com/office/drawing/2014/main" id="{6065BFD1-ED16-44B7-9B38-3836450FDFE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6494467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42" name="Straight Connector 2107">
                  <a:extLst>
                    <a:ext uri="{FF2B5EF4-FFF2-40B4-BE49-F238E27FC236}">
                      <a16:creationId xmlns:a16="http://schemas.microsoft.com/office/drawing/2014/main" id="{09A5AD45-CBAC-8F3D-337C-AAD95ABCAFF1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6565905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43" name="Straight Connector 2108">
                  <a:extLst>
                    <a:ext uri="{FF2B5EF4-FFF2-40B4-BE49-F238E27FC236}">
                      <a16:creationId xmlns:a16="http://schemas.microsoft.com/office/drawing/2014/main" id="{5D39CFFA-1BB9-2584-DCEE-948186C6BCA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6637342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544" name="Straight Connector 2109">
                  <a:extLst>
                    <a:ext uri="{FF2B5EF4-FFF2-40B4-BE49-F238E27FC236}">
                      <a16:creationId xmlns:a16="http://schemas.microsoft.com/office/drawing/2014/main" id="{C09D4821-A3D2-2E40-0871-CA0A69FDD33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396058" y="5851533"/>
                  <a:ext cx="1572412" cy="793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7545" name="Rectangle 183">
                  <a:extLst>
                    <a:ext uri="{FF2B5EF4-FFF2-40B4-BE49-F238E27FC236}">
                      <a16:creationId xmlns:a16="http://schemas.microsoft.com/office/drawing/2014/main" id="{3831E0DA-A39F-2027-FF48-84399C3966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4230" y="5494349"/>
                  <a:ext cx="71438" cy="1071570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nl-BE" altLang="en-US"/>
                </a:p>
              </p:txBody>
            </p:sp>
            <p:sp>
              <p:nvSpPr>
                <p:cNvPr id="17546" name="Rectangle 185">
                  <a:extLst>
                    <a:ext uri="{FF2B5EF4-FFF2-40B4-BE49-F238E27FC236}">
                      <a16:creationId xmlns:a16="http://schemas.microsoft.com/office/drawing/2014/main" id="{C029073D-1B39-CB49-BA6B-61FA60AF75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68544" y="5208597"/>
                  <a:ext cx="71438" cy="714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nl-BE" altLang="en-US"/>
                </a:p>
              </p:txBody>
            </p:sp>
            <p:sp>
              <p:nvSpPr>
                <p:cNvPr id="17547" name="Rectangle 186">
                  <a:extLst>
                    <a:ext uri="{FF2B5EF4-FFF2-40B4-BE49-F238E27FC236}">
                      <a16:creationId xmlns:a16="http://schemas.microsoft.com/office/drawing/2014/main" id="{5A5D144F-F06A-6B2E-4D3A-D478864394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97106" y="5280035"/>
                  <a:ext cx="71438" cy="714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nl-BE" altLang="en-US"/>
                </a:p>
              </p:txBody>
            </p:sp>
            <p:sp>
              <p:nvSpPr>
                <p:cNvPr id="17548" name="Rectangle 187">
                  <a:extLst>
                    <a:ext uri="{FF2B5EF4-FFF2-40B4-BE49-F238E27FC236}">
                      <a16:creationId xmlns:a16="http://schemas.microsoft.com/office/drawing/2014/main" id="{C9D606C3-6155-B9B5-3147-C66FBF00BE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5668" y="5351473"/>
                  <a:ext cx="71438" cy="714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nl-BE" altLang="en-US"/>
                </a:p>
              </p:txBody>
            </p:sp>
            <p:sp>
              <p:nvSpPr>
                <p:cNvPr id="17549" name="Rectangle 188">
                  <a:extLst>
                    <a:ext uri="{FF2B5EF4-FFF2-40B4-BE49-F238E27FC236}">
                      <a16:creationId xmlns:a16="http://schemas.microsoft.com/office/drawing/2014/main" id="{99C54011-AB46-66A2-C53B-E7A89AD22B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098" y="5422911"/>
                  <a:ext cx="71438" cy="114300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nl-BE" altLang="en-US"/>
                </a:p>
              </p:txBody>
            </p:sp>
            <p:sp>
              <p:nvSpPr>
                <p:cNvPr id="17550" name="Rectangle 199">
                  <a:extLst>
                    <a:ext uri="{FF2B5EF4-FFF2-40B4-BE49-F238E27FC236}">
                      <a16:creationId xmlns:a16="http://schemas.microsoft.com/office/drawing/2014/main" id="{66534D5A-AB45-570D-89E5-2C2D72E2D5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4230" y="5422911"/>
                  <a:ext cx="71438" cy="714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nl-BE" altLang="en-US"/>
                </a:p>
              </p:txBody>
            </p:sp>
            <p:sp>
              <p:nvSpPr>
                <p:cNvPr id="17551" name="Rectangle 200">
                  <a:extLst>
                    <a:ext uri="{FF2B5EF4-FFF2-40B4-BE49-F238E27FC236}">
                      <a16:creationId xmlns:a16="http://schemas.microsoft.com/office/drawing/2014/main" id="{1CB71994-4268-EC97-D76D-C9C864E1AE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25536" y="5351473"/>
                  <a:ext cx="71438" cy="714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nl-BE" altLang="en-US"/>
                </a:p>
              </p:txBody>
            </p:sp>
            <p:sp>
              <p:nvSpPr>
                <p:cNvPr id="17552" name="Rectangle 201">
                  <a:extLst>
                    <a:ext uri="{FF2B5EF4-FFF2-40B4-BE49-F238E27FC236}">
                      <a16:creationId xmlns:a16="http://schemas.microsoft.com/office/drawing/2014/main" id="{0A3B89CC-579C-78DD-E012-DEAD7197E8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6974" y="5280035"/>
                  <a:ext cx="71438" cy="714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nl-BE" altLang="en-US"/>
                </a:p>
              </p:txBody>
            </p:sp>
            <p:sp>
              <p:nvSpPr>
                <p:cNvPr id="17553" name="Rectangle 202">
                  <a:extLst>
                    <a:ext uri="{FF2B5EF4-FFF2-40B4-BE49-F238E27FC236}">
                      <a16:creationId xmlns:a16="http://schemas.microsoft.com/office/drawing/2014/main" id="{280F2494-8F7F-2054-D8DB-8256259366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68412" y="5208597"/>
                  <a:ext cx="71438" cy="714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nl-BE" altLang="en-US"/>
                </a:p>
              </p:txBody>
            </p:sp>
            <p:sp>
              <p:nvSpPr>
                <p:cNvPr id="17554" name="Rectangle 203">
                  <a:extLst>
                    <a:ext uri="{FF2B5EF4-FFF2-40B4-BE49-F238E27FC236}">
                      <a16:creationId xmlns:a16="http://schemas.microsoft.com/office/drawing/2014/main" id="{2406D4BA-90E3-14A3-166E-4F4F4D0866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9850" y="5137159"/>
                  <a:ext cx="71438" cy="714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nl-BE" altLang="en-US"/>
                </a:p>
              </p:txBody>
            </p:sp>
            <p:sp>
              <p:nvSpPr>
                <p:cNvPr id="17555" name="Rectangle 204">
                  <a:extLst>
                    <a:ext uri="{FF2B5EF4-FFF2-40B4-BE49-F238E27FC236}">
                      <a16:creationId xmlns:a16="http://schemas.microsoft.com/office/drawing/2014/main" id="{DA496297-FA88-5FFE-FBF1-FF90348441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97106" y="6351605"/>
                  <a:ext cx="71438" cy="714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nl-BE" altLang="en-US"/>
                </a:p>
              </p:txBody>
            </p:sp>
            <p:sp>
              <p:nvSpPr>
                <p:cNvPr id="17556" name="Rectangle 205">
                  <a:extLst>
                    <a:ext uri="{FF2B5EF4-FFF2-40B4-BE49-F238E27FC236}">
                      <a16:creationId xmlns:a16="http://schemas.microsoft.com/office/drawing/2014/main" id="{607F47B9-BE23-57CD-98E6-B5A7F1632D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9982" y="5137159"/>
                  <a:ext cx="71438" cy="114300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nl-BE" altLang="en-US"/>
                </a:p>
              </p:txBody>
            </p:sp>
            <p:sp>
              <p:nvSpPr>
                <p:cNvPr id="17557" name="Rectangle 208">
                  <a:extLst>
                    <a:ext uri="{FF2B5EF4-FFF2-40B4-BE49-F238E27FC236}">
                      <a16:creationId xmlns:a16="http://schemas.microsoft.com/office/drawing/2014/main" id="{D6C69B94-6C2E-E3EA-8937-71673BA060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68544" y="6280167"/>
                  <a:ext cx="71438" cy="714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nl-BE" altLang="en-US"/>
                </a:p>
              </p:txBody>
            </p:sp>
            <p:sp>
              <p:nvSpPr>
                <p:cNvPr id="17558" name="Rectangle 231">
                  <a:extLst>
                    <a:ext uri="{FF2B5EF4-FFF2-40B4-BE49-F238E27FC236}">
                      <a16:creationId xmlns:a16="http://schemas.microsoft.com/office/drawing/2014/main" id="{A2F9A0BF-DCBA-EE75-CF01-CC1F020521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25536" y="6494481"/>
                  <a:ext cx="928694" cy="714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nl-BE" altLang="en-US"/>
                </a:p>
              </p:txBody>
            </p:sp>
            <p:sp>
              <p:nvSpPr>
                <p:cNvPr id="17559" name="Rectangle 234">
                  <a:extLst>
                    <a:ext uri="{FF2B5EF4-FFF2-40B4-BE49-F238E27FC236}">
                      <a16:creationId xmlns:a16="http://schemas.microsoft.com/office/drawing/2014/main" id="{CA1BAAB1-26EB-751F-BD5D-6C3A342B2A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25668" y="6423043"/>
                  <a:ext cx="71438" cy="714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nl-BE" altLang="en-US"/>
                </a:p>
              </p:txBody>
            </p:sp>
            <p:sp>
              <p:nvSpPr>
                <p:cNvPr id="17560" name="Rectangle 235">
                  <a:extLst>
                    <a:ext uri="{FF2B5EF4-FFF2-40B4-BE49-F238E27FC236}">
                      <a16:creationId xmlns:a16="http://schemas.microsoft.com/office/drawing/2014/main" id="{46C6EA8E-8A5A-F3D1-B8CD-593966FC5C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25536" y="5422911"/>
                  <a:ext cx="928694" cy="714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nl-BE" altLang="en-US"/>
                </a:p>
              </p:txBody>
            </p:sp>
            <p:sp>
              <p:nvSpPr>
                <p:cNvPr id="17561" name="Rectangle 236">
                  <a:extLst>
                    <a:ext uri="{FF2B5EF4-FFF2-40B4-BE49-F238E27FC236}">
                      <a16:creationId xmlns:a16="http://schemas.microsoft.com/office/drawing/2014/main" id="{F6BCC438-50FD-F639-5690-93F9C47885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11288" y="5137159"/>
                  <a:ext cx="928694" cy="714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1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Times New Roman" panose="02020603050405020304" pitchFamily="18" charset="0"/>
                    <a:buNone/>
                  </a:pPr>
                  <a:endParaRPr lang="nl-BE" altLang="en-US"/>
                </a:p>
              </p:txBody>
            </p:sp>
          </p:grpSp>
          <p:cxnSp>
            <p:nvCxnSpPr>
              <p:cNvPr id="17496" name="Straight Arrow Connector 254">
                <a:extLst>
                  <a:ext uri="{FF2B5EF4-FFF2-40B4-BE49-F238E27FC236}">
                    <a16:creationId xmlns:a16="http://schemas.microsoft.com/office/drawing/2014/main" id="{CDA73FAE-5BC2-7361-C0EA-8753EDE002E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68346" y="6637357"/>
                <a:ext cx="1857388" cy="794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97" name="Straight Arrow Connector 255">
                <a:extLst>
                  <a:ext uri="{FF2B5EF4-FFF2-40B4-BE49-F238E27FC236}">
                    <a16:creationId xmlns:a16="http://schemas.microsoft.com/office/drawing/2014/main" id="{5E839FE2-7014-369C-64B7-C4FFAB5EA86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74974" y="5744779"/>
                <a:ext cx="1786744" cy="1588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498" name="TextBox 256">
                <a:extLst>
                  <a:ext uri="{FF2B5EF4-FFF2-40B4-BE49-F238E27FC236}">
                    <a16:creationId xmlns:a16="http://schemas.microsoft.com/office/drawing/2014/main" id="{92B4314A-2C64-5B31-68F3-AF017DCD0F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8544" y="6280961"/>
                <a:ext cx="338554" cy="349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/>
                  <a:t>X</a:t>
                </a:r>
              </a:p>
            </p:txBody>
          </p:sp>
          <p:sp>
            <p:nvSpPr>
              <p:cNvPr id="17499" name="TextBox 257">
                <a:extLst>
                  <a:ext uri="{FF2B5EF4-FFF2-40B4-BE49-F238E27FC236}">
                    <a16:creationId xmlns:a16="http://schemas.microsoft.com/office/drawing/2014/main" id="{B69295F5-CF22-8622-B7CB-D820F4A2A5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156" y="4780763"/>
                <a:ext cx="338554" cy="349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/>
                  <a:t>Y</a:t>
                </a:r>
              </a:p>
            </p:txBody>
          </p:sp>
        </p:grpSp>
        <p:sp>
          <p:nvSpPr>
            <p:cNvPr id="17494" name="TextBox 268">
              <a:extLst>
                <a:ext uri="{FF2B5EF4-FFF2-40B4-BE49-F238E27FC236}">
                  <a16:creationId xmlns:a16="http://schemas.microsoft.com/office/drawing/2014/main" id="{78CC77CC-5736-2FB8-0812-9388EF3037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0688" y="6351588"/>
              <a:ext cx="1912937" cy="320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600">
                  <a:latin typeface="Courier New" panose="02070309020205020404" pitchFamily="49" charset="0"/>
                </a:rPr>
                <a:t>img::</a:t>
              </a:r>
              <a:r>
                <a:rPr lang="nl-BE" altLang="en-US" sz="1600">
                  <a:solidFill>
                    <a:srgbClr val="005032"/>
                  </a:solidFill>
                  <a:latin typeface="Courier New" panose="02070309020205020404" pitchFamily="49" charset="0"/>
                </a:rPr>
                <a:t>EasyImage</a:t>
              </a:r>
            </a:p>
          </p:txBody>
        </p:sp>
      </p:grpSp>
      <p:grpSp>
        <p:nvGrpSpPr>
          <p:cNvPr id="13" name="Group 168">
            <a:extLst>
              <a:ext uri="{FF2B5EF4-FFF2-40B4-BE49-F238E27FC236}">
                <a16:creationId xmlns:a16="http://schemas.microsoft.com/office/drawing/2014/main" id="{88C78E48-B863-1414-9DC3-FB77CD3C3DF1}"/>
              </a:ext>
            </a:extLst>
          </p:cNvPr>
          <p:cNvGrpSpPr>
            <a:grpSpLocks/>
          </p:cNvGrpSpPr>
          <p:nvPr/>
        </p:nvGrpSpPr>
        <p:grpSpPr bwMode="auto">
          <a:xfrm>
            <a:off x="1397000" y="4067175"/>
            <a:ext cx="1922463" cy="927100"/>
            <a:chOff x="1396974" y="4067176"/>
            <a:chExt cx="1922489" cy="927110"/>
          </a:xfrm>
        </p:grpSpPr>
        <p:cxnSp>
          <p:nvCxnSpPr>
            <p:cNvPr id="17491" name="Straight Arrow Connector 272">
              <a:extLst>
                <a:ext uri="{FF2B5EF4-FFF2-40B4-BE49-F238E27FC236}">
                  <a16:creationId xmlns:a16="http://schemas.microsoft.com/office/drawing/2014/main" id="{BC61470E-B976-A479-41BF-F55E244601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933433" y="4530717"/>
              <a:ext cx="927110" cy="27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92" name="TextBox 278">
              <a:extLst>
                <a:ext uri="{FF2B5EF4-FFF2-40B4-BE49-F238E27FC236}">
                  <a16:creationId xmlns:a16="http://schemas.microsoft.com/office/drawing/2014/main" id="{64758F69-927B-2945-9958-A7B7C4AB47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9875" y="4137025"/>
              <a:ext cx="1779588" cy="608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Transformaties</a:t>
              </a:r>
            </a:p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 &amp; Projectie</a:t>
              </a:r>
            </a:p>
          </p:txBody>
        </p:sp>
      </p:grpSp>
      <p:grpSp>
        <p:nvGrpSpPr>
          <p:cNvPr id="14" name="Group 171">
            <a:extLst>
              <a:ext uri="{FF2B5EF4-FFF2-40B4-BE49-F238E27FC236}">
                <a16:creationId xmlns:a16="http://schemas.microsoft.com/office/drawing/2014/main" id="{85ED8F9A-014B-8D71-1950-0CA35A7DB557}"/>
              </a:ext>
            </a:extLst>
          </p:cNvPr>
          <p:cNvGrpSpPr>
            <a:grpSpLocks/>
          </p:cNvGrpSpPr>
          <p:nvPr/>
        </p:nvGrpSpPr>
        <p:grpSpPr bwMode="auto">
          <a:xfrm>
            <a:off x="3968750" y="4851400"/>
            <a:ext cx="2286000" cy="1787525"/>
            <a:chOff x="3968750" y="4851400"/>
            <a:chExt cx="2286000" cy="1787525"/>
          </a:xfrm>
        </p:grpSpPr>
        <p:grpSp>
          <p:nvGrpSpPr>
            <p:cNvPr id="17439" name="Group 284">
              <a:extLst>
                <a:ext uri="{FF2B5EF4-FFF2-40B4-BE49-F238E27FC236}">
                  <a16:creationId xmlns:a16="http://schemas.microsoft.com/office/drawing/2014/main" id="{3B0FDE8A-FA55-BB22-3933-D2E52E220E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8750" y="4851400"/>
              <a:ext cx="2286000" cy="1787525"/>
              <a:chOff x="539718" y="4852201"/>
              <a:chExt cx="2286016" cy="1786744"/>
            </a:xfrm>
          </p:grpSpPr>
          <p:grpSp>
            <p:nvGrpSpPr>
              <p:cNvPr id="17441" name="Group 237">
                <a:extLst>
                  <a:ext uri="{FF2B5EF4-FFF2-40B4-BE49-F238E27FC236}">
                    <a16:creationId xmlns:a16="http://schemas.microsoft.com/office/drawing/2014/main" id="{9AF22E27-153B-8F6A-2443-E0A8003CB5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8346" y="5065721"/>
                <a:ext cx="1500992" cy="1573213"/>
                <a:chOff x="1181867" y="5065717"/>
                <a:chExt cx="1500992" cy="1573213"/>
              </a:xfrm>
            </p:grpSpPr>
            <p:cxnSp>
              <p:nvCxnSpPr>
                <p:cNvPr id="17446" name="Straight Connector 2191">
                  <a:extLst>
                    <a:ext uri="{FF2B5EF4-FFF2-40B4-BE49-F238E27FC236}">
                      <a16:creationId xmlns:a16="http://schemas.microsoft.com/office/drawing/2014/main" id="{94D8E2A8-8D2D-B481-494A-68BAB524487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897044" y="5851527"/>
                  <a:ext cx="1571621" cy="9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47" name="Straight Connector 2037">
                  <a:extLst>
                    <a:ext uri="{FF2B5EF4-FFF2-40B4-BE49-F238E27FC236}">
                      <a16:creationId xmlns:a16="http://schemas.microsoft.com/office/drawing/2014/main" id="{02F07C41-FC1D-914B-2173-E65342C765E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968353" y="5851530"/>
                  <a:ext cx="1571619" cy="4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48" name="Straight Connector 2053">
                  <a:extLst>
                    <a:ext uri="{FF2B5EF4-FFF2-40B4-BE49-F238E27FC236}">
                      <a16:creationId xmlns:a16="http://schemas.microsoft.com/office/drawing/2014/main" id="{5A36D4A4-CAC8-3402-8EF9-014E9E8531F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039791" y="5851530"/>
                  <a:ext cx="1571621" cy="3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49" name="Straight Connector 2054">
                  <a:extLst>
                    <a:ext uri="{FF2B5EF4-FFF2-40B4-BE49-F238E27FC236}">
                      <a16:creationId xmlns:a16="http://schemas.microsoft.com/office/drawing/2014/main" id="{1D6F0B32-5D66-558A-9288-30D07D9C6583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111228" y="5851529"/>
                  <a:ext cx="1571620" cy="5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50" name="Straight Connector 2055">
                  <a:extLst>
                    <a:ext uri="{FF2B5EF4-FFF2-40B4-BE49-F238E27FC236}">
                      <a16:creationId xmlns:a16="http://schemas.microsoft.com/office/drawing/2014/main" id="{06623405-F9C5-7A94-E18E-54D8671AB051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182666" y="5851529"/>
                  <a:ext cx="1571621" cy="4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51" name="Straight Connector 2056">
                  <a:extLst>
                    <a:ext uri="{FF2B5EF4-FFF2-40B4-BE49-F238E27FC236}">
                      <a16:creationId xmlns:a16="http://schemas.microsoft.com/office/drawing/2014/main" id="{BF739C70-A87E-B591-F35F-E601C0D4CD5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254104" y="5851529"/>
                  <a:ext cx="1571619" cy="6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52" name="Straight Connector 2057">
                  <a:extLst>
                    <a:ext uri="{FF2B5EF4-FFF2-40B4-BE49-F238E27FC236}">
                      <a16:creationId xmlns:a16="http://schemas.microsoft.com/office/drawing/2014/main" id="{37598F25-3380-6E1B-10AD-A2CF2230158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325542" y="5851529"/>
                  <a:ext cx="1571621" cy="5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53" name="Straight Connector 2058">
                  <a:extLst>
                    <a:ext uri="{FF2B5EF4-FFF2-40B4-BE49-F238E27FC236}">
                      <a16:creationId xmlns:a16="http://schemas.microsoft.com/office/drawing/2014/main" id="{63945226-B520-5381-3A07-D56B5B2FC6B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396980" y="5851529"/>
                  <a:ext cx="1571619" cy="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54" name="Straight Connector 2059">
                  <a:extLst>
                    <a:ext uri="{FF2B5EF4-FFF2-40B4-BE49-F238E27FC236}">
                      <a16:creationId xmlns:a16="http://schemas.microsoft.com/office/drawing/2014/main" id="{C6254C00-577F-07F5-AC95-9369EADE459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468417" y="5851528"/>
                  <a:ext cx="1571621" cy="6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55" name="Straight Connector 2060">
                  <a:extLst>
                    <a:ext uri="{FF2B5EF4-FFF2-40B4-BE49-F238E27FC236}">
                      <a16:creationId xmlns:a16="http://schemas.microsoft.com/office/drawing/2014/main" id="{A55F09E5-1466-237A-029A-EF032BF6A12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539855" y="5851528"/>
                  <a:ext cx="1571619" cy="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56" name="Straight Connector 2061">
                  <a:extLst>
                    <a:ext uri="{FF2B5EF4-FFF2-40B4-BE49-F238E27FC236}">
                      <a16:creationId xmlns:a16="http://schemas.microsoft.com/office/drawing/2014/main" id="{9F3CA012-F723-9D43-5BD8-5A61861D32F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611293" y="5851528"/>
                  <a:ext cx="1571621" cy="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57" name="Straight Connector 2062">
                  <a:extLst>
                    <a:ext uri="{FF2B5EF4-FFF2-40B4-BE49-F238E27FC236}">
                      <a16:creationId xmlns:a16="http://schemas.microsoft.com/office/drawing/2014/main" id="{519B47C3-B17A-2CDD-F465-18E56C82FCE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682731" y="5851528"/>
                  <a:ext cx="1571619" cy="9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58" name="Straight Connector 2063">
                  <a:extLst>
                    <a:ext uri="{FF2B5EF4-FFF2-40B4-BE49-F238E27FC236}">
                      <a16:creationId xmlns:a16="http://schemas.microsoft.com/office/drawing/2014/main" id="{16761CB6-5603-2981-842E-DC875E3AAA6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754168" y="5851527"/>
                  <a:ext cx="1571621" cy="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59" name="Straight Connector 2064">
                  <a:extLst>
                    <a:ext uri="{FF2B5EF4-FFF2-40B4-BE49-F238E27FC236}">
                      <a16:creationId xmlns:a16="http://schemas.microsoft.com/office/drawing/2014/main" id="{A255D49D-D412-9601-F369-AFFECBF9619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825606" y="5851527"/>
                  <a:ext cx="1571619" cy="10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60" name="Straight Connector 2065">
                  <a:extLst>
                    <a:ext uri="{FF2B5EF4-FFF2-40B4-BE49-F238E27FC236}">
                      <a16:creationId xmlns:a16="http://schemas.microsoft.com/office/drawing/2014/main" id="{754E1CB7-8E80-CE81-C247-11EAE4DE9FE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896915" y="5851530"/>
                  <a:ext cx="1571621" cy="2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61" name="Straight Connector 2066">
                  <a:extLst>
                    <a:ext uri="{FF2B5EF4-FFF2-40B4-BE49-F238E27FC236}">
                      <a16:creationId xmlns:a16="http://schemas.microsoft.com/office/drawing/2014/main" id="{AAF075E2-E318-2F33-2907-C78D9F25873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825478" y="5851531"/>
                  <a:ext cx="1571619" cy="3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62" name="Straight Connector 2067">
                  <a:extLst>
                    <a:ext uri="{FF2B5EF4-FFF2-40B4-BE49-F238E27FC236}">
                      <a16:creationId xmlns:a16="http://schemas.microsoft.com/office/drawing/2014/main" id="{01352AF2-6A53-F9B9-344D-C249843E03C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754040" y="5851531"/>
                  <a:ext cx="1571621" cy="1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63" name="Straight Connector 2068">
                  <a:extLst>
                    <a:ext uri="{FF2B5EF4-FFF2-40B4-BE49-F238E27FC236}">
                      <a16:creationId xmlns:a16="http://schemas.microsoft.com/office/drawing/2014/main" id="{E4DED255-C89B-AF60-9FC9-10284971A171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82602" y="5851531"/>
                  <a:ext cx="1571619" cy="2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64" name="Straight Connector 2082">
                  <a:extLst>
                    <a:ext uri="{FF2B5EF4-FFF2-40B4-BE49-F238E27FC236}">
                      <a16:creationId xmlns:a16="http://schemas.microsoft.com/office/drawing/2014/main" id="{8CD48AC1-718B-72B5-A4EE-06ACD7AD6C7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065717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65" name="Straight Connector 2083">
                  <a:extLst>
                    <a:ext uri="{FF2B5EF4-FFF2-40B4-BE49-F238E27FC236}">
                      <a16:creationId xmlns:a16="http://schemas.microsoft.com/office/drawing/2014/main" id="{380AD7B7-5358-7BFD-2D1E-1C3C09BB911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137155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66" name="Straight Connector 2084">
                  <a:extLst>
                    <a:ext uri="{FF2B5EF4-FFF2-40B4-BE49-F238E27FC236}">
                      <a16:creationId xmlns:a16="http://schemas.microsoft.com/office/drawing/2014/main" id="{9EA07DCC-28A9-3DD4-9530-0D23FF99D7E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208592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67" name="Straight Connector 2085">
                  <a:extLst>
                    <a:ext uri="{FF2B5EF4-FFF2-40B4-BE49-F238E27FC236}">
                      <a16:creationId xmlns:a16="http://schemas.microsoft.com/office/drawing/2014/main" id="{4E505789-264C-EDA9-1116-D32FDFA7E9BB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280030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68" name="Straight Connector 2086">
                  <a:extLst>
                    <a:ext uri="{FF2B5EF4-FFF2-40B4-BE49-F238E27FC236}">
                      <a16:creationId xmlns:a16="http://schemas.microsoft.com/office/drawing/2014/main" id="{720FB881-36D2-B471-5033-E0C54D2A6CC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351467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69" name="Straight Connector 2087">
                  <a:extLst>
                    <a:ext uri="{FF2B5EF4-FFF2-40B4-BE49-F238E27FC236}">
                      <a16:creationId xmlns:a16="http://schemas.microsoft.com/office/drawing/2014/main" id="{0867653C-B675-7BC2-A785-955EEADB4FF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422905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70" name="Straight Connector 2088">
                  <a:extLst>
                    <a:ext uri="{FF2B5EF4-FFF2-40B4-BE49-F238E27FC236}">
                      <a16:creationId xmlns:a16="http://schemas.microsoft.com/office/drawing/2014/main" id="{364116CD-A875-C28F-59A7-4FBF40E0D031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494342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71" name="Straight Connector 2089">
                  <a:extLst>
                    <a:ext uri="{FF2B5EF4-FFF2-40B4-BE49-F238E27FC236}">
                      <a16:creationId xmlns:a16="http://schemas.microsoft.com/office/drawing/2014/main" id="{B7049866-FC62-0CFD-4632-33E2FFAF386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565780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72" name="Straight Connector 2090">
                  <a:extLst>
                    <a:ext uri="{FF2B5EF4-FFF2-40B4-BE49-F238E27FC236}">
                      <a16:creationId xmlns:a16="http://schemas.microsoft.com/office/drawing/2014/main" id="{DC48DF09-C228-3591-DD5B-4611435C149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637217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73" name="Straight Connector 2091">
                  <a:extLst>
                    <a:ext uri="{FF2B5EF4-FFF2-40B4-BE49-F238E27FC236}">
                      <a16:creationId xmlns:a16="http://schemas.microsoft.com/office/drawing/2014/main" id="{2C33237A-F42E-8C68-FF60-7505043B027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708655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74" name="Straight Connector 2092">
                  <a:extLst>
                    <a:ext uri="{FF2B5EF4-FFF2-40B4-BE49-F238E27FC236}">
                      <a16:creationId xmlns:a16="http://schemas.microsoft.com/office/drawing/2014/main" id="{7D904AC5-03F2-ACC5-73FF-F5BB6830A0A1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780092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75" name="Straight Connector 2093">
                  <a:extLst>
                    <a:ext uri="{FF2B5EF4-FFF2-40B4-BE49-F238E27FC236}">
                      <a16:creationId xmlns:a16="http://schemas.microsoft.com/office/drawing/2014/main" id="{12056938-C114-B7C2-B71F-787F7704DF83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851530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76" name="Straight Connector 2094">
                  <a:extLst>
                    <a:ext uri="{FF2B5EF4-FFF2-40B4-BE49-F238E27FC236}">
                      <a16:creationId xmlns:a16="http://schemas.microsoft.com/office/drawing/2014/main" id="{D28DAC2C-2C20-60D2-5927-B9C47A229C8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922967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77" name="Straight Connector 2095">
                  <a:extLst>
                    <a:ext uri="{FF2B5EF4-FFF2-40B4-BE49-F238E27FC236}">
                      <a16:creationId xmlns:a16="http://schemas.microsoft.com/office/drawing/2014/main" id="{E7F5994D-3A18-9D23-2C68-096AB8A69B4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5994405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78" name="Straight Connector 2096">
                  <a:extLst>
                    <a:ext uri="{FF2B5EF4-FFF2-40B4-BE49-F238E27FC236}">
                      <a16:creationId xmlns:a16="http://schemas.microsoft.com/office/drawing/2014/main" id="{01C16908-0039-A741-1FEA-E59536729E2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6065842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79" name="Straight Connector 2097">
                  <a:extLst>
                    <a:ext uri="{FF2B5EF4-FFF2-40B4-BE49-F238E27FC236}">
                      <a16:creationId xmlns:a16="http://schemas.microsoft.com/office/drawing/2014/main" id="{27F30AF2-5B76-8970-0093-F8136B9A4F7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6137280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80" name="Straight Connector 2098">
                  <a:extLst>
                    <a:ext uri="{FF2B5EF4-FFF2-40B4-BE49-F238E27FC236}">
                      <a16:creationId xmlns:a16="http://schemas.microsoft.com/office/drawing/2014/main" id="{308F1139-616F-5B81-A873-DC0C71A0163C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6208717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81" name="Straight Connector 2099">
                  <a:extLst>
                    <a:ext uri="{FF2B5EF4-FFF2-40B4-BE49-F238E27FC236}">
                      <a16:creationId xmlns:a16="http://schemas.microsoft.com/office/drawing/2014/main" id="{FC128E23-509B-66DB-6CEC-C1AB1596608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6280155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82" name="Straight Connector 2101">
                  <a:extLst>
                    <a:ext uri="{FF2B5EF4-FFF2-40B4-BE49-F238E27FC236}">
                      <a16:creationId xmlns:a16="http://schemas.microsoft.com/office/drawing/2014/main" id="{964BFA7F-B589-08D5-D5D6-6D4644E0352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11164" y="5851531"/>
                  <a:ext cx="1571621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83" name="Straight Connector 2102">
                  <a:extLst>
                    <a:ext uri="{FF2B5EF4-FFF2-40B4-BE49-F238E27FC236}">
                      <a16:creationId xmlns:a16="http://schemas.microsoft.com/office/drawing/2014/main" id="{49299E0F-5C10-6C10-5CC3-1319173C56E4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539727" y="5851532"/>
                  <a:ext cx="1571619" cy="1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84" name="Straight Connector 2103">
                  <a:extLst>
                    <a:ext uri="{FF2B5EF4-FFF2-40B4-BE49-F238E27FC236}">
                      <a16:creationId xmlns:a16="http://schemas.microsoft.com/office/drawing/2014/main" id="{E39B8FE3-EE98-80B2-AF17-CD23EE57175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469074" y="5850745"/>
                  <a:ext cx="1571636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85" name="Straight Connector 2104">
                  <a:extLst>
                    <a:ext uri="{FF2B5EF4-FFF2-40B4-BE49-F238E27FC236}">
                      <a16:creationId xmlns:a16="http://schemas.microsoft.com/office/drawing/2014/main" id="{C04A989F-7D76-210F-C821-ED13F542C28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6351592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86" name="Straight Connector 2105">
                  <a:extLst>
                    <a:ext uri="{FF2B5EF4-FFF2-40B4-BE49-F238E27FC236}">
                      <a16:creationId xmlns:a16="http://schemas.microsoft.com/office/drawing/2014/main" id="{B19B0498-20E1-9601-9E60-FC10EF0D1AE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6423030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87" name="Straight Connector 2106">
                  <a:extLst>
                    <a:ext uri="{FF2B5EF4-FFF2-40B4-BE49-F238E27FC236}">
                      <a16:creationId xmlns:a16="http://schemas.microsoft.com/office/drawing/2014/main" id="{29CEE8F5-13ED-230C-2DB3-E93994E3D6DF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6494467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88" name="Straight Connector 2107">
                  <a:extLst>
                    <a:ext uri="{FF2B5EF4-FFF2-40B4-BE49-F238E27FC236}">
                      <a16:creationId xmlns:a16="http://schemas.microsoft.com/office/drawing/2014/main" id="{7B2A2042-550D-FAE3-7CC4-041E08EEF1A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6565905"/>
                  <a:ext cx="1500188" cy="158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89" name="Straight Connector 2108">
                  <a:extLst>
                    <a:ext uri="{FF2B5EF4-FFF2-40B4-BE49-F238E27FC236}">
                      <a16:creationId xmlns:a16="http://schemas.microsoft.com/office/drawing/2014/main" id="{01DD4DB8-CE7D-2BF1-70FC-FE8A12DC3F0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182660" y="6637342"/>
                  <a:ext cx="1500188" cy="1588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7490" name="Straight Connector 2109">
                  <a:extLst>
                    <a:ext uri="{FF2B5EF4-FFF2-40B4-BE49-F238E27FC236}">
                      <a16:creationId xmlns:a16="http://schemas.microsoft.com/office/drawing/2014/main" id="{3876D7F3-3887-EE9F-6E41-B2AD72F1352A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396058" y="5851533"/>
                  <a:ext cx="1572412" cy="793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17442" name="Straight Arrow Connector 286">
                <a:extLst>
                  <a:ext uri="{FF2B5EF4-FFF2-40B4-BE49-F238E27FC236}">
                    <a16:creationId xmlns:a16="http://schemas.microsoft.com/office/drawing/2014/main" id="{D0786900-1C2D-6E93-FE77-5BFD98D7E19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68346" y="6637357"/>
                <a:ext cx="1857388" cy="794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43" name="Straight Arrow Connector 287">
                <a:extLst>
                  <a:ext uri="{FF2B5EF4-FFF2-40B4-BE49-F238E27FC236}">
                    <a16:creationId xmlns:a16="http://schemas.microsoft.com/office/drawing/2014/main" id="{A785900F-5A18-2B46-BFD7-D3ABE892617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74974" y="5744779"/>
                <a:ext cx="1786744" cy="1588"/>
              </a:xfrm>
              <a:prstGeom prst="straightConnector1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444" name="TextBox 288">
                <a:extLst>
                  <a:ext uri="{FF2B5EF4-FFF2-40B4-BE49-F238E27FC236}">
                    <a16:creationId xmlns:a16="http://schemas.microsoft.com/office/drawing/2014/main" id="{51AE76BA-F4DF-6A5B-E235-72B7DC5449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8544" y="6280961"/>
                <a:ext cx="338554" cy="349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/>
                  <a:t>X</a:t>
                </a:r>
              </a:p>
            </p:txBody>
          </p:sp>
          <p:sp>
            <p:nvSpPr>
              <p:cNvPr id="17445" name="TextBox 289">
                <a:extLst>
                  <a:ext uri="{FF2B5EF4-FFF2-40B4-BE49-F238E27FC236}">
                    <a16:creationId xmlns:a16="http://schemas.microsoft.com/office/drawing/2014/main" id="{FEED7E8E-ABB4-8E65-115E-68352DC42A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9718" y="4994283"/>
                <a:ext cx="338554" cy="3499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>
                  <a:lnSpc>
                    <a:spcPct val="93000"/>
                  </a:lnSpc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r>
                  <a:rPr lang="nl-BE" altLang="en-US"/>
                  <a:t>Y</a:t>
                </a:r>
              </a:p>
            </p:txBody>
          </p:sp>
        </p:grpSp>
        <p:sp>
          <p:nvSpPr>
            <p:cNvPr id="17440" name="Cube 352">
              <a:extLst>
                <a:ext uri="{FF2B5EF4-FFF2-40B4-BE49-F238E27FC236}">
                  <a16:creationId xmlns:a16="http://schemas.microsoft.com/office/drawing/2014/main" id="{5124ED76-FE04-8348-6953-DB926C4F0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0250" y="5208588"/>
              <a:ext cx="1225550" cy="1285875"/>
            </a:xfrm>
            <a:prstGeom prst="cube">
              <a:avLst>
                <a:gd name="adj" fmla="val 25000"/>
              </a:avLst>
            </a:prstGeom>
            <a:noFill/>
            <a:ln w="28575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</p:grpSp>
      <p:grpSp>
        <p:nvGrpSpPr>
          <p:cNvPr id="17" name="Group 164">
            <a:extLst>
              <a:ext uri="{FF2B5EF4-FFF2-40B4-BE49-F238E27FC236}">
                <a16:creationId xmlns:a16="http://schemas.microsoft.com/office/drawing/2014/main" id="{2E2A3AD5-D950-E44C-4320-FA296ACF35D4}"/>
              </a:ext>
            </a:extLst>
          </p:cNvPr>
          <p:cNvGrpSpPr>
            <a:grpSpLocks/>
          </p:cNvGrpSpPr>
          <p:nvPr/>
        </p:nvGrpSpPr>
        <p:grpSpPr bwMode="auto">
          <a:xfrm>
            <a:off x="3049588" y="2636838"/>
            <a:ext cx="2928937" cy="608012"/>
            <a:chOff x="3049588" y="2636838"/>
            <a:chExt cx="2928937" cy="608012"/>
          </a:xfrm>
        </p:grpSpPr>
        <p:sp>
          <p:nvSpPr>
            <p:cNvPr id="17437" name="TextBox 279">
              <a:extLst>
                <a:ext uri="{FF2B5EF4-FFF2-40B4-BE49-F238E27FC236}">
                  <a16:creationId xmlns:a16="http://schemas.microsoft.com/office/drawing/2014/main" id="{71DD170A-75B5-4508-9C01-1602B6AA7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7250" y="2636838"/>
              <a:ext cx="1724025" cy="608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Genereren van</a:t>
              </a:r>
            </a:p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/>
                <a:t>3D Figuren</a:t>
              </a:r>
            </a:p>
          </p:txBody>
        </p:sp>
        <p:cxnSp>
          <p:nvCxnSpPr>
            <p:cNvPr id="17438" name="Straight Arrow Connector 359">
              <a:extLst>
                <a:ext uri="{FF2B5EF4-FFF2-40B4-BE49-F238E27FC236}">
                  <a16:creationId xmlns:a16="http://schemas.microsoft.com/office/drawing/2014/main" id="{C6E4BA5D-66E4-749F-733D-15603B96B6C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049588" y="2646363"/>
              <a:ext cx="2928937" cy="1587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8" name="Group 167">
            <a:extLst>
              <a:ext uri="{FF2B5EF4-FFF2-40B4-BE49-F238E27FC236}">
                <a16:creationId xmlns:a16="http://schemas.microsoft.com/office/drawing/2014/main" id="{1F7DA13E-F378-0255-FF03-6E8B2B6D99A9}"/>
              </a:ext>
            </a:extLst>
          </p:cNvPr>
          <p:cNvGrpSpPr>
            <a:grpSpLocks/>
          </p:cNvGrpSpPr>
          <p:nvPr/>
        </p:nvGrpSpPr>
        <p:grpSpPr bwMode="auto">
          <a:xfrm>
            <a:off x="2540000" y="5708650"/>
            <a:ext cx="1816100" cy="908050"/>
            <a:chOff x="2540000" y="5708650"/>
            <a:chExt cx="1815808" cy="907482"/>
          </a:xfrm>
        </p:grpSpPr>
        <p:cxnSp>
          <p:nvCxnSpPr>
            <p:cNvPr id="17435" name="Straight Arrow Connector 44">
              <a:extLst>
                <a:ext uri="{FF2B5EF4-FFF2-40B4-BE49-F238E27FC236}">
                  <a16:creationId xmlns:a16="http://schemas.microsoft.com/office/drawing/2014/main" id="{FDB016AD-8D78-8CE3-71CB-C4152D4BD12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540000" y="5708650"/>
              <a:ext cx="1785938" cy="284163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36" name="TextBox 365">
              <a:extLst>
                <a:ext uri="{FF2B5EF4-FFF2-40B4-BE49-F238E27FC236}">
                  <a16:creationId xmlns:a16="http://schemas.microsoft.com/office/drawing/2014/main" id="{7CD2699E-9B6A-74E5-49DD-4DE498D0A0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1420" y="6065853"/>
              <a:ext cx="1744388" cy="550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600"/>
                <a:t>Omzetten naar </a:t>
              </a:r>
            </a:p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600"/>
                <a:t>pixel-coördinaten</a:t>
              </a:r>
            </a:p>
          </p:txBody>
        </p:sp>
      </p:grpSp>
      <p:grpSp>
        <p:nvGrpSpPr>
          <p:cNvPr id="19" name="Group 374">
            <a:extLst>
              <a:ext uri="{FF2B5EF4-FFF2-40B4-BE49-F238E27FC236}">
                <a16:creationId xmlns:a16="http://schemas.microsoft.com/office/drawing/2014/main" id="{F6B8DEE7-B096-7DEC-762B-8E0371B2E0D3}"/>
              </a:ext>
            </a:extLst>
          </p:cNvPr>
          <p:cNvGrpSpPr>
            <a:grpSpLocks/>
          </p:cNvGrpSpPr>
          <p:nvPr/>
        </p:nvGrpSpPr>
        <p:grpSpPr bwMode="auto">
          <a:xfrm>
            <a:off x="6111875" y="5351463"/>
            <a:ext cx="1866900" cy="782637"/>
            <a:chOff x="6111882" y="5351473"/>
            <a:chExt cx="1867122" cy="782555"/>
          </a:xfrm>
        </p:grpSpPr>
        <p:cxnSp>
          <p:nvCxnSpPr>
            <p:cNvPr id="17433" name="Straight Arrow Connector 275">
              <a:extLst>
                <a:ext uri="{FF2B5EF4-FFF2-40B4-BE49-F238E27FC236}">
                  <a16:creationId xmlns:a16="http://schemas.microsoft.com/office/drawing/2014/main" id="{6A7200DA-0B58-3405-3658-BC5E3AC959C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111882" y="5351473"/>
              <a:ext cx="1785950" cy="285752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34" name="TextBox 366">
              <a:extLst>
                <a:ext uri="{FF2B5EF4-FFF2-40B4-BE49-F238E27FC236}">
                  <a16:creationId xmlns:a16="http://schemas.microsoft.com/office/drawing/2014/main" id="{B20F5606-74AE-BAF6-6E5A-9CC721B1C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3320" y="5637225"/>
              <a:ext cx="1795684" cy="496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400" b="1">
                  <a:latin typeface="Courier New" panose="02070309020205020404" pitchFamily="49" charset="0"/>
                </a:rPr>
                <a:t>EasyImage::</a:t>
              </a:r>
            </a:p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400" b="1">
                  <a:latin typeface="Courier New" panose="02070309020205020404" pitchFamily="49" charset="0"/>
                </a:rPr>
                <a:t>  draw_line(…);</a:t>
              </a:r>
            </a:p>
          </p:txBody>
        </p:sp>
      </p:grpSp>
      <p:sp>
        <p:nvSpPr>
          <p:cNvPr id="5145" name="TextBox 371">
            <a:extLst>
              <a:ext uri="{FF2B5EF4-FFF2-40B4-BE49-F238E27FC236}">
                <a16:creationId xmlns:a16="http://schemas.microsoft.com/office/drawing/2014/main" id="{5A46F5D0-7B2B-C593-80D8-12C476A28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0438" y="4851400"/>
            <a:ext cx="18002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>
                <a:solidFill>
                  <a:srgbClr val="FF0000"/>
                </a:solidFill>
              </a:rPr>
              <a:t>Z-coördinaten ?</a:t>
            </a:r>
          </a:p>
        </p:txBody>
      </p:sp>
      <p:grpSp>
        <p:nvGrpSpPr>
          <p:cNvPr id="20" name="Group 375">
            <a:extLst>
              <a:ext uri="{FF2B5EF4-FFF2-40B4-BE49-F238E27FC236}">
                <a16:creationId xmlns:a16="http://schemas.microsoft.com/office/drawing/2014/main" id="{6F2768B7-6049-8E32-7301-5F6F73EB9D25}"/>
              </a:ext>
            </a:extLst>
          </p:cNvPr>
          <p:cNvGrpSpPr>
            <a:grpSpLocks/>
          </p:cNvGrpSpPr>
          <p:nvPr/>
        </p:nvGrpSpPr>
        <p:grpSpPr bwMode="auto">
          <a:xfrm>
            <a:off x="6040438" y="5351463"/>
            <a:ext cx="2117725" cy="577850"/>
            <a:chOff x="5468940" y="3922713"/>
            <a:chExt cx="2117887" cy="578461"/>
          </a:xfrm>
        </p:grpSpPr>
        <p:cxnSp>
          <p:nvCxnSpPr>
            <p:cNvPr id="17431" name="Straight Arrow Connector 372">
              <a:extLst>
                <a:ext uri="{FF2B5EF4-FFF2-40B4-BE49-F238E27FC236}">
                  <a16:creationId xmlns:a16="http://schemas.microsoft.com/office/drawing/2014/main" id="{A9340B7D-0871-A2C1-68E4-74F6A86D390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540378" y="3922713"/>
              <a:ext cx="1785950" cy="285752"/>
            </a:xfrm>
            <a:prstGeom prst="straightConnector1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32" name="TextBox 373">
              <a:extLst>
                <a:ext uri="{FF2B5EF4-FFF2-40B4-BE49-F238E27FC236}">
                  <a16:creationId xmlns:a16="http://schemas.microsoft.com/office/drawing/2014/main" id="{61C639EC-7BB1-040C-6541-A2EF3FE211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8940" y="4208465"/>
              <a:ext cx="2117887" cy="2927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r>
                <a:rPr lang="nl-BE" altLang="en-US" sz="1400" b="1">
                  <a:solidFill>
                    <a:srgbClr val="FF0000"/>
                  </a:solidFill>
                  <a:latin typeface="Courier New" panose="02070309020205020404" pitchFamily="49" charset="0"/>
                </a:rPr>
                <a:t>draw_zbuf_line(…);</a:t>
              </a:r>
            </a:p>
          </p:txBody>
        </p:sp>
      </p:grpSp>
      <p:grpSp>
        <p:nvGrpSpPr>
          <p:cNvPr id="21" name="Group 173">
            <a:extLst>
              <a:ext uri="{FF2B5EF4-FFF2-40B4-BE49-F238E27FC236}">
                <a16:creationId xmlns:a16="http://schemas.microsoft.com/office/drawing/2014/main" id="{F16F56E1-26EF-C02C-1D41-F3820F1A2E08}"/>
              </a:ext>
            </a:extLst>
          </p:cNvPr>
          <p:cNvGrpSpPr>
            <a:grpSpLocks/>
          </p:cNvGrpSpPr>
          <p:nvPr/>
        </p:nvGrpSpPr>
        <p:grpSpPr bwMode="auto">
          <a:xfrm>
            <a:off x="1611313" y="4137025"/>
            <a:ext cx="5329237" cy="714375"/>
            <a:chOff x="1611288" y="4137027"/>
            <a:chExt cx="5329397" cy="714373"/>
          </a:xfrm>
        </p:grpSpPr>
        <p:sp>
          <p:nvSpPr>
            <p:cNvPr id="17429" name="Rectangle 376">
              <a:extLst>
                <a:ext uri="{FF2B5EF4-FFF2-40B4-BE49-F238E27FC236}">
                  <a16:creationId xmlns:a16="http://schemas.microsoft.com/office/drawing/2014/main" id="{AAFA69CA-7A64-C37E-3C6A-2641DABAE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288" y="4137027"/>
              <a:ext cx="1571636" cy="642938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  <p:cxnSp>
          <p:nvCxnSpPr>
            <p:cNvPr id="17430" name="Shape 400">
              <a:extLst>
                <a:ext uri="{FF2B5EF4-FFF2-40B4-BE49-F238E27FC236}">
                  <a16:creationId xmlns:a16="http://schemas.microsoft.com/office/drawing/2014/main" id="{B51F0A17-5528-A5FC-43A3-0BE4D9CBAA06}"/>
                </a:ext>
              </a:extLst>
            </p:cNvPr>
            <p:cNvCxnSpPr>
              <a:cxnSpLocks noChangeShapeType="1"/>
              <a:stCxn id="5145" idx="0"/>
              <a:endCxn id="17492" idx="3"/>
            </p:cNvCxnSpPr>
            <p:nvPr/>
          </p:nvCxnSpPr>
          <p:spPr bwMode="auto">
            <a:xfrm rot="16200000" flipV="1">
              <a:off x="4924890" y="2835605"/>
              <a:ext cx="410368" cy="3621222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2" name="Group 175">
            <a:extLst>
              <a:ext uri="{FF2B5EF4-FFF2-40B4-BE49-F238E27FC236}">
                <a16:creationId xmlns:a16="http://schemas.microsoft.com/office/drawing/2014/main" id="{77CDC916-E83E-7D26-962A-36A4DFD1C0A9}"/>
              </a:ext>
            </a:extLst>
          </p:cNvPr>
          <p:cNvGrpSpPr>
            <a:grpSpLocks/>
          </p:cNvGrpSpPr>
          <p:nvPr/>
        </p:nvGrpSpPr>
        <p:grpSpPr bwMode="auto">
          <a:xfrm>
            <a:off x="968375" y="5929313"/>
            <a:ext cx="6130925" cy="1350962"/>
            <a:chOff x="968346" y="5929323"/>
            <a:chExt cx="6130962" cy="1350973"/>
          </a:xfrm>
        </p:grpSpPr>
        <p:cxnSp>
          <p:nvCxnSpPr>
            <p:cNvPr id="17427" name="Shape 378">
              <a:extLst>
                <a:ext uri="{FF2B5EF4-FFF2-40B4-BE49-F238E27FC236}">
                  <a16:creationId xmlns:a16="http://schemas.microsoft.com/office/drawing/2014/main" id="{CF7626A3-0EFF-68F3-3D37-4EBFC10FFC19}"/>
                </a:ext>
              </a:extLst>
            </p:cNvPr>
            <p:cNvCxnSpPr>
              <a:cxnSpLocks noChangeShapeType="1"/>
              <a:endCxn id="17573" idx="3"/>
            </p:cNvCxnSpPr>
            <p:nvPr/>
          </p:nvCxnSpPr>
          <p:spPr bwMode="auto">
            <a:xfrm rot="5400000">
              <a:off x="3980244" y="3966764"/>
              <a:ext cx="1156505" cy="5081623"/>
            </a:xfrm>
            <a:prstGeom prst="curvedConnector2">
              <a:avLst/>
            </a:prstGeom>
            <a:noFill/>
            <a:ln w="28575">
              <a:solidFill>
                <a:srgbClr val="FF0000"/>
              </a:solidFill>
              <a:prstDash val="sys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28" name="Rectangle 369">
              <a:extLst>
                <a:ext uri="{FF2B5EF4-FFF2-40B4-BE49-F238E27FC236}">
                  <a16:creationId xmlns:a16="http://schemas.microsoft.com/office/drawing/2014/main" id="{73FFE696-BD65-3DEA-619E-C5B9E5A0C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346" y="6851671"/>
              <a:ext cx="1000125" cy="428625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1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nl-BE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998455FE-F00D-0B1E-18B7-544378F76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Datastructuren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A855A743-2A37-C1EA-5D45-D648CD8D4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238" y="1260475"/>
            <a:ext cx="9034462" cy="1876425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Pas de bestaande datastructuren aan om Z-Buffering met lijnen te ondersteunen:</a:t>
            </a:r>
          </a:p>
          <a:p>
            <a:pPr lvl="1"/>
            <a:r>
              <a:rPr lang="nl-BE" altLang="en-US"/>
              <a:t>Voor Z-buffering met lijnen zijn de originele Z-coördinaten van de geprojecteerde punten nodig. Deze moeten dus mee worden opgeslagen in het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Line2D</a:t>
            </a:r>
            <a:r>
              <a:rPr lang="nl-BE" altLang="en-US"/>
              <a:t> Object: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809712-6C94-BDA0-DECC-94D41D76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Z-Buffering met lijnen</a:t>
            </a:r>
            <a:endParaRPr lang="en-GB" dirty="0"/>
          </a:p>
        </p:txBody>
      </p:sp>
      <p:sp>
        <p:nvSpPr>
          <p:cNvPr id="18436" name="Slide Number Placeholder 4">
            <a:extLst>
              <a:ext uri="{FF2B5EF4-FFF2-40B4-BE49-F238E27FC236}">
                <a16:creationId xmlns:a16="http://schemas.microsoft.com/office/drawing/2014/main" id="{0B4AAA1B-BEBA-BCC2-F7CD-E304B6F16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E39F84CB-BB02-9244-8C79-8B1F924CC760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3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7175" name="TextBox 7">
            <a:extLst>
              <a:ext uri="{FF2B5EF4-FFF2-40B4-BE49-F238E27FC236}">
                <a16:creationId xmlns:a16="http://schemas.microsoft.com/office/drawing/2014/main" id="{6BA29E55-953B-43C8-423A-367811825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375" y="3208338"/>
            <a:ext cx="2292350" cy="241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nl-BE" altLang="en-US">
                <a:latin typeface="Courier New" panose="02070309020205020404" pitchFamily="49" charset="0"/>
              </a:rPr>
              <a:t>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</a:rPr>
              <a:t>Line2D </a:t>
            </a:r>
            <a:r>
              <a:rPr lang="nl-BE" altLang="en-US">
                <a:latin typeface="Courier New" panose="02070309020205020404" pitchFamily="49" charset="0"/>
              </a:rPr>
              <a:t>{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</a:rPr>
              <a:t> public:</a:t>
            </a:r>
            <a:br>
              <a:rPr lang="nl-BE" altLang="en-US">
                <a:latin typeface="Courier New" panose="02070309020205020404" pitchFamily="49" charset="0"/>
              </a:rPr>
            </a:br>
            <a:r>
              <a:rPr lang="nl-BE" altLang="en-US">
                <a:latin typeface="Courier New" panose="02070309020205020404" pitchFamily="49" charset="0"/>
              </a:rPr>
              <a:t>	</a:t>
            </a:r>
            <a:r>
              <a:rPr lang="nl-BE" altLang="en-US" b="1">
                <a:latin typeface="Courier New" panose="02070309020205020404" pitchFamily="49" charset="0"/>
              </a:rPr>
              <a:t>Point2D</a:t>
            </a:r>
            <a:r>
              <a:rPr lang="nl-BE" altLang="en-US">
                <a:latin typeface="Courier New" panose="02070309020205020404" pitchFamily="49" charset="0"/>
              </a:rPr>
              <a:t> </a:t>
            </a:r>
            <a:r>
              <a:rPr lang="nl-BE" altLang="en-US">
                <a:solidFill>
                  <a:srgbClr val="1010C4"/>
                </a:solidFill>
                <a:latin typeface="Courier New" panose="02070309020205020404" pitchFamily="49" charset="0"/>
              </a:rPr>
              <a:t>p1</a:t>
            </a:r>
            <a:r>
              <a:rPr lang="nl-BE" altLang="en-US">
                <a:latin typeface="Courier New" panose="02070309020205020404" pitchFamily="49" charset="0"/>
              </a:rPr>
              <a:t>;</a:t>
            </a:r>
            <a:br>
              <a:rPr lang="nl-BE" altLang="en-US">
                <a:latin typeface="Courier New" panose="02070309020205020404" pitchFamily="49" charset="0"/>
              </a:rPr>
            </a:br>
            <a:r>
              <a:rPr lang="nl-BE" altLang="en-US">
                <a:latin typeface="Courier New" panose="02070309020205020404" pitchFamily="49" charset="0"/>
              </a:rPr>
              <a:t>	</a:t>
            </a:r>
            <a:r>
              <a:rPr lang="nl-BE" altLang="en-US" b="1">
                <a:latin typeface="Courier New" panose="02070309020205020404" pitchFamily="49" charset="0"/>
              </a:rPr>
              <a:t>Point2D</a:t>
            </a:r>
            <a:r>
              <a:rPr lang="nl-BE" altLang="en-US">
                <a:latin typeface="Courier New" panose="02070309020205020404" pitchFamily="49" charset="0"/>
              </a:rPr>
              <a:t> </a:t>
            </a:r>
            <a:r>
              <a:rPr lang="nl-BE" altLang="en-US">
                <a:solidFill>
                  <a:srgbClr val="1010C4"/>
                </a:solidFill>
                <a:latin typeface="Courier New" panose="02070309020205020404" pitchFamily="49" charset="0"/>
              </a:rPr>
              <a:t>p2</a:t>
            </a:r>
            <a:r>
              <a:rPr lang="nl-BE" altLang="en-US">
                <a:latin typeface="Courier New" panose="02070309020205020404" pitchFamily="49" charset="0"/>
              </a:rPr>
              <a:t>;</a:t>
            </a:r>
            <a:br>
              <a:rPr lang="nl-BE" altLang="en-US">
                <a:latin typeface="Courier New" panose="02070309020205020404" pitchFamily="49" charset="0"/>
              </a:rPr>
            </a:br>
            <a:r>
              <a:rPr lang="nl-BE" altLang="en-US">
                <a:latin typeface="Courier New" panose="02070309020205020404" pitchFamily="49" charset="0"/>
              </a:rPr>
              <a:t>	</a:t>
            </a:r>
            <a:r>
              <a:rPr lang="nl-BE" altLang="en-US" b="1">
                <a:latin typeface="Courier New" panose="02070309020205020404" pitchFamily="49" charset="0"/>
              </a:rPr>
              <a:t>Color</a:t>
            </a:r>
            <a:r>
              <a:rPr lang="nl-BE" altLang="en-US">
                <a:latin typeface="Courier New" panose="02070309020205020404" pitchFamily="49" charset="0"/>
              </a:rPr>
              <a:t> </a:t>
            </a:r>
            <a:r>
              <a:rPr lang="nl-BE" altLang="en-US">
                <a:solidFill>
                  <a:srgbClr val="1010C4"/>
                </a:solidFill>
                <a:latin typeface="Courier New" panose="02070309020205020404" pitchFamily="49" charset="0"/>
              </a:rPr>
              <a:t>color</a:t>
            </a:r>
            <a:r>
              <a:rPr lang="nl-BE" altLang="en-US">
                <a:latin typeface="Courier New" panose="02070309020205020404" pitchFamily="49" charset="0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nl-BE" altLang="en-US">
              <a:latin typeface="Courier New" panose="02070309020205020404" pitchFamily="49" charset="0"/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>
                <a:latin typeface="Courier New" panose="02070309020205020404" pitchFamily="49" charset="0"/>
              </a:rPr>
              <a:t>	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</a:rPr>
              <a:t>double</a:t>
            </a:r>
            <a:r>
              <a:rPr lang="nl-BE" altLang="en-US">
                <a:latin typeface="Courier New" panose="02070309020205020404" pitchFamily="49" charset="0"/>
              </a:rPr>
              <a:t> </a:t>
            </a:r>
            <a:r>
              <a:rPr lang="nl-BE" altLang="en-US">
                <a:solidFill>
                  <a:srgbClr val="1010C4"/>
                </a:solidFill>
                <a:latin typeface="Courier New" panose="02070309020205020404" pitchFamily="49" charset="0"/>
              </a:rPr>
              <a:t>z1</a:t>
            </a:r>
            <a:r>
              <a:rPr lang="nl-BE" altLang="en-US">
                <a:latin typeface="Courier New" panose="02070309020205020404" pitchFamily="49" charset="0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>
                <a:latin typeface="Courier New" panose="02070309020205020404" pitchFamily="49" charset="0"/>
              </a:rPr>
              <a:t>	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</a:rPr>
              <a:t>double</a:t>
            </a:r>
            <a:r>
              <a:rPr lang="nl-BE" altLang="en-US">
                <a:latin typeface="Courier New" panose="02070309020205020404" pitchFamily="49" charset="0"/>
              </a:rPr>
              <a:t> </a:t>
            </a:r>
            <a:r>
              <a:rPr lang="nl-BE" altLang="en-US">
                <a:solidFill>
                  <a:srgbClr val="1010C4"/>
                </a:solidFill>
                <a:latin typeface="Courier New" panose="02070309020205020404" pitchFamily="49" charset="0"/>
              </a:rPr>
              <a:t>z2</a:t>
            </a:r>
            <a:r>
              <a:rPr lang="nl-BE" altLang="en-US">
                <a:latin typeface="Courier New" panose="02070309020205020404" pitchFamily="49" charset="0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>
                <a:latin typeface="Courier New" panose="02070309020205020404" pitchFamily="49" charset="0"/>
              </a:rPr>
              <a:t>}; 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934F8DF-ADD0-EE66-A5A6-5C5FBD3E5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813" y="5780088"/>
            <a:ext cx="4872037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</a:rPr>
              <a:t>typedef </a:t>
            </a:r>
            <a:r>
              <a:rPr lang="nl-BE" altLang="en-US">
                <a:latin typeface="Courier New" panose="02070309020205020404" pitchFamily="49" charset="0"/>
              </a:rPr>
              <a:t>std::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</a:rPr>
              <a:t>list</a:t>
            </a:r>
            <a:r>
              <a:rPr lang="nl-BE" altLang="en-US">
                <a:latin typeface="Courier New" panose="02070309020205020404" pitchFamily="49" charset="0"/>
              </a:rPr>
              <a:t>&lt;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</a:rPr>
              <a:t>Line2D</a:t>
            </a:r>
            <a:r>
              <a:rPr lang="nl-BE" altLang="en-US">
                <a:latin typeface="Courier New" panose="02070309020205020404" pitchFamily="49" charset="0"/>
              </a:rPr>
              <a:t>&gt;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</a:rPr>
              <a:t> Lines2D</a:t>
            </a:r>
            <a:r>
              <a:rPr lang="nl-BE" altLang="en-US" b="1">
                <a:latin typeface="Courier New" panose="02070309020205020404" pitchFamily="49" charset="0"/>
              </a:rPr>
              <a:t>;</a:t>
            </a:r>
            <a:endParaRPr lang="nl-BE" altLang="en-US">
              <a:latin typeface="Courier New" panose="02070309020205020404" pitchFamily="49" charset="0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C6D36C86-FFC3-9356-8B6C-9A5E93DF6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375" y="3208338"/>
            <a:ext cx="2292350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nl-BE" altLang="en-US">
                <a:latin typeface="Courier New" panose="02070309020205020404" pitchFamily="49" charset="0"/>
              </a:rPr>
              <a:t>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</a:rPr>
              <a:t>Line2D </a:t>
            </a:r>
            <a:r>
              <a:rPr lang="nl-BE" altLang="en-US">
                <a:latin typeface="Courier New" panose="02070309020205020404" pitchFamily="49" charset="0"/>
              </a:rPr>
              <a:t>{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</a:rPr>
              <a:t> public:</a:t>
            </a:r>
            <a:br>
              <a:rPr lang="nl-BE" altLang="en-US">
                <a:latin typeface="Courier New" panose="02070309020205020404" pitchFamily="49" charset="0"/>
              </a:rPr>
            </a:br>
            <a:r>
              <a:rPr lang="nl-BE" altLang="en-US">
                <a:latin typeface="Courier New" panose="02070309020205020404" pitchFamily="49" charset="0"/>
              </a:rPr>
              <a:t>	</a:t>
            </a:r>
            <a:r>
              <a:rPr lang="nl-BE" altLang="en-US" b="1">
                <a:latin typeface="Courier New" panose="02070309020205020404" pitchFamily="49" charset="0"/>
              </a:rPr>
              <a:t>Point2D</a:t>
            </a:r>
            <a:r>
              <a:rPr lang="nl-BE" altLang="en-US">
                <a:latin typeface="Courier New" panose="02070309020205020404" pitchFamily="49" charset="0"/>
              </a:rPr>
              <a:t> </a:t>
            </a:r>
            <a:r>
              <a:rPr lang="nl-BE" altLang="en-US">
                <a:solidFill>
                  <a:srgbClr val="1010C4"/>
                </a:solidFill>
                <a:latin typeface="Courier New" panose="02070309020205020404" pitchFamily="49" charset="0"/>
              </a:rPr>
              <a:t>p1</a:t>
            </a:r>
            <a:r>
              <a:rPr lang="nl-BE" altLang="en-US">
                <a:latin typeface="Courier New" panose="02070309020205020404" pitchFamily="49" charset="0"/>
              </a:rPr>
              <a:t>;</a:t>
            </a:r>
            <a:br>
              <a:rPr lang="nl-BE" altLang="en-US">
                <a:latin typeface="Courier New" panose="02070309020205020404" pitchFamily="49" charset="0"/>
              </a:rPr>
            </a:br>
            <a:r>
              <a:rPr lang="nl-BE" altLang="en-US">
                <a:latin typeface="Courier New" panose="02070309020205020404" pitchFamily="49" charset="0"/>
              </a:rPr>
              <a:t>	</a:t>
            </a:r>
            <a:r>
              <a:rPr lang="nl-BE" altLang="en-US" b="1">
                <a:latin typeface="Courier New" panose="02070309020205020404" pitchFamily="49" charset="0"/>
              </a:rPr>
              <a:t>Point2D</a:t>
            </a:r>
            <a:r>
              <a:rPr lang="nl-BE" altLang="en-US">
                <a:latin typeface="Courier New" panose="02070309020205020404" pitchFamily="49" charset="0"/>
              </a:rPr>
              <a:t> </a:t>
            </a:r>
            <a:r>
              <a:rPr lang="nl-BE" altLang="en-US">
                <a:solidFill>
                  <a:srgbClr val="1010C4"/>
                </a:solidFill>
                <a:latin typeface="Courier New" panose="02070309020205020404" pitchFamily="49" charset="0"/>
              </a:rPr>
              <a:t>p2</a:t>
            </a:r>
            <a:r>
              <a:rPr lang="nl-BE" altLang="en-US">
                <a:latin typeface="Courier New" panose="02070309020205020404" pitchFamily="49" charset="0"/>
              </a:rPr>
              <a:t>;</a:t>
            </a:r>
            <a:br>
              <a:rPr lang="nl-BE" altLang="en-US">
                <a:latin typeface="Courier New" panose="02070309020205020404" pitchFamily="49" charset="0"/>
              </a:rPr>
            </a:br>
            <a:r>
              <a:rPr lang="nl-BE" altLang="en-US">
                <a:latin typeface="Courier New" panose="02070309020205020404" pitchFamily="49" charset="0"/>
              </a:rPr>
              <a:t>	</a:t>
            </a:r>
            <a:r>
              <a:rPr lang="nl-BE" altLang="en-US" b="1">
                <a:latin typeface="Courier New" panose="02070309020205020404" pitchFamily="49" charset="0"/>
              </a:rPr>
              <a:t>Color</a:t>
            </a:r>
            <a:r>
              <a:rPr lang="nl-BE" altLang="en-US">
                <a:latin typeface="Courier New" panose="02070309020205020404" pitchFamily="49" charset="0"/>
              </a:rPr>
              <a:t> </a:t>
            </a:r>
            <a:r>
              <a:rPr lang="nl-BE" altLang="en-US">
                <a:solidFill>
                  <a:srgbClr val="1010C4"/>
                </a:solidFill>
                <a:latin typeface="Courier New" panose="02070309020205020404" pitchFamily="49" charset="0"/>
              </a:rPr>
              <a:t>color</a:t>
            </a:r>
            <a:r>
              <a:rPr lang="nl-BE" altLang="en-US">
                <a:latin typeface="Courier New" panose="02070309020205020404" pitchFamily="49" charset="0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>
                <a:latin typeface="Courier New" panose="02070309020205020404" pitchFamily="49" charset="0"/>
              </a:rPr>
              <a:t>}; 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BAAF29F5-2C10-5D2E-7FD4-4E493196D4AB}"/>
              </a:ext>
            </a:extLst>
          </p:cNvPr>
          <p:cNvGrpSpPr>
            <a:grpSpLocks/>
          </p:cNvGrpSpPr>
          <p:nvPr/>
        </p:nvGrpSpPr>
        <p:grpSpPr bwMode="auto">
          <a:xfrm>
            <a:off x="3825875" y="4708525"/>
            <a:ext cx="4735513" cy="646113"/>
            <a:chOff x="3825866" y="4708531"/>
            <a:chExt cx="4735170" cy="646331"/>
          </a:xfrm>
        </p:grpSpPr>
        <p:sp>
          <p:nvSpPr>
            <p:cNvPr id="18441" name="TextBox 10">
              <a:extLst>
                <a:ext uri="{FF2B5EF4-FFF2-40B4-BE49-F238E27FC236}">
                  <a16:creationId xmlns:a16="http://schemas.microsoft.com/office/drawing/2014/main" id="{AC3F4248-D618-E576-B96D-7D9BA01B40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3188" y="4708531"/>
              <a:ext cx="3377848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nl-BE" altLang="en-US"/>
                <a:t>Deze velden moeten worden </a:t>
              </a:r>
              <a:br>
                <a:rPr lang="nl-BE" altLang="en-US"/>
              </a:br>
              <a:r>
                <a:rPr lang="nl-BE" altLang="en-US"/>
                <a:t>ingevuld tijdens het projecteren</a:t>
              </a:r>
            </a:p>
          </p:txBody>
        </p:sp>
        <p:cxnSp>
          <p:nvCxnSpPr>
            <p:cNvPr id="18442" name="Straight Arrow Connector 359">
              <a:extLst>
                <a:ext uri="{FF2B5EF4-FFF2-40B4-BE49-F238E27FC236}">
                  <a16:creationId xmlns:a16="http://schemas.microsoft.com/office/drawing/2014/main" id="{24F5A104-C748-1DC1-D9EC-60C1F289B8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3825866" y="4994283"/>
              <a:ext cx="1214445" cy="9526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5" grpId="0"/>
      <p:bldP spid="8" grpId="0"/>
      <p:bldP spid="10" grpId="0"/>
      <p:bldP spid="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0C77FE79-FC85-4423-BAF8-CB2AD6E26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Datastructuren</a:t>
            </a:r>
          </a:p>
        </p:txBody>
      </p:sp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19813C79-1257-CFAD-5BA3-BC6B7C9B8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238" y="1260475"/>
            <a:ext cx="9034462" cy="2162175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Maak een datastructuur aan om de ‘ZBuffer’ in bij te houden:</a:t>
            </a:r>
          </a:p>
          <a:p>
            <a:pPr lvl="1"/>
            <a:r>
              <a:rPr lang="nl-BE" altLang="en-US"/>
              <a:t>De Z-buffer houdt voor elke pixel de </a:t>
            </a:r>
            <a:r>
              <a:rPr lang="nl-BE" altLang="en-US" b="1"/>
              <a:t>kleinste</a:t>
            </a:r>
            <a:r>
              <a:rPr lang="nl-BE" altLang="en-US"/>
              <a:t> 1/z waarde bij</a:t>
            </a:r>
          </a:p>
          <a:p>
            <a:pPr lvl="1"/>
            <a:r>
              <a:rPr lang="nl-BE" altLang="en-US"/>
              <a:t>Voor elke pixel wordt de 1/z waarde op +</a:t>
            </a:r>
            <a:r>
              <a:rPr lang="nl-BE" altLang="en-US" sz="2000"/>
              <a:t>∞</a:t>
            </a:r>
            <a:r>
              <a:rPr lang="nl-BE" altLang="en-US"/>
              <a:t> geïnitialiseerd</a:t>
            </a:r>
          </a:p>
          <a:p>
            <a:pPr lvl="1"/>
            <a:r>
              <a:rPr lang="nl-BE" altLang="en-US"/>
              <a:t>Stel zelf een </a:t>
            </a:r>
            <a:r>
              <a:rPr lang="nl-BE" altLang="en-US" b="1"/>
              <a:t>zinvolle</a:t>
            </a:r>
            <a:r>
              <a:rPr lang="nl-BE" altLang="en-US"/>
              <a:t> datastructuur op, of baseer je op de gegeven datastructuur</a:t>
            </a:r>
          </a:p>
          <a:p>
            <a:pPr lvl="2"/>
            <a:r>
              <a:rPr lang="nl-BE" altLang="en-US"/>
              <a:t>De gegeven code dient enkel als </a:t>
            </a:r>
            <a:r>
              <a:rPr lang="nl-BE" altLang="en-US" b="1"/>
              <a:t>voorbeeld</a:t>
            </a:r>
            <a:r>
              <a:rPr lang="nl-BE" altLang="en-US"/>
              <a:t>. Het kan nuttig zijn om, daar waar nodig, de nodige abstracties in te voeren</a:t>
            </a:r>
          </a:p>
          <a:p>
            <a:pPr lvl="2"/>
            <a:endParaRPr lang="nl-BE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F612D-29AB-7329-B0CE-845A56FAA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Z-Buffering met lijnen</a:t>
            </a:r>
            <a:endParaRPr lang="en-GB" dirty="0"/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264945B0-5F97-94CD-DF33-AAC562F11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959FC5BA-C71F-6A47-A1F0-67561A3C9B0B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4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sp>
        <p:nvSpPr>
          <p:cNvPr id="19461" name="TextBox 5">
            <a:extLst>
              <a:ext uri="{FF2B5EF4-FFF2-40B4-BE49-F238E27FC236}">
                <a16:creationId xmlns:a16="http://schemas.microsoft.com/office/drawing/2014/main" id="{7013A6AD-54A3-E044-A64A-C846D1667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0" y="4422775"/>
            <a:ext cx="7767638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</a:rPr>
              <a:t>class</a:t>
            </a:r>
            <a:r>
              <a:rPr lang="nl-BE" altLang="en-US">
                <a:latin typeface="Courier New" panose="02070309020205020404" pitchFamily="49" charset="0"/>
              </a:rPr>
              <a:t> 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</a:rPr>
              <a:t>ZBuffer</a:t>
            </a:r>
            <a:r>
              <a:rPr lang="nl-BE" altLang="en-US">
                <a:latin typeface="Courier New" panose="02070309020205020404" pitchFamily="49" charset="0"/>
              </a:rPr>
              <a:t>: 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</a:rPr>
              <a:t>public</a:t>
            </a:r>
            <a:r>
              <a:rPr lang="nl-BE" altLang="en-US">
                <a:latin typeface="Courier New" panose="02070309020205020404" pitchFamily="49" charset="0"/>
              </a:rPr>
              <a:t> std::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</a:rPr>
              <a:t>vector</a:t>
            </a:r>
            <a:r>
              <a:rPr lang="nl-BE" altLang="en-US">
                <a:latin typeface="Courier New" panose="02070309020205020404" pitchFamily="49" charset="0"/>
              </a:rPr>
              <a:t>&lt;std::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</a:rPr>
              <a:t>vector</a:t>
            </a:r>
            <a:r>
              <a:rPr lang="nl-BE" altLang="en-US">
                <a:latin typeface="Courier New" panose="02070309020205020404" pitchFamily="49" charset="0"/>
              </a:rPr>
              <a:t>&lt;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</a:rPr>
              <a:t>double</a:t>
            </a:r>
            <a:r>
              <a:rPr lang="nl-BE" altLang="en-US">
                <a:latin typeface="Courier New" panose="02070309020205020404" pitchFamily="49" charset="0"/>
              </a:rPr>
              <a:t>&gt; &gt;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>
                <a:latin typeface="Courier New" panose="02070309020205020404" pitchFamily="49" charset="0"/>
              </a:rPr>
              <a:t>{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</a:rPr>
              <a:t>  public</a:t>
            </a:r>
            <a:r>
              <a:rPr lang="nl-BE" altLang="en-US">
                <a:latin typeface="Courier New" panose="02070309020205020404" pitchFamily="49" charset="0"/>
              </a:rPr>
              <a:t>: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>
                <a:latin typeface="Courier New" panose="02070309020205020404" pitchFamily="49" charset="0"/>
              </a:rPr>
              <a:t>	</a:t>
            </a: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</a:rPr>
              <a:t>//Constructor: maakt een Z-Buffer van de correcte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>
                <a:solidFill>
                  <a:srgbClr val="005032"/>
                </a:solidFill>
                <a:latin typeface="Courier New" panose="02070309020205020404" pitchFamily="49" charset="0"/>
              </a:rPr>
              <a:t>	//grootte aan en initialiseert alle velden op +inf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>
                <a:latin typeface="Courier New" panose="02070309020205020404" pitchFamily="49" charset="0"/>
              </a:rPr>
              <a:t>	</a:t>
            </a:r>
            <a:r>
              <a:rPr lang="nl-BE" altLang="en-US" b="1">
                <a:latin typeface="Courier New" panose="02070309020205020404" pitchFamily="49" charset="0"/>
              </a:rPr>
              <a:t>ZBuffer(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</a:rPr>
              <a:t>const</a:t>
            </a:r>
            <a:r>
              <a:rPr lang="nl-BE" altLang="en-US" b="1">
                <a:latin typeface="Courier New" panose="02070309020205020404" pitchFamily="49" charset="0"/>
              </a:rPr>
              <a:t> 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</a:rPr>
              <a:t>int </a:t>
            </a:r>
            <a:r>
              <a:rPr lang="nl-BE" altLang="en-US">
                <a:latin typeface="Courier New" panose="02070309020205020404" pitchFamily="49" charset="0"/>
              </a:rPr>
              <a:t>width, 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</a:rPr>
              <a:t>const</a:t>
            </a:r>
            <a:r>
              <a:rPr lang="nl-BE" altLang="en-US">
                <a:latin typeface="Courier New" panose="02070309020205020404" pitchFamily="49" charset="0"/>
              </a:rPr>
              <a:t> 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</a:rPr>
              <a:t>int </a:t>
            </a:r>
            <a:r>
              <a:rPr lang="nl-BE" altLang="en-US">
                <a:latin typeface="Courier New" panose="02070309020205020404" pitchFamily="49" charset="0"/>
              </a:rPr>
              <a:t>height</a:t>
            </a:r>
            <a:r>
              <a:rPr lang="nl-BE" altLang="en-US" b="1">
                <a:latin typeface="Courier New" panose="02070309020205020404" pitchFamily="49" charset="0"/>
              </a:rPr>
              <a:t>)</a:t>
            </a:r>
            <a:r>
              <a:rPr lang="nl-BE" altLang="en-US">
                <a:latin typeface="Courier New" panose="02070309020205020404" pitchFamily="49" charset="0"/>
              </a:rPr>
              <a:t>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nl-BE" altLang="en-US">
                <a:latin typeface="Courier New" panose="02070309020205020404" pitchFamily="49" charset="0"/>
              </a:rPr>
              <a:t>};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D5222E41-F352-8637-210F-D97D46FF1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Datastructuren</a:t>
            </a:r>
          </a:p>
        </p:txBody>
      </p:sp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5D75323D-FBBC-FF4E-A999-373546F9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063" y="1350963"/>
            <a:ext cx="9034462" cy="500062"/>
          </a:xfrm>
        </p:spPr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Z-buffer voorbeeld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994753-9930-582A-8E05-232697964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Z-Buffering met lijnen</a:t>
            </a:r>
            <a:endParaRPr lang="en-GB" dirty="0"/>
          </a:p>
        </p:txBody>
      </p:sp>
      <p:sp>
        <p:nvSpPr>
          <p:cNvPr id="20484" name="Slide Number Placeholder 4">
            <a:extLst>
              <a:ext uri="{FF2B5EF4-FFF2-40B4-BE49-F238E27FC236}">
                <a16:creationId xmlns:a16="http://schemas.microsoft.com/office/drawing/2014/main" id="{125779B3-A533-4881-D667-F01165A2F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1DD8857B-A4B1-0247-B68A-2DCA8CE16643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5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  <p:pic>
        <p:nvPicPr>
          <p:cNvPr id="20485" name="Picture 6" descr="zbuffer_example-1.png">
            <a:extLst>
              <a:ext uri="{FF2B5EF4-FFF2-40B4-BE49-F238E27FC236}">
                <a16:creationId xmlns:a16="http://schemas.microsoft.com/office/drawing/2014/main" id="{C66005CB-F2A9-C34D-5FC9-08699450D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351088"/>
            <a:ext cx="4575175" cy="2576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7" descr="zbuffer_example-2.png">
            <a:extLst>
              <a:ext uri="{FF2B5EF4-FFF2-40B4-BE49-F238E27FC236}">
                <a16:creationId xmlns:a16="http://schemas.microsoft.com/office/drawing/2014/main" id="{F3D40F4C-2D9A-41ED-9D8B-3A3AB316AA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625" y="2351088"/>
            <a:ext cx="45720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7" name="TextBox 8">
            <a:extLst>
              <a:ext uri="{FF2B5EF4-FFF2-40B4-BE49-F238E27FC236}">
                <a16:creationId xmlns:a16="http://schemas.microsoft.com/office/drawing/2014/main" id="{7965A68F-26BF-B16B-7C3A-53E0DE0D6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563" y="5137150"/>
            <a:ext cx="25447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nl-BE" altLang="en-US"/>
              <a:t>Gerenderde afbeelding</a:t>
            </a:r>
          </a:p>
        </p:txBody>
      </p:sp>
      <p:sp>
        <p:nvSpPr>
          <p:cNvPr id="20488" name="TextBox 9">
            <a:extLst>
              <a:ext uri="{FF2B5EF4-FFF2-40B4-BE49-F238E27FC236}">
                <a16:creationId xmlns:a16="http://schemas.microsoft.com/office/drawing/2014/main" id="{16D1787D-6A91-14C8-5FE0-4935836A1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0500" y="5208588"/>
            <a:ext cx="26431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nl-BE" altLang="en-US"/>
              <a:t>Inhoud van de Z-buffer</a:t>
            </a:r>
          </a:p>
          <a:p>
            <a:pPr eaLnBrk="1" hangingPunct="1"/>
            <a:endParaRPr lang="nl-BE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FD3B5B7B-3719-3EDF-AD62-B715FB3D5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Toepassen van Z-Buffering met lijnen</a:t>
            </a:r>
          </a:p>
        </p:txBody>
      </p:sp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A4B6612B-BD35-D1C6-728B-E148C0A30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Huidige line-drawing implementatie gebruikt:</a:t>
            </a:r>
          </a:p>
          <a:p>
            <a:pPr lvl="1"/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void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img::EasyImage::draw_line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b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unsigned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int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x0, 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unsigned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int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y0, </a:t>
            </a:r>
            <a:b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unsigned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int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x1, 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unsigned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int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y1, </a:t>
            </a:r>
            <a:b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Color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&amp;color);</a:t>
            </a:r>
            <a:r>
              <a:rPr lang="en-US" altLang="en-US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Gebruik voor ZBuffering met lijnen: </a:t>
            </a:r>
            <a:endParaRPr lang="nl-BE" altLang="en-US">
              <a:ea typeface="ＭＳ Ｐゴシック" panose="020B0600070205080204" pitchFamily="34" charset="-128"/>
            </a:endParaRPr>
          </a:p>
          <a:p>
            <a:pPr lvl="1"/>
            <a:r>
              <a:rPr lang="nl-BE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void</a:t>
            </a: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draw_zbuf_line</a:t>
            </a: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b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</a:t>
            </a:r>
            <a:r>
              <a:rPr lang="nl-BE" altLang="en-US" sz="20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Zbuffer </a:t>
            </a: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&amp;, </a:t>
            </a:r>
            <a:b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img::</a:t>
            </a:r>
            <a:r>
              <a:rPr lang="nl-BE" altLang="en-US" sz="20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EasyImage </a:t>
            </a: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&amp;, </a:t>
            </a:r>
            <a:b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unsigned</a:t>
            </a: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int</a:t>
            </a: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x0, 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unsigned</a:t>
            </a: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int</a:t>
            </a: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y0,</a:t>
            </a:r>
            <a:b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 sz="2000" b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z0,</a:t>
            </a:r>
            <a:b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unsigned</a:t>
            </a: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int</a:t>
            </a: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x1, 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unsigned</a:t>
            </a: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int</a:t>
            </a: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y1,</a:t>
            </a:r>
            <a:b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z1,</a:t>
            </a:r>
            <a:b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</a:t>
            </a:r>
            <a:r>
              <a:rPr lang="en-US" altLang="en-US" sz="20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const</a:t>
            </a:r>
            <a:r>
              <a:rPr lang="en-US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20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Color</a:t>
            </a:r>
            <a:r>
              <a:rPr lang="nl-BE" altLang="en-US" sz="20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&amp;color);</a:t>
            </a:r>
          </a:p>
          <a:p>
            <a:pPr>
              <a:buFont typeface="Arial" panose="020B0604020202020204" pitchFamily="34" charset="0"/>
              <a:buNone/>
            </a:pPr>
            <a:endParaRPr lang="nl-BE" altLang="en-US">
              <a:ea typeface="ＭＳ Ｐゴシック" panose="020B0600070205080204" pitchFamily="34" charset="-128"/>
            </a:endParaRPr>
          </a:p>
          <a:p>
            <a:pPr>
              <a:buFont typeface="Arial" panose="020B0604020202020204" pitchFamily="34" charset="0"/>
              <a:buNone/>
            </a:pPr>
            <a:endParaRPr lang="nl-BE" altLang="en-US">
              <a:ea typeface="ＭＳ Ｐゴシック" panose="020B0600070205080204" pitchFamily="34" charset="-128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97474A-2E14-57CA-6325-E70D5620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Z-Buffering met lijnen</a:t>
            </a:r>
            <a:endParaRPr lang="en-GB" dirty="0"/>
          </a:p>
        </p:txBody>
      </p:sp>
      <p:sp>
        <p:nvSpPr>
          <p:cNvPr id="21508" name="Slide Number Placeholder 4">
            <a:extLst>
              <a:ext uri="{FF2B5EF4-FFF2-40B4-BE49-F238E27FC236}">
                <a16:creationId xmlns:a16="http://schemas.microsoft.com/office/drawing/2014/main" id="{C5524AE9-C9C2-76C4-130F-4FE62FE3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43371D52-DB7E-5B41-8868-8608D200F144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6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2E4C521E-4EE1-CF7D-E00B-3DD9C8E82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Toepassen van Z-buffering met lijnen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0CE57B97-6A41-6BA6-FCE2-0DD594DD6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 dirty="0">
                <a:ea typeface="ＭＳ Ｐゴシック" panose="020B0600070205080204" pitchFamily="34" charset="-128"/>
              </a:rPr>
              <a:t>Het Z-buffer algoritme zelf:</a:t>
            </a:r>
          </a:p>
          <a:p>
            <a:pPr lvl="1"/>
            <a:r>
              <a:rPr lang="nl-BE" altLang="en-US" dirty="0"/>
              <a:t>Implementatie van </a:t>
            </a:r>
            <a:r>
              <a:rPr lang="nl-BE" altLang="en-US" sz="1800" b="1" dirty="0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void</a:t>
            </a:r>
            <a:r>
              <a:rPr lang="nl-BE" altLang="en-US" sz="1800" dirty="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nl-BE" altLang="en-US" sz="1800" b="1" dirty="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draw_zbuf_line</a:t>
            </a:r>
            <a:r>
              <a:rPr lang="nl-BE" altLang="en-US" sz="1800" dirty="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(…);</a:t>
            </a:r>
            <a:endParaRPr lang="nl-BE" altLang="en-US" sz="1800" dirty="0"/>
          </a:p>
          <a:p>
            <a:pPr lvl="1"/>
            <a:endParaRPr lang="nl-BE" altLang="en-US" dirty="0"/>
          </a:p>
          <a:p>
            <a:pPr lvl="1"/>
            <a:r>
              <a:rPr lang="nl-BE" altLang="en-US" dirty="0"/>
              <a:t>Welke pixels liggen op de te tekenen lijn ?</a:t>
            </a:r>
          </a:p>
          <a:p>
            <a:pPr lvl="2"/>
            <a:r>
              <a:rPr lang="nl-BE" altLang="en-US" dirty="0"/>
              <a:t>Reeds geïmplementeerd:</a:t>
            </a:r>
          </a:p>
          <a:p>
            <a:pPr lvl="3"/>
            <a:r>
              <a:rPr lang="en-US" altLang="en-US" b="1" dirty="0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void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en-US" b="1" dirty="0" err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img</a:t>
            </a: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::</a:t>
            </a:r>
            <a:r>
              <a:rPr lang="en-US" altLang="en-US" b="1" dirty="0" err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EasyImage</a:t>
            </a: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::</a:t>
            </a:r>
            <a:r>
              <a:rPr lang="en-US" altLang="en-US" b="1" dirty="0" err="1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draw_line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(…);</a:t>
            </a:r>
            <a:endParaRPr lang="nl-BE" altLang="en-US" dirty="0"/>
          </a:p>
          <a:p>
            <a:pPr lvl="1"/>
            <a:endParaRPr lang="nl-BE" altLang="en-US" dirty="0"/>
          </a:p>
          <a:p>
            <a:pPr lvl="1"/>
            <a:r>
              <a:rPr lang="nl-BE" altLang="en-US" dirty="0"/>
              <a:t>Wat is de 1/z waarde van de te tekenen pixels ?</a:t>
            </a:r>
          </a:p>
          <a:p>
            <a:pPr lvl="2"/>
            <a:r>
              <a:rPr lang="nl-BE" altLang="en-US"/>
              <a:t>Zie cursus pagina 35</a:t>
            </a:r>
          </a:p>
          <a:p>
            <a:endParaRPr lang="nl-BE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5C915F-32DB-77CF-FC4F-B1F84000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Z-Buffering met lijnen</a:t>
            </a:r>
            <a:endParaRPr lang="en-GB" dirty="0"/>
          </a:p>
        </p:txBody>
      </p:sp>
      <p:sp>
        <p:nvSpPr>
          <p:cNvPr id="22532" name="Slide Number Placeholder 4">
            <a:extLst>
              <a:ext uri="{FF2B5EF4-FFF2-40B4-BE49-F238E27FC236}">
                <a16:creationId xmlns:a16="http://schemas.microsoft.com/office/drawing/2014/main" id="{D5F7FA00-83F9-B78B-46B9-1CC519D26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8FD73386-41B2-9745-9CA1-8893DC37EE7E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7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109C6F32-BC98-0936-2811-5012C16D6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Z-buffering met lijnen</a:t>
            </a:r>
          </a:p>
        </p:txBody>
      </p:sp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F114A445-43C0-3C95-136B-3B3A2C4B2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altLang="en-US">
                <a:ea typeface="ＭＳ Ｐゴシック" panose="020B0600070205080204" pitchFamily="34" charset="-128"/>
              </a:rPr>
              <a:t>Tips:</a:t>
            </a:r>
          </a:p>
          <a:p>
            <a:pPr lvl="1"/>
            <a:endParaRPr lang="nl-BE" altLang="en-US"/>
          </a:p>
          <a:p>
            <a:pPr lvl="1"/>
            <a:r>
              <a:rPr lang="nl-BE" altLang="en-US"/>
              <a:t>De verschillende elementen van je Zbuffer moeten op +∞ worden geïnitialiseerd. Deze waarde kan door een </a:t>
            </a:r>
            <a:r>
              <a:rPr lang="nl-BE" altLang="en-US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/>
              <a:t> worden voorgesteld. Om deze waarde op te vragen kun je gebruik maken van onderstaande code. </a:t>
            </a:r>
            <a:br>
              <a:rPr lang="nl-BE" altLang="en-US"/>
            </a:br>
            <a:br>
              <a:rPr lang="nl-BE" altLang="en-US"/>
            </a:br>
            <a:r>
              <a:rPr lang="nl-BE" altLang="en-US" sz="17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</a:t>
            </a:r>
            <a:r>
              <a:rPr lang="nl-BE" altLang="en-US" sz="17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 sz="17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posInf = std::</a:t>
            </a:r>
            <a:r>
              <a:rPr lang="nl-BE" altLang="en-US" sz="17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numeric_limits</a:t>
            </a:r>
            <a:r>
              <a:rPr lang="nl-BE" altLang="en-US" sz="17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&lt;</a:t>
            </a:r>
            <a:r>
              <a:rPr lang="nl-BE" altLang="en-US" sz="17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 sz="17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&gt;::infinity();</a:t>
            </a:r>
            <a:br>
              <a:rPr lang="nl-BE" altLang="en-US" sz="17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nl-BE" altLang="en-US" sz="17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</a:t>
            </a:r>
            <a:r>
              <a:rPr lang="nl-BE" altLang="en-US" sz="17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 sz="17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negInf = -std::</a:t>
            </a:r>
            <a:r>
              <a:rPr lang="nl-BE" altLang="en-US" sz="1700">
                <a:solidFill>
                  <a:srgbClr val="00503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numeric_limits</a:t>
            </a:r>
            <a:r>
              <a:rPr lang="nl-BE" altLang="en-US" sz="17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&lt;</a:t>
            </a:r>
            <a:r>
              <a:rPr lang="nl-BE" altLang="en-US" sz="1700" b="1">
                <a:solidFill>
                  <a:srgbClr val="7F0055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double</a:t>
            </a:r>
            <a:r>
              <a:rPr lang="nl-BE" altLang="en-US" sz="17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&gt;::infinity();</a:t>
            </a:r>
            <a:br>
              <a:rPr lang="nl-BE" altLang="en-US" sz="1700">
                <a:solidFill>
                  <a:schemeClr val="tx1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br>
              <a:rPr lang="nl-BE" altLang="en-US"/>
            </a:br>
            <a:r>
              <a:rPr lang="nl-BE" altLang="en-US"/>
              <a:t>Je moet hiervoor wel de </a:t>
            </a:r>
            <a:r>
              <a:rPr lang="nl-BE" altLang="en-US">
                <a:solidFill>
                  <a:srgbClr val="1010C4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&lt;limits&gt; </a:t>
            </a:r>
            <a:r>
              <a:rPr lang="nl-BE" altLang="en-US"/>
              <a:t>header includen.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23F378-C77D-E58C-DE3E-0A261F058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Practicum Computer Graphics: Z-Buffering met lijnen</a:t>
            </a:r>
            <a:endParaRPr lang="en-GB" dirty="0"/>
          </a:p>
        </p:txBody>
      </p:sp>
      <p:sp>
        <p:nvSpPr>
          <p:cNvPr id="23556" name="Slide Number Placeholder 4">
            <a:extLst>
              <a:ext uri="{FF2B5EF4-FFF2-40B4-BE49-F238E27FC236}">
                <a16:creationId xmlns:a16="http://schemas.microsoft.com/office/drawing/2014/main" id="{FD38B45B-6CA3-F09A-01E6-DB7612EF4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SzPct val="100000"/>
              <a:buFont typeface="Arial" panose="020B0604020202020204" pitchFamily="34" charset="0"/>
              <a:buChar char="•"/>
              <a:tabLst>
                <a:tab pos="723900" algn="l"/>
              </a:tabLst>
              <a:defRPr sz="2400" b="1">
                <a:solidFill>
                  <a:srgbClr val="003D64"/>
                </a:solidFill>
                <a:latin typeface="FreeSans" pitchFamily="32" charset="0"/>
                <a:ea typeface="ＭＳ Ｐゴシック" panose="020B0600070205080204" pitchFamily="34" charset="-128"/>
                <a:cs typeface="WenQuanYi Zen Hei" charset="0"/>
              </a:defRPr>
            </a:lvl1pPr>
            <a:lvl2pPr>
              <a:lnSpc>
                <a:spcPct val="81000"/>
              </a:lnSpc>
              <a:spcAft>
                <a:spcPts val="113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2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2pPr>
            <a:lvl3pPr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•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3pPr>
            <a:lvl4pPr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–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4pPr>
            <a:lvl5pPr>
              <a:lnSpc>
                <a:spcPct val="81000"/>
              </a:lnSpc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5pPr>
            <a:lvl6pPr marL="25146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6pPr>
            <a:lvl7pPr marL="29718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7pPr>
            <a:lvl8pPr marL="34290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8pPr>
            <a:lvl9pPr marL="3886200" indent="-228600" defTabSz="449263" eaLnBrk="0" fontAlgn="base" hangingPunct="0">
              <a:lnSpc>
                <a:spcPct val="81000"/>
              </a:lnSpc>
              <a:spcBef>
                <a:spcPct val="0"/>
              </a:spcBef>
              <a:spcAft>
                <a:spcPts val="288"/>
              </a:spcAft>
              <a:buClr>
                <a:srgbClr val="053A60"/>
              </a:buClr>
              <a:buSzPct val="100000"/>
              <a:buFont typeface="Times New Roman" panose="02020603050405020304" pitchFamily="18" charset="0"/>
              <a:buChar char="»"/>
              <a:tabLst>
                <a:tab pos="723900" algn="l"/>
              </a:tabLst>
              <a:defRPr sz="2000">
                <a:solidFill>
                  <a:srgbClr val="003D64"/>
                </a:solidFill>
                <a:latin typeface="FreeSans" pitchFamily="32" charset="0"/>
                <a:ea typeface="WenQuanYi Zen Hei" charset="0"/>
                <a:cs typeface="WenQuanYi Zen Hei" charset="0"/>
              </a:defRPr>
            </a:lvl9pPr>
          </a:lstStyle>
          <a:p>
            <a:pPr>
              <a:lnSpc>
                <a:spcPct val="108000"/>
              </a:lnSpc>
              <a:spcAft>
                <a:spcPct val="0"/>
              </a:spcAft>
              <a:buClr>
                <a:srgbClr val="000000"/>
              </a:buClr>
              <a:buFont typeface="Times New Roman" panose="02020603050405020304" pitchFamily="18" charset="0"/>
              <a:buNone/>
            </a:pPr>
            <a:fld id="{DAB77B7F-17A3-A34E-8CDF-DA8237A7C40F}" type="slidenum">
              <a:rPr lang="en-GB" altLang="en-US" sz="1400" b="0">
                <a:solidFill>
                  <a:srgbClr val="FFFFFF"/>
                </a:solidFill>
              </a:rPr>
              <a:pPr>
                <a:lnSpc>
                  <a:spcPct val="108000"/>
                </a:lnSpc>
                <a:spcAft>
                  <a:spcPct val="0"/>
                </a:spcAft>
                <a:buClr>
                  <a:srgbClr val="000000"/>
                </a:buClr>
                <a:buFont typeface="Times New Roman" panose="02020603050405020304" pitchFamily="18" charset="0"/>
                <a:buNone/>
              </a:pPr>
              <a:t>8</a:t>
            </a:fld>
            <a:endParaRPr lang="en-GB" altLang="en-US" sz="14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FreeSans"/>
        <a:ea typeface="WenQuanYi Zen Hei"/>
        <a:cs typeface="WenQuanYi Zen Hei"/>
      </a:majorFont>
      <a:minorFont>
        <a:latin typeface="FreeSans"/>
        <a:ea typeface="WenQuanYi Zen Hei"/>
        <a:cs typeface="WenQuanYi Zen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Verdana"/>
        <a:ea typeface=""/>
        <a:cs typeface="DejaVu Sans"/>
      </a:majorFont>
      <a:minorFont>
        <a:latin typeface="Verdana"/>
        <a:ea typeface="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4002</TotalTime>
  <Words>658</Words>
  <Application>Microsoft Macintosh PowerPoint</Application>
  <PresentationFormat>Custom</PresentationFormat>
  <Paragraphs>94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ＭＳ Ｐゴシック</vt:lpstr>
      <vt:lpstr>Arial</vt:lpstr>
      <vt:lpstr>Courier New</vt:lpstr>
      <vt:lpstr>FreeSans</vt:lpstr>
      <vt:lpstr>Times New Roman</vt:lpstr>
      <vt:lpstr>Verdana</vt:lpstr>
      <vt:lpstr>Wingdings</vt:lpstr>
      <vt:lpstr>Office Theme</vt:lpstr>
      <vt:lpstr>1_Office Theme</vt:lpstr>
      <vt:lpstr>Opdracht Z-buffering met lijnen</vt:lpstr>
      <vt:lpstr>Z-Buffering met lijnen</vt:lpstr>
      <vt:lpstr>Datastructuren</vt:lpstr>
      <vt:lpstr>Datastructuren</vt:lpstr>
      <vt:lpstr>Datastructuren</vt:lpstr>
      <vt:lpstr>Toepassen van Z-Buffering met lijnen</vt:lpstr>
      <vt:lpstr>Toepassen van Z-buffering met lijnen</vt:lpstr>
      <vt:lpstr>Z-buffering met lijnen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</dc:title>
  <dc:creator/>
  <cp:lastModifiedBy>Tim Apers</cp:lastModifiedBy>
  <cp:revision>302</cp:revision>
  <cp:lastPrinted>1601-01-01T00:00:00Z</cp:lastPrinted>
  <dcterms:created xsi:type="dcterms:W3CDTF">2011-10-06T12:04:05Z</dcterms:created>
  <dcterms:modified xsi:type="dcterms:W3CDTF">2026-03-20T10:41:17Z</dcterms:modified>
</cp:coreProperties>
</file>