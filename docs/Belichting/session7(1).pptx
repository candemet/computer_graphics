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12"/>
  </p:notesMasterIdLst>
  <p:handoutMasterIdLst>
    <p:handoutMasterId r:id="rId13"/>
  </p:handoutMasterIdLst>
  <p:sldIdLst>
    <p:sldId id="256" r:id="rId3"/>
    <p:sldId id="259" r:id="rId4"/>
    <p:sldId id="261" r:id="rId5"/>
    <p:sldId id="260" r:id="rId6"/>
    <p:sldId id="262" r:id="rId7"/>
    <p:sldId id="258" r:id="rId8"/>
    <p:sldId id="263" r:id="rId9"/>
    <p:sldId id="264" r:id="rId10"/>
    <p:sldId id="265" r:id="rId11"/>
  </p:sldIdLst>
  <p:sldSz cx="10080625" cy="7559675"/>
  <p:notesSz cx="7772400" cy="10058400"/>
  <p:defaultTextStyle>
    <a:defPPr>
      <a:defRPr lang="en-GB"/>
    </a:defPPr>
    <a:lvl1pPr algn="l" defTabSz="449263"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defTabSz="449263"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defTabSz="449263"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defTabSz="449263"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defTabSz="449263"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5032"/>
    <a:srgbClr val="1010C4"/>
    <a:srgbClr val="7F0055"/>
    <a:srgbClr val="990033"/>
    <a:srgbClr val="660033"/>
    <a:srgbClr val="00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8F6A69-D378-1A05-0B2D-340495593B94}" v="124" dt="2020-04-21T15:04:21.5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89"/>
  </p:normalViewPr>
  <p:slideViewPr>
    <p:cSldViewPr>
      <p:cViewPr varScale="1">
        <p:scale>
          <a:sx n="109" d="100"/>
          <a:sy n="109" d="100"/>
        </p:scale>
        <p:origin x="1424" y="184"/>
      </p:cViewPr>
      <p:guideLst>
        <p:guide orient="horz" pos="2160"/>
        <p:guide pos="2880"/>
      </p:guideLst>
    </p:cSldViewPr>
  </p:slideViewPr>
  <p:outlineViewPr>
    <p:cViewPr varScale="1">
      <p:scale>
        <a:sx n="170" d="200"/>
        <a:sy n="170" d="200"/>
      </p:scale>
      <p:origin x="-780" y="-84"/>
    </p:cViewPr>
  </p:outlineViewPr>
  <p:notesTextViewPr>
    <p:cViewPr>
      <p:scale>
        <a:sx n="3" d="2"/>
        <a:sy n="3" d="2"/>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33FE73A-8522-4F3A-BE82-E441945EE10A}"/>
              </a:ext>
            </a:extLst>
          </p:cNvPr>
          <p:cNvSpPr>
            <a:spLocks noGrp="1"/>
          </p:cNvSpPr>
          <p:nvPr>
            <p:ph type="hdr" sz="quarter"/>
          </p:nvPr>
        </p:nvSpPr>
        <p:spPr>
          <a:xfrm>
            <a:off x="0" y="0"/>
            <a:ext cx="3368675" cy="504825"/>
          </a:xfrm>
          <a:prstGeom prst="rect">
            <a:avLst/>
          </a:prstGeom>
        </p:spPr>
        <p:txBody>
          <a:bodyPr vert="horz" lIns="91440" tIns="45720" rIns="91440" bIns="45720" rtlCol="0"/>
          <a:lstStyle>
            <a:lvl1pPr algn="l" eaLnBrk="1" hangingPunct="1">
              <a:defRPr sz="1200" smtClean="0">
                <a:latin typeface="Arial" charset="0"/>
                <a:ea typeface="ＭＳ Ｐゴシック" charset="-128"/>
              </a:defRPr>
            </a:lvl1pPr>
          </a:lstStyle>
          <a:p>
            <a:pPr>
              <a:defRPr/>
            </a:pPr>
            <a:endParaRPr lang="en-US"/>
          </a:p>
        </p:txBody>
      </p:sp>
      <p:sp>
        <p:nvSpPr>
          <p:cNvPr id="3" name="Date Placeholder 2">
            <a:extLst>
              <a:ext uri="{FF2B5EF4-FFF2-40B4-BE49-F238E27FC236}">
                <a16:creationId xmlns:a16="http://schemas.microsoft.com/office/drawing/2014/main" id="{3E833D1A-57FB-41DB-B97F-F32CF576CCB0}"/>
              </a:ext>
            </a:extLst>
          </p:cNvPr>
          <p:cNvSpPr>
            <a:spLocks noGrp="1"/>
          </p:cNvSpPr>
          <p:nvPr>
            <p:ph type="dt" sz="quarter" idx="1"/>
          </p:nvPr>
        </p:nvSpPr>
        <p:spPr>
          <a:xfrm>
            <a:off x="4402138" y="0"/>
            <a:ext cx="3368675" cy="504825"/>
          </a:xfrm>
          <a:prstGeom prst="rect">
            <a:avLst/>
          </a:prstGeom>
        </p:spPr>
        <p:txBody>
          <a:bodyPr vert="horz" lIns="91440" tIns="45720" rIns="91440" bIns="45720" rtlCol="0"/>
          <a:lstStyle>
            <a:lvl1pPr algn="r" eaLnBrk="1" hangingPunct="1">
              <a:defRPr sz="1200" smtClean="0">
                <a:latin typeface="Arial" charset="0"/>
                <a:ea typeface="ＭＳ Ｐゴシック" charset="-128"/>
              </a:defRPr>
            </a:lvl1pPr>
          </a:lstStyle>
          <a:p>
            <a:pPr>
              <a:defRPr/>
            </a:pPr>
            <a:fld id="{A1ACE2F9-DE1E-4DB3-8502-0E0D02ED7827}" type="datetimeFigureOut">
              <a:rPr lang="en-US"/>
              <a:pPr>
                <a:defRPr/>
              </a:pPr>
              <a:t>4/28/26</a:t>
            </a:fld>
            <a:endParaRPr lang="en-US"/>
          </a:p>
        </p:txBody>
      </p:sp>
      <p:sp>
        <p:nvSpPr>
          <p:cNvPr id="4" name="Footer Placeholder 3">
            <a:extLst>
              <a:ext uri="{FF2B5EF4-FFF2-40B4-BE49-F238E27FC236}">
                <a16:creationId xmlns:a16="http://schemas.microsoft.com/office/drawing/2014/main" id="{26AC58CA-3CE3-43E6-B859-E7B88C4BD2AB}"/>
              </a:ext>
            </a:extLst>
          </p:cNvPr>
          <p:cNvSpPr>
            <a:spLocks noGrp="1"/>
          </p:cNvSpPr>
          <p:nvPr>
            <p:ph type="ftr" sz="quarter" idx="2"/>
          </p:nvPr>
        </p:nvSpPr>
        <p:spPr>
          <a:xfrm>
            <a:off x="0" y="9553575"/>
            <a:ext cx="3368675" cy="504825"/>
          </a:xfrm>
          <a:prstGeom prst="rect">
            <a:avLst/>
          </a:prstGeom>
        </p:spPr>
        <p:txBody>
          <a:bodyPr vert="horz" lIns="91440" tIns="45720" rIns="91440" bIns="45720" rtlCol="0" anchor="b"/>
          <a:lstStyle>
            <a:lvl1pPr algn="l" eaLnBrk="1" hangingPunct="1">
              <a:defRPr sz="1200" smtClean="0">
                <a:latin typeface="Arial" charset="0"/>
                <a:ea typeface="ＭＳ Ｐゴシック" charset="-128"/>
              </a:defRPr>
            </a:lvl1pPr>
          </a:lstStyle>
          <a:p>
            <a:pPr>
              <a:defRPr/>
            </a:pPr>
            <a:endParaRPr lang="en-US"/>
          </a:p>
        </p:txBody>
      </p:sp>
      <p:sp>
        <p:nvSpPr>
          <p:cNvPr id="5" name="Slide Number Placeholder 4">
            <a:extLst>
              <a:ext uri="{FF2B5EF4-FFF2-40B4-BE49-F238E27FC236}">
                <a16:creationId xmlns:a16="http://schemas.microsoft.com/office/drawing/2014/main" id="{DCFDB780-1B15-4E1A-B7F7-92BE92DBE535}"/>
              </a:ext>
            </a:extLst>
          </p:cNvPr>
          <p:cNvSpPr>
            <a:spLocks noGrp="1"/>
          </p:cNvSpPr>
          <p:nvPr>
            <p:ph type="sldNum" sz="quarter" idx="3"/>
          </p:nvPr>
        </p:nvSpPr>
        <p:spPr>
          <a:xfrm>
            <a:off x="4402138" y="9553575"/>
            <a:ext cx="3368675" cy="5048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BF5E61BB-4062-4408-B87E-571A72267D50}" type="slidenum">
              <a:rPr lang="en-US" altLang="nl-NL"/>
              <a:pPr/>
              <a:t>‹#›</a:t>
            </a:fld>
            <a:endParaRPr lang="en-US" altLang="nl-NL"/>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38" name="AutoShape 1">
            <a:extLst>
              <a:ext uri="{FF2B5EF4-FFF2-40B4-BE49-F238E27FC236}">
                <a16:creationId xmlns:a16="http://schemas.microsoft.com/office/drawing/2014/main" id="{5B18002C-694C-49C8-84E5-224C9E7D6B1F}"/>
              </a:ext>
            </a:extLst>
          </p:cNvPr>
          <p:cNvSpPr>
            <a:spLocks noChangeArrowheads="1"/>
          </p:cNvSpPr>
          <p:nvPr/>
        </p:nvSpPr>
        <p:spPr bwMode="auto">
          <a:xfrm>
            <a:off x="0" y="0"/>
            <a:ext cx="7772400" cy="10058400"/>
          </a:xfrm>
          <a:prstGeom prst="roundRect">
            <a:avLst>
              <a:gd name="adj" fmla="val 19"/>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nl-BE" altLang="nl-NL"/>
          </a:p>
        </p:txBody>
      </p:sp>
      <p:sp>
        <p:nvSpPr>
          <p:cNvPr id="14339" name="Text Box 2">
            <a:extLst>
              <a:ext uri="{FF2B5EF4-FFF2-40B4-BE49-F238E27FC236}">
                <a16:creationId xmlns:a16="http://schemas.microsoft.com/office/drawing/2014/main" id="{FBDFC4D0-9E75-4EFC-BAF3-2DB165EF3AB4}"/>
              </a:ext>
            </a:extLst>
          </p:cNvPr>
          <p:cNvSpPr txBox="1">
            <a:spLocks noChangeArrowheads="1"/>
          </p:cNvSpPr>
          <p:nvPr/>
        </p:nvSpPr>
        <p:spPr bwMode="auto">
          <a:xfrm>
            <a:off x="0" y="0"/>
            <a:ext cx="336867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nl-BE" altLang="nl-NL"/>
          </a:p>
        </p:txBody>
      </p:sp>
      <p:sp>
        <p:nvSpPr>
          <p:cNvPr id="14340" name="Text Box 3">
            <a:extLst>
              <a:ext uri="{FF2B5EF4-FFF2-40B4-BE49-F238E27FC236}">
                <a16:creationId xmlns:a16="http://schemas.microsoft.com/office/drawing/2014/main" id="{3F7502B4-145E-46A3-BD18-B908335933E6}"/>
              </a:ext>
            </a:extLst>
          </p:cNvPr>
          <p:cNvSpPr txBox="1">
            <a:spLocks noChangeArrowheads="1"/>
          </p:cNvSpPr>
          <p:nvPr/>
        </p:nvSpPr>
        <p:spPr bwMode="auto">
          <a:xfrm>
            <a:off x="4403725" y="0"/>
            <a:ext cx="336867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nl-BE" altLang="nl-NL"/>
          </a:p>
        </p:txBody>
      </p:sp>
      <p:sp>
        <p:nvSpPr>
          <p:cNvPr id="14341" name="Rectangle 4">
            <a:extLst>
              <a:ext uri="{FF2B5EF4-FFF2-40B4-BE49-F238E27FC236}">
                <a16:creationId xmlns:a16="http://schemas.microsoft.com/office/drawing/2014/main" id="{474BD605-F770-4903-B8A7-0165BBB4B233}"/>
              </a:ext>
            </a:extLst>
          </p:cNvPr>
          <p:cNvSpPr>
            <a:spLocks noGrp="1" noRot="1" noChangeAspect="1" noChangeArrowheads="1"/>
          </p:cNvSpPr>
          <p:nvPr>
            <p:ph type="sldImg"/>
          </p:nvPr>
        </p:nvSpPr>
        <p:spPr bwMode="auto">
          <a:xfrm>
            <a:off x="1295400" y="754063"/>
            <a:ext cx="5180013" cy="377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sp>
      <p:sp>
        <p:nvSpPr>
          <p:cNvPr id="3077" name="Rectangle 5">
            <a:extLst>
              <a:ext uri="{FF2B5EF4-FFF2-40B4-BE49-F238E27FC236}">
                <a16:creationId xmlns:a16="http://schemas.microsoft.com/office/drawing/2014/main" id="{301CF363-39A5-4772-B50E-88E22429F097}"/>
              </a:ext>
            </a:extLst>
          </p:cNvPr>
          <p:cNvSpPr>
            <a:spLocks noGrp="1" noChangeArrowheads="1"/>
          </p:cNvSpPr>
          <p:nvPr>
            <p:ph type="body"/>
          </p:nvPr>
        </p:nvSpPr>
        <p:spPr bwMode="auto">
          <a:xfrm>
            <a:off x="1036638" y="4776788"/>
            <a:ext cx="5697537" cy="452437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p>
            <a:pPr lvl="0"/>
            <a:endParaRPr lang="nl-BE" noProof="0"/>
          </a:p>
        </p:txBody>
      </p:sp>
      <p:sp>
        <p:nvSpPr>
          <p:cNvPr id="14343" name="Text Box 6">
            <a:extLst>
              <a:ext uri="{FF2B5EF4-FFF2-40B4-BE49-F238E27FC236}">
                <a16:creationId xmlns:a16="http://schemas.microsoft.com/office/drawing/2014/main" id="{E6E9D0E0-545F-4D96-AE8D-7C29B5E39F68}"/>
              </a:ext>
            </a:extLst>
          </p:cNvPr>
          <p:cNvSpPr txBox="1">
            <a:spLocks noChangeArrowheads="1"/>
          </p:cNvSpPr>
          <p:nvPr/>
        </p:nvSpPr>
        <p:spPr bwMode="auto">
          <a:xfrm>
            <a:off x="0" y="9555163"/>
            <a:ext cx="336867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1">
              <a:lnSpc>
                <a:spcPct val="93000"/>
              </a:lnSpc>
              <a:buClr>
                <a:srgbClr val="000000"/>
              </a:buClr>
              <a:buSzPct val="100000"/>
              <a:buFont typeface="Times New Roman" panose="02020603050405020304" pitchFamily="18" charset="0"/>
              <a:buNone/>
            </a:pPr>
            <a:endParaRPr lang="nl-BE" altLang="nl-NL"/>
          </a:p>
        </p:txBody>
      </p:sp>
      <p:sp>
        <p:nvSpPr>
          <p:cNvPr id="3079" name="Rectangle 7">
            <a:extLst>
              <a:ext uri="{FF2B5EF4-FFF2-40B4-BE49-F238E27FC236}">
                <a16:creationId xmlns:a16="http://schemas.microsoft.com/office/drawing/2014/main" id="{D91064A9-E446-41BE-B5FF-D0B92B2AF702}"/>
              </a:ext>
            </a:extLst>
          </p:cNvPr>
          <p:cNvSpPr>
            <a:spLocks noGrp="1" noChangeArrowheads="1"/>
          </p:cNvSpPr>
          <p:nvPr>
            <p:ph type="sldNum"/>
          </p:nvPr>
        </p:nvSpPr>
        <p:spPr bwMode="auto">
          <a:xfrm>
            <a:off x="4403725" y="9555163"/>
            <a:ext cx="3367088" cy="501650"/>
          </a:xfrm>
          <a:prstGeom prst="rect">
            <a:avLst/>
          </a:prstGeom>
          <a:noFill/>
          <a:ln w="9525">
            <a:noFill/>
            <a:round/>
            <a:headEnd/>
            <a:tailEnd/>
          </a:ln>
          <a:effectLst/>
        </p:spPr>
        <p:txBody>
          <a:bodyPr vert="horz" wrap="square" lIns="90000" tIns="46800" rIns="90000" bIns="46800" numCol="1" anchor="b" anchorCtr="0" compatLnSpc="1">
            <a:prstTxWarp prst="textNoShape">
              <a:avLst/>
            </a:prstTxWarp>
          </a:bodyPr>
          <a:lstStyle>
            <a:lvl1pPr algn="r" eaLnBrk="1">
              <a:buClr>
                <a:srgbClr val="000000"/>
              </a:buClr>
              <a:buSzPct val="45000"/>
              <a:buFont typeface="Wingdings" panose="05000000000000000000" pitchFamily="2" charset="2"/>
              <a:buNone/>
              <a:tabLst>
                <a:tab pos="723900" algn="l"/>
                <a:tab pos="1447800" algn="l"/>
                <a:tab pos="2171700" algn="l"/>
                <a:tab pos="2895600" algn="l"/>
              </a:tabLst>
              <a:defRPr sz="1200">
                <a:solidFill>
                  <a:srgbClr val="000000"/>
                </a:solidFill>
                <a:latin typeface="Times New Roman" panose="02020603050405020304" pitchFamily="18" charset="0"/>
              </a:defRPr>
            </a:lvl1pPr>
          </a:lstStyle>
          <a:p>
            <a:fld id="{E1088D14-854B-4B6F-AEEC-BAAA6E6873C3}" type="slidenum">
              <a:rPr lang="en-US" altLang="nl-NL"/>
              <a:pPr/>
              <a:t>‹#›</a:t>
            </a:fld>
            <a:endParaRPr lang="en-US" altLang="nl-NL"/>
          </a:p>
        </p:txBody>
      </p:sp>
    </p:spTree>
  </p:cSld>
  <p:clrMap bg1="lt1" tx1="dk1" bg2="lt2" tx2="dk2" accent1="accent1" accent2="accent2" accent3="accent3" accent4="accent4" accent5="accent5" accent6="accent6" hlink="hlink" folHlink="folHlink"/>
  <p:notesStyle>
    <a:lvl1pPr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0"/>
        <a:cs typeface="ＭＳ Ｐゴシック" charset="0"/>
      </a:defRPr>
    </a:lvl1pPr>
    <a:lvl2pPr marL="742950" indent="-28575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0"/>
        <a:cs typeface="+mn-cs"/>
      </a:defRPr>
    </a:lvl2pPr>
    <a:lvl3pPr marL="11430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0"/>
        <a:cs typeface="+mn-cs"/>
      </a:defRPr>
    </a:lvl3pPr>
    <a:lvl4pPr marL="16002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0"/>
        <a:cs typeface="+mn-cs"/>
      </a:defRPr>
    </a:lvl4pPr>
    <a:lvl5pPr marL="2057400" indent="-228600" algn="l" defTabSz="449263"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itchFamily="1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9CCC90B3-A521-4C96-B440-760669819371}"/>
              </a:ext>
            </a:extLst>
          </p:cNvPr>
          <p:cNvSpPr>
            <a:spLocks noGrp="1" noChangeArrowheads="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spcBef>
                <a:spcPct val="0"/>
              </a:spcBef>
              <a:buSzPct val="45000"/>
              <a:buFont typeface="Wingdings" panose="05000000000000000000" pitchFamily="2" charset="2"/>
              <a:buNone/>
            </a:pPr>
            <a:fld id="{8C9B7576-8DCA-4901-9B5F-4202D186667C}" type="slidenum">
              <a:rPr lang="en-US" altLang="nl-NL">
                <a:cs typeface="WenQuanYi Zen Hei" charset="0"/>
              </a:rPr>
              <a:pPr>
                <a:spcBef>
                  <a:spcPct val="0"/>
                </a:spcBef>
                <a:buSzPct val="45000"/>
                <a:buFont typeface="Wingdings" panose="05000000000000000000" pitchFamily="2" charset="2"/>
                <a:buNone/>
              </a:pPr>
              <a:t>1</a:t>
            </a:fld>
            <a:endParaRPr lang="en-US" altLang="nl-NL">
              <a:cs typeface="WenQuanYi Zen Hei" charset="0"/>
            </a:endParaRPr>
          </a:p>
        </p:txBody>
      </p:sp>
      <p:sp>
        <p:nvSpPr>
          <p:cNvPr id="16387" name="Text Box 1">
            <a:extLst>
              <a:ext uri="{FF2B5EF4-FFF2-40B4-BE49-F238E27FC236}">
                <a16:creationId xmlns:a16="http://schemas.microsoft.com/office/drawing/2014/main" id="{988D5F1B-9430-4756-B5DD-922B6121CDFA}"/>
              </a:ext>
            </a:extLst>
          </p:cNvPr>
          <p:cNvSpPr txBox="1">
            <a:spLocks noChangeArrowheads="1"/>
          </p:cNvSpPr>
          <p:nvPr/>
        </p:nvSpPr>
        <p:spPr bwMode="auto">
          <a:xfrm>
            <a:off x="4403725" y="9555163"/>
            <a:ext cx="3368675"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90000" tIns="46800" rIns="90000" bIns="46800" anchor="b"/>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Lst>
              <a:defRPr sz="1200">
                <a:solidFill>
                  <a:srgbClr val="000000"/>
                </a:solidFill>
                <a:latin typeface="Times New Roman" panose="02020603050405020304" pitchFamily="18" charset="0"/>
                <a:ea typeface="ＭＳ Ｐゴシック" panose="020B0600070205080204" pitchFamily="34" charset="-128"/>
              </a:defRPr>
            </a:lvl9pPr>
          </a:lstStyle>
          <a:p>
            <a:pPr algn="r" eaLnBrk="1">
              <a:spcBef>
                <a:spcPct val="0"/>
              </a:spcBef>
              <a:buSzPct val="45000"/>
              <a:buFont typeface="Wingdings" panose="05000000000000000000" pitchFamily="2" charset="2"/>
              <a:buNone/>
            </a:pPr>
            <a:fld id="{BE9C061F-7556-4E28-8764-05BA6494D328}" type="slidenum">
              <a:rPr lang="en-US" altLang="nl-NL">
                <a:latin typeface="Arial" panose="020B0604020202020204" pitchFamily="34" charset="0"/>
                <a:cs typeface="WenQuanYi Zen Hei" charset="0"/>
              </a:rPr>
              <a:pPr algn="r" eaLnBrk="1">
                <a:spcBef>
                  <a:spcPct val="0"/>
                </a:spcBef>
                <a:buSzPct val="45000"/>
                <a:buFont typeface="Wingdings" panose="05000000000000000000" pitchFamily="2" charset="2"/>
                <a:buNone/>
              </a:pPr>
              <a:t>1</a:t>
            </a:fld>
            <a:endParaRPr lang="en-US" altLang="nl-NL">
              <a:latin typeface="Arial" panose="020B0604020202020204" pitchFamily="34" charset="0"/>
              <a:cs typeface="WenQuanYi Zen Hei" charset="0"/>
            </a:endParaRPr>
          </a:p>
        </p:txBody>
      </p:sp>
      <p:sp>
        <p:nvSpPr>
          <p:cNvPr id="16388" name="Rectangle 2">
            <a:extLst>
              <a:ext uri="{FF2B5EF4-FFF2-40B4-BE49-F238E27FC236}">
                <a16:creationId xmlns:a16="http://schemas.microsoft.com/office/drawing/2014/main" id="{585ACE09-A72B-4EB2-A811-F7F6EC53AC4D}"/>
              </a:ext>
            </a:extLst>
          </p:cNvPr>
          <p:cNvSpPr>
            <a:spLocks noGrp="1" noRot="1" noChangeAspect="1" noChangeArrowheads="1" noTextEdit="1"/>
          </p:cNvSpPr>
          <p:nvPr>
            <p:ph type="sldImg"/>
          </p:nvPr>
        </p:nvSpPr>
        <p:spPr>
          <a:xfrm>
            <a:off x="1371600" y="754063"/>
            <a:ext cx="5029200" cy="3771900"/>
          </a:xfrm>
          <a:solidFill>
            <a:srgbClr val="FFFFFF"/>
          </a:solidFill>
          <a:ln>
            <a:solidFill>
              <a:srgbClr val="000000"/>
            </a:solidFill>
            <a:miter lim="800000"/>
            <a:headEnd/>
            <a:tailEnd/>
          </a:ln>
        </p:spPr>
      </p:sp>
      <p:sp>
        <p:nvSpPr>
          <p:cNvPr id="16389" name="Rectangle 3">
            <a:extLst>
              <a:ext uri="{FF2B5EF4-FFF2-40B4-BE49-F238E27FC236}">
                <a16:creationId xmlns:a16="http://schemas.microsoft.com/office/drawing/2014/main" id="{0F805986-4ED9-43AF-B547-2C0C5D97C0E8}"/>
              </a:ext>
            </a:extLst>
          </p:cNvPr>
          <p:cNvSpPr>
            <a:spLocks noGrp="1" noChangeArrowheads="1"/>
          </p:cNvSpPr>
          <p:nvPr>
            <p:ph type="body" idx="1"/>
          </p:nvPr>
        </p:nvSpPr>
        <p:spPr>
          <a:xfrm>
            <a:off x="1036638" y="4776788"/>
            <a:ext cx="5699125" cy="4527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nl-BE" altLang="nl-NL">
              <a:latin typeface="Times New Roman" panose="02020603050405020304" pitchFamily="18"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a:t>Click to edit Master title style</a:t>
            </a:r>
            <a:endParaRPr lang="nl-BE"/>
          </a:p>
        </p:txBody>
      </p:sp>
      <p:sp>
        <p:nvSpPr>
          <p:cNvPr id="3" name="Subtitle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nl-BE"/>
          </a:p>
        </p:txBody>
      </p:sp>
      <p:sp>
        <p:nvSpPr>
          <p:cNvPr id="4" name="Rectangle 4">
            <a:extLst>
              <a:ext uri="{FF2B5EF4-FFF2-40B4-BE49-F238E27FC236}">
                <a16:creationId xmlns:a16="http://schemas.microsoft.com/office/drawing/2014/main" id="{FD4E66A0-5E5F-484E-9CAA-A2172A9C56C1}"/>
              </a:ext>
            </a:extLst>
          </p:cNvPr>
          <p:cNvSpPr>
            <a:spLocks noGrp="1" noChangeArrowheads="1"/>
          </p:cNvSpPr>
          <p:nvPr>
            <p:ph type="dt"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92BD63E0-A1E4-426A-A1B0-B8AF1AEA7B78}"/>
              </a:ext>
            </a:extLst>
          </p:cNvPr>
          <p:cNvSpPr>
            <a:spLocks noGrp="1" noChangeArrowheads="1"/>
          </p:cNvSpPr>
          <p:nvPr>
            <p:ph type="ftr" idx="11"/>
          </p:nvPr>
        </p:nvSpPr>
        <p:spPr>
          <a:ln/>
        </p:spPr>
        <p:txBody>
          <a:bodyPr/>
          <a:lstStyle>
            <a:lvl1pPr>
              <a:defRPr/>
            </a:lvl1pPr>
          </a:lstStyle>
          <a:p>
            <a:pPr>
              <a:defRPr/>
            </a:pPr>
            <a:r>
              <a:rPr lang="en-GB"/>
              <a:t>Practicum Computer Graphics: Belichting</a:t>
            </a:r>
          </a:p>
        </p:txBody>
      </p:sp>
      <p:sp>
        <p:nvSpPr>
          <p:cNvPr id="6" name="Rectangle 6">
            <a:extLst>
              <a:ext uri="{FF2B5EF4-FFF2-40B4-BE49-F238E27FC236}">
                <a16:creationId xmlns:a16="http://schemas.microsoft.com/office/drawing/2014/main" id="{CD9B6E22-86AD-48AC-B672-47A232F15F7E}"/>
              </a:ext>
            </a:extLst>
          </p:cNvPr>
          <p:cNvSpPr>
            <a:spLocks noGrp="1" noChangeArrowheads="1"/>
          </p:cNvSpPr>
          <p:nvPr>
            <p:ph type="sldNum" idx="12"/>
          </p:nvPr>
        </p:nvSpPr>
        <p:spPr>
          <a:ln/>
        </p:spPr>
        <p:txBody>
          <a:bodyPr/>
          <a:lstStyle>
            <a:lvl1pPr>
              <a:defRPr/>
            </a:lvl1pPr>
          </a:lstStyle>
          <a:p>
            <a:fld id="{989B43D2-DAFF-4C49-86E2-94B78CCB5013}" type="slidenum">
              <a:rPr lang="en-GB" altLang="nl-NL"/>
              <a:pPr/>
              <a:t>‹#›</a:t>
            </a:fld>
            <a:endParaRPr lang="en-GB" altLang="nl-NL"/>
          </a:p>
        </p:txBody>
      </p:sp>
    </p:spTree>
    <p:extLst>
      <p:ext uri="{BB962C8B-B14F-4D97-AF65-F5344CB8AC3E}">
        <p14:creationId xmlns:p14="http://schemas.microsoft.com/office/powerpoint/2010/main" val="3368685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BE" dirty="0"/>
          </a:p>
        </p:txBody>
      </p:sp>
      <p:sp>
        <p:nvSpPr>
          <p:cNvPr id="4" name="Rectangle 4">
            <a:extLst>
              <a:ext uri="{FF2B5EF4-FFF2-40B4-BE49-F238E27FC236}">
                <a16:creationId xmlns:a16="http://schemas.microsoft.com/office/drawing/2014/main" id="{02177F1A-6521-439B-AAEC-8992FDD8DCA4}"/>
              </a:ext>
            </a:extLst>
          </p:cNvPr>
          <p:cNvSpPr>
            <a:spLocks noGrp="1" noChangeArrowheads="1"/>
          </p:cNvSpPr>
          <p:nvPr>
            <p:ph type="dt" idx="10"/>
          </p:nvPr>
        </p:nvSpPr>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890667FE-7CA6-4926-8615-DD3FA697F2FC}"/>
              </a:ext>
            </a:extLst>
          </p:cNvPr>
          <p:cNvSpPr>
            <a:spLocks noGrp="1" noChangeArrowheads="1"/>
          </p:cNvSpPr>
          <p:nvPr>
            <p:ph type="ftr" idx="11"/>
          </p:nvPr>
        </p:nvSpPr>
        <p:spPr>
          <a:xfrm>
            <a:off x="4319588" y="7199313"/>
            <a:ext cx="5221287" cy="358775"/>
          </a:xfrm>
        </p:spPr>
        <p:txBody>
          <a:bodyPr/>
          <a:lstStyle>
            <a:lvl1pPr algn="r">
              <a:defRPr/>
            </a:lvl1pPr>
          </a:lstStyle>
          <a:p>
            <a:pPr>
              <a:defRPr/>
            </a:pPr>
            <a:r>
              <a:rPr lang="en-GB"/>
              <a:t>Practicum Computer Graphics: Belichting</a:t>
            </a:r>
            <a:endParaRPr lang="en-GB" dirty="0"/>
          </a:p>
        </p:txBody>
      </p:sp>
      <p:sp>
        <p:nvSpPr>
          <p:cNvPr id="6" name="Rectangle 6">
            <a:extLst>
              <a:ext uri="{FF2B5EF4-FFF2-40B4-BE49-F238E27FC236}">
                <a16:creationId xmlns:a16="http://schemas.microsoft.com/office/drawing/2014/main" id="{256F519E-1758-4D63-AD00-78336759367E}"/>
              </a:ext>
            </a:extLst>
          </p:cNvPr>
          <p:cNvSpPr>
            <a:spLocks noGrp="1" noChangeArrowheads="1"/>
          </p:cNvSpPr>
          <p:nvPr>
            <p:ph type="sldNum" idx="12"/>
          </p:nvPr>
        </p:nvSpPr>
        <p:spPr/>
        <p:txBody>
          <a:bodyPr/>
          <a:lstStyle>
            <a:lvl1pPr>
              <a:defRPr/>
            </a:lvl1pPr>
          </a:lstStyle>
          <a:p>
            <a:fld id="{FB15E212-E744-4B81-A7CB-A6D5E03A5ECC}" type="slidenum">
              <a:rPr lang="en-GB" altLang="nl-NL"/>
              <a:pPr/>
              <a:t>‹#›</a:t>
            </a:fld>
            <a:endParaRPr lang="en-GB" altLang="nl-NL"/>
          </a:p>
        </p:txBody>
      </p:sp>
    </p:spTree>
    <p:extLst>
      <p:ext uri="{BB962C8B-B14F-4D97-AF65-F5344CB8AC3E}">
        <p14:creationId xmlns:p14="http://schemas.microsoft.com/office/powerpoint/2010/main" val="841169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54032" y="3005120"/>
            <a:ext cx="8567738" cy="1501775"/>
          </a:xfrm>
        </p:spPr>
        <p:txBody>
          <a:bodyPr anchor="t"/>
          <a:lstStyle>
            <a:lvl1pPr algn="l">
              <a:defRPr sz="3200" b="1" cap="none" baseline="0"/>
            </a:lvl1pPr>
          </a:lstStyle>
          <a:p>
            <a:r>
              <a:rPr lang="en-US" dirty="0"/>
              <a:t>Click to edit Master title style</a:t>
            </a:r>
            <a:endParaRPr lang="nl-BE" dirty="0"/>
          </a:p>
        </p:txBody>
      </p:sp>
      <p:sp>
        <p:nvSpPr>
          <p:cNvPr id="3" name="Text Placeholder 2"/>
          <p:cNvSpPr>
            <a:spLocks noGrp="1"/>
          </p:cNvSpPr>
          <p:nvPr>
            <p:ph type="body" idx="1"/>
          </p:nvPr>
        </p:nvSpPr>
        <p:spPr>
          <a:xfrm>
            <a:off x="754032" y="135094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FA8104A-4D9C-4C9C-997E-CD645FCC81C0}"/>
              </a:ext>
            </a:extLst>
          </p:cNvPr>
          <p:cNvSpPr>
            <a:spLocks noGrp="1" noChangeArrowheads="1"/>
          </p:cNvSpPr>
          <p:nvPr>
            <p:ph type="dt"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41F25815-A1E3-4971-A168-98486959D6F2}"/>
              </a:ext>
            </a:extLst>
          </p:cNvPr>
          <p:cNvSpPr>
            <a:spLocks noGrp="1" noChangeArrowheads="1"/>
          </p:cNvSpPr>
          <p:nvPr>
            <p:ph type="ftr" idx="11"/>
          </p:nvPr>
        </p:nvSpPr>
        <p:spPr>
          <a:ln/>
        </p:spPr>
        <p:txBody>
          <a:bodyPr/>
          <a:lstStyle>
            <a:lvl1pPr>
              <a:defRPr/>
            </a:lvl1pPr>
          </a:lstStyle>
          <a:p>
            <a:pPr>
              <a:defRPr/>
            </a:pPr>
            <a:r>
              <a:rPr lang="en-GB"/>
              <a:t>Practicum Computer Graphics: Belichting</a:t>
            </a:r>
          </a:p>
        </p:txBody>
      </p:sp>
      <p:sp>
        <p:nvSpPr>
          <p:cNvPr id="6" name="Rectangle 6">
            <a:extLst>
              <a:ext uri="{FF2B5EF4-FFF2-40B4-BE49-F238E27FC236}">
                <a16:creationId xmlns:a16="http://schemas.microsoft.com/office/drawing/2014/main" id="{95C86BB6-FB22-4D39-A2F0-A53B6A2CAB0E}"/>
              </a:ext>
            </a:extLst>
          </p:cNvPr>
          <p:cNvSpPr>
            <a:spLocks noGrp="1" noChangeArrowheads="1"/>
          </p:cNvSpPr>
          <p:nvPr>
            <p:ph type="sldNum" idx="12"/>
          </p:nvPr>
        </p:nvSpPr>
        <p:spPr>
          <a:ln/>
        </p:spPr>
        <p:txBody>
          <a:bodyPr/>
          <a:lstStyle>
            <a:lvl1pPr>
              <a:defRPr/>
            </a:lvl1pPr>
          </a:lstStyle>
          <a:p>
            <a:fld id="{761F686A-5ECC-44FF-98E0-79A05353CD77}" type="slidenum">
              <a:rPr lang="en-GB" altLang="nl-NL"/>
              <a:pPr/>
              <a:t>‹#›</a:t>
            </a:fld>
            <a:endParaRPr lang="en-GB" altLang="nl-NL"/>
          </a:p>
        </p:txBody>
      </p:sp>
    </p:spTree>
    <p:extLst>
      <p:ext uri="{BB962C8B-B14F-4D97-AF65-F5344CB8AC3E}">
        <p14:creationId xmlns:p14="http://schemas.microsoft.com/office/powerpoint/2010/main" val="6261208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sz="half" idx="1"/>
          </p:nvPr>
        </p:nvSpPr>
        <p:spPr>
          <a:xfrm>
            <a:off x="503238" y="1260475"/>
            <a:ext cx="4440237" cy="4987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p:cNvSpPr>
            <a:spLocks noGrp="1"/>
          </p:cNvSpPr>
          <p:nvPr>
            <p:ph sz="half" idx="2"/>
          </p:nvPr>
        </p:nvSpPr>
        <p:spPr>
          <a:xfrm>
            <a:off x="5095875" y="1260475"/>
            <a:ext cx="4441825" cy="4987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Rectangle 4">
            <a:extLst>
              <a:ext uri="{FF2B5EF4-FFF2-40B4-BE49-F238E27FC236}">
                <a16:creationId xmlns:a16="http://schemas.microsoft.com/office/drawing/2014/main" id="{A919B409-48C3-451E-8740-BEE6EFA26D51}"/>
              </a:ext>
            </a:extLst>
          </p:cNvPr>
          <p:cNvSpPr>
            <a:spLocks noGrp="1" noChangeArrowheads="1"/>
          </p:cNvSpPr>
          <p:nvPr>
            <p:ph type="dt"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E8A1DFD7-B9D1-465D-9061-CFFA2E4F67DB}"/>
              </a:ext>
            </a:extLst>
          </p:cNvPr>
          <p:cNvSpPr>
            <a:spLocks noGrp="1" noChangeArrowheads="1"/>
          </p:cNvSpPr>
          <p:nvPr>
            <p:ph type="ftr" idx="11"/>
          </p:nvPr>
        </p:nvSpPr>
        <p:spPr>
          <a:ln/>
        </p:spPr>
        <p:txBody>
          <a:bodyPr/>
          <a:lstStyle>
            <a:lvl1pPr>
              <a:defRPr/>
            </a:lvl1pPr>
          </a:lstStyle>
          <a:p>
            <a:pPr>
              <a:defRPr/>
            </a:pPr>
            <a:r>
              <a:rPr lang="en-GB"/>
              <a:t>Practicum Computer Graphics: Belichting</a:t>
            </a:r>
          </a:p>
        </p:txBody>
      </p:sp>
      <p:sp>
        <p:nvSpPr>
          <p:cNvPr id="7" name="Rectangle 6">
            <a:extLst>
              <a:ext uri="{FF2B5EF4-FFF2-40B4-BE49-F238E27FC236}">
                <a16:creationId xmlns:a16="http://schemas.microsoft.com/office/drawing/2014/main" id="{A14745F2-1041-4816-8AC8-CEBB7401B8EA}"/>
              </a:ext>
            </a:extLst>
          </p:cNvPr>
          <p:cNvSpPr>
            <a:spLocks noGrp="1" noChangeArrowheads="1"/>
          </p:cNvSpPr>
          <p:nvPr>
            <p:ph type="sldNum" idx="12"/>
          </p:nvPr>
        </p:nvSpPr>
        <p:spPr>
          <a:ln/>
        </p:spPr>
        <p:txBody>
          <a:bodyPr/>
          <a:lstStyle>
            <a:lvl1pPr>
              <a:defRPr/>
            </a:lvl1pPr>
          </a:lstStyle>
          <a:p>
            <a:fld id="{9B2EFBC6-1EA7-4056-9D22-7B3854D27CDC}" type="slidenum">
              <a:rPr lang="en-GB" altLang="nl-NL"/>
              <a:pPr/>
              <a:t>‹#›</a:t>
            </a:fld>
            <a:endParaRPr lang="en-GB" altLang="nl-NL"/>
          </a:p>
        </p:txBody>
      </p:sp>
    </p:spTree>
    <p:extLst>
      <p:ext uri="{BB962C8B-B14F-4D97-AF65-F5344CB8AC3E}">
        <p14:creationId xmlns:p14="http://schemas.microsoft.com/office/powerpoint/2010/main" val="1513588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a:t>Click to edit Master title style</a:t>
            </a:r>
            <a:endParaRPr lang="nl-BE"/>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7" name="Rectangle 4">
            <a:extLst>
              <a:ext uri="{FF2B5EF4-FFF2-40B4-BE49-F238E27FC236}">
                <a16:creationId xmlns:a16="http://schemas.microsoft.com/office/drawing/2014/main" id="{4D9D2DB0-D3A5-4DCF-A03E-56FA5B1D72EE}"/>
              </a:ext>
            </a:extLst>
          </p:cNvPr>
          <p:cNvSpPr>
            <a:spLocks noGrp="1" noChangeArrowheads="1"/>
          </p:cNvSpPr>
          <p:nvPr>
            <p:ph type="dt" idx="10"/>
          </p:nvPr>
        </p:nvSpPr>
        <p:spPr>
          <a:ln/>
        </p:spPr>
        <p:txBody>
          <a:bodyPr/>
          <a:lstStyle>
            <a:lvl1pPr>
              <a:defRPr/>
            </a:lvl1pPr>
          </a:lstStyle>
          <a:p>
            <a:pPr>
              <a:defRPr/>
            </a:pPr>
            <a:endParaRPr lang="en-GB"/>
          </a:p>
        </p:txBody>
      </p:sp>
      <p:sp>
        <p:nvSpPr>
          <p:cNvPr id="8" name="Rectangle 5">
            <a:extLst>
              <a:ext uri="{FF2B5EF4-FFF2-40B4-BE49-F238E27FC236}">
                <a16:creationId xmlns:a16="http://schemas.microsoft.com/office/drawing/2014/main" id="{1E6FDD4A-8600-4861-9E99-03F5849FB6E3}"/>
              </a:ext>
            </a:extLst>
          </p:cNvPr>
          <p:cNvSpPr>
            <a:spLocks noGrp="1" noChangeArrowheads="1"/>
          </p:cNvSpPr>
          <p:nvPr>
            <p:ph type="ftr" idx="11"/>
          </p:nvPr>
        </p:nvSpPr>
        <p:spPr>
          <a:ln/>
        </p:spPr>
        <p:txBody>
          <a:bodyPr/>
          <a:lstStyle>
            <a:lvl1pPr>
              <a:defRPr/>
            </a:lvl1pPr>
          </a:lstStyle>
          <a:p>
            <a:pPr>
              <a:defRPr/>
            </a:pPr>
            <a:r>
              <a:rPr lang="en-GB"/>
              <a:t>Practicum Computer Graphics: Belichting</a:t>
            </a:r>
          </a:p>
        </p:txBody>
      </p:sp>
      <p:sp>
        <p:nvSpPr>
          <p:cNvPr id="9" name="Rectangle 6">
            <a:extLst>
              <a:ext uri="{FF2B5EF4-FFF2-40B4-BE49-F238E27FC236}">
                <a16:creationId xmlns:a16="http://schemas.microsoft.com/office/drawing/2014/main" id="{8D378623-781C-4AE7-A3B1-0F319DEC13F1}"/>
              </a:ext>
            </a:extLst>
          </p:cNvPr>
          <p:cNvSpPr>
            <a:spLocks noGrp="1" noChangeArrowheads="1"/>
          </p:cNvSpPr>
          <p:nvPr>
            <p:ph type="sldNum" idx="12"/>
          </p:nvPr>
        </p:nvSpPr>
        <p:spPr>
          <a:ln/>
        </p:spPr>
        <p:txBody>
          <a:bodyPr/>
          <a:lstStyle>
            <a:lvl1pPr>
              <a:defRPr/>
            </a:lvl1pPr>
          </a:lstStyle>
          <a:p>
            <a:fld id="{3ED5F579-58FB-4067-AFA1-71FAD59B396A}" type="slidenum">
              <a:rPr lang="en-GB" altLang="nl-NL"/>
              <a:pPr/>
              <a:t>‹#›</a:t>
            </a:fld>
            <a:endParaRPr lang="en-GB" altLang="nl-NL"/>
          </a:p>
        </p:txBody>
      </p:sp>
    </p:spTree>
    <p:extLst>
      <p:ext uri="{BB962C8B-B14F-4D97-AF65-F5344CB8AC3E}">
        <p14:creationId xmlns:p14="http://schemas.microsoft.com/office/powerpoint/2010/main" val="3323829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Rectangle 4">
            <a:extLst>
              <a:ext uri="{FF2B5EF4-FFF2-40B4-BE49-F238E27FC236}">
                <a16:creationId xmlns:a16="http://schemas.microsoft.com/office/drawing/2014/main" id="{83D36750-8218-4AA0-BCC9-64E9AF6EAEDB}"/>
              </a:ext>
            </a:extLst>
          </p:cNvPr>
          <p:cNvSpPr>
            <a:spLocks noGrp="1" noChangeArrowheads="1"/>
          </p:cNvSpPr>
          <p:nvPr>
            <p:ph type="dt" idx="10"/>
          </p:nvPr>
        </p:nvSpPr>
        <p:spPr>
          <a:ln/>
        </p:spPr>
        <p:txBody>
          <a:bodyPr/>
          <a:lstStyle>
            <a:lvl1pPr>
              <a:defRPr/>
            </a:lvl1pPr>
          </a:lstStyle>
          <a:p>
            <a:pPr>
              <a:defRPr/>
            </a:pPr>
            <a:endParaRPr lang="en-GB"/>
          </a:p>
        </p:txBody>
      </p:sp>
      <p:sp>
        <p:nvSpPr>
          <p:cNvPr id="4" name="Rectangle 5">
            <a:extLst>
              <a:ext uri="{FF2B5EF4-FFF2-40B4-BE49-F238E27FC236}">
                <a16:creationId xmlns:a16="http://schemas.microsoft.com/office/drawing/2014/main" id="{5EE4FDF4-8071-41F3-AA44-4C6536BEB2C0}"/>
              </a:ext>
            </a:extLst>
          </p:cNvPr>
          <p:cNvSpPr>
            <a:spLocks noGrp="1" noChangeArrowheads="1"/>
          </p:cNvSpPr>
          <p:nvPr>
            <p:ph type="ftr" idx="11"/>
          </p:nvPr>
        </p:nvSpPr>
        <p:spPr>
          <a:ln/>
        </p:spPr>
        <p:txBody>
          <a:bodyPr/>
          <a:lstStyle>
            <a:lvl1pPr>
              <a:defRPr/>
            </a:lvl1pPr>
          </a:lstStyle>
          <a:p>
            <a:pPr>
              <a:defRPr/>
            </a:pPr>
            <a:r>
              <a:rPr lang="en-GB"/>
              <a:t>Practicum Computer Graphics: Belichting</a:t>
            </a:r>
          </a:p>
        </p:txBody>
      </p:sp>
      <p:sp>
        <p:nvSpPr>
          <p:cNvPr id="5" name="Rectangle 6">
            <a:extLst>
              <a:ext uri="{FF2B5EF4-FFF2-40B4-BE49-F238E27FC236}">
                <a16:creationId xmlns:a16="http://schemas.microsoft.com/office/drawing/2014/main" id="{8849143E-7ADD-43EB-B920-F603D8FB697C}"/>
              </a:ext>
            </a:extLst>
          </p:cNvPr>
          <p:cNvSpPr>
            <a:spLocks noGrp="1" noChangeArrowheads="1"/>
          </p:cNvSpPr>
          <p:nvPr>
            <p:ph type="sldNum" idx="12"/>
          </p:nvPr>
        </p:nvSpPr>
        <p:spPr>
          <a:ln/>
        </p:spPr>
        <p:txBody>
          <a:bodyPr/>
          <a:lstStyle>
            <a:lvl1pPr>
              <a:defRPr/>
            </a:lvl1pPr>
          </a:lstStyle>
          <a:p>
            <a:fld id="{2281BE00-B0AF-4DFB-A5B0-B80902A332DC}" type="slidenum">
              <a:rPr lang="en-GB" altLang="nl-NL"/>
              <a:pPr/>
              <a:t>‹#›</a:t>
            </a:fld>
            <a:endParaRPr lang="en-GB" altLang="nl-NL"/>
          </a:p>
        </p:txBody>
      </p:sp>
    </p:spTree>
    <p:extLst>
      <p:ext uri="{BB962C8B-B14F-4D97-AF65-F5344CB8AC3E}">
        <p14:creationId xmlns:p14="http://schemas.microsoft.com/office/powerpoint/2010/main" val="2659318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31618EB-496F-4983-ACEA-A71AA182A23C}"/>
              </a:ext>
            </a:extLst>
          </p:cNvPr>
          <p:cNvSpPr>
            <a:spLocks noGrp="1" noChangeArrowheads="1"/>
          </p:cNvSpPr>
          <p:nvPr>
            <p:ph type="dt" idx="10"/>
          </p:nvPr>
        </p:nvSpPr>
        <p:spPr>
          <a:ln/>
        </p:spPr>
        <p:txBody>
          <a:bodyPr/>
          <a:lstStyle>
            <a:lvl1pPr>
              <a:defRPr/>
            </a:lvl1pPr>
          </a:lstStyle>
          <a:p>
            <a:pPr>
              <a:defRPr/>
            </a:pPr>
            <a:endParaRPr lang="en-GB"/>
          </a:p>
        </p:txBody>
      </p:sp>
      <p:sp>
        <p:nvSpPr>
          <p:cNvPr id="3" name="Rectangle 5">
            <a:extLst>
              <a:ext uri="{FF2B5EF4-FFF2-40B4-BE49-F238E27FC236}">
                <a16:creationId xmlns:a16="http://schemas.microsoft.com/office/drawing/2014/main" id="{ADC1487E-66FC-40EC-A66D-EB2FF2905D2F}"/>
              </a:ext>
            </a:extLst>
          </p:cNvPr>
          <p:cNvSpPr>
            <a:spLocks noGrp="1" noChangeArrowheads="1"/>
          </p:cNvSpPr>
          <p:nvPr>
            <p:ph type="ftr" idx="11"/>
          </p:nvPr>
        </p:nvSpPr>
        <p:spPr>
          <a:ln/>
        </p:spPr>
        <p:txBody>
          <a:bodyPr/>
          <a:lstStyle>
            <a:lvl1pPr>
              <a:defRPr/>
            </a:lvl1pPr>
          </a:lstStyle>
          <a:p>
            <a:pPr>
              <a:defRPr/>
            </a:pPr>
            <a:r>
              <a:rPr lang="en-GB"/>
              <a:t>Practicum Computer Graphics: Belichting</a:t>
            </a:r>
          </a:p>
        </p:txBody>
      </p:sp>
      <p:sp>
        <p:nvSpPr>
          <p:cNvPr id="4" name="Rectangle 6">
            <a:extLst>
              <a:ext uri="{FF2B5EF4-FFF2-40B4-BE49-F238E27FC236}">
                <a16:creationId xmlns:a16="http://schemas.microsoft.com/office/drawing/2014/main" id="{B8ADD2FF-DC5A-4155-8905-679BF3068645}"/>
              </a:ext>
            </a:extLst>
          </p:cNvPr>
          <p:cNvSpPr>
            <a:spLocks noGrp="1" noChangeArrowheads="1"/>
          </p:cNvSpPr>
          <p:nvPr>
            <p:ph type="sldNum" idx="12"/>
          </p:nvPr>
        </p:nvSpPr>
        <p:spPr>
          <a:ln/>
        </p:spPr>
        <p:txBody>
          <a:bodyPr/>
          <a:lstStyle>
            <a:lvl1pPr>
              <a:defRPr/>
            </a:lvl1pPr>
          </a:lstStyle>
          <a:p>
            <a:fld id="{6F3090BF-A160-4FED-9D44-885458CFFDC3}" type="slidenum">
              <a:rPr lang="en-GB" altLang="nl-NL"/>
              <a:pPr/>
              <a:t>‹#›</a:t>
            </a:fld>
            <a:endParaRPr lang="en-GB" altLang="nl-NL"/>
          </a:p>
        </p:txBody>
      </p:sp>
    </p:spTree>
    <p:extLst>
      <p:ext uri="{BB962C8B-B14F-4D97-AF65-F5344CB8AC3E}">
        <p14:creationId xmlns:p14="http://schemas.microsoft.com/office/powerpoint/2010/main" val="10797745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a:t>Click to edit Master title style</a:t>
            </a:r>
            <a:endParaRPr lang="nl-BE"/>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A73B430A-3782-49A6-ABF4-51FA277B5556}"/>
              </a:ext>
            </a:extLst>
          </p:cNvPr>
          <p:cNvSpPr>
            <a:spLocks noGrp="1" noChangeArrowheads="1"/>
          </p:cNvSpPr>
          <p:nvPr>
            <p:ph type="dt"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F7DD3928-8DD3-47BC-814D-13DBE92DFEA5}"/>
              </a:ext>
            </a:extLst>
          </p:cNvPr>
          <p:cNvSpPr>
            <a:spLocks noGrp="1" noChangeArrowheads="1"/>
          </p:cNvSpPr>
          <p:nvPr>
            <p:ph type="ftr" idx="11"/>
          </p:nvPr>
        </p:nvSpPr>
        <p:spPr>
          <a:ln/>
        </p:spPr>
        <p:txBody>
          <a:bodyPr/>
          <a:lstStyle>
            <a:lvl1pPr>
              <a:defRPr/>
            </a:lvl1pPr>
          </a:lstStyle>
          <a:p>
            <a:pPr>
              <a:defRPr/>
            </a:pPr>
            <a:r>
              <a:rPr lang="en-GB"/>
              <a:t>Practicum Computer Graphics: Belichting</a:t>
            </a:r>
          </a:p>
        </p:txBody>
      </p:sp>
      <p:sp>
        <p:nvSpPr>
          <p:cNvPr id="7" name="Rectangle 6">
            <a:extLst>
              <a:ext uri="{FF2B5EF4-FFF2-40B4-BE49-F238E27FC236}">
                <a16:creationId xmlns:a16="http://schemas.microsoft.com/office/drawing/2014/main" id="{8AB7C2B9-73F0-448A-A1AB-5FB84356F3F2}"/>
              </a:ext>
            </a:extLst>
          </p:cNvPr>
          <p:cNvSpPr>
            <a:spLocks noGrp="1" noChangeArrowheads="1"/>
          </p:cNvSpPr>
          <p:nvPr>
            <p:ph type="sldNum" idx="12"/>
          </p:nvPr>
        </p:nvSpPr>
        <p:spPr>
          <a:ln/>
        </p:spPr>
        <p:txBody>
          <a:bodyPr/>
          <a:lstStyle>
            <a:lvl1pPr>
              <a:defRPr/>
            </a:lvl1pPr>
          </a:lstStyle>
          <a:p>
            <a:fld id="{139A2BC5-773E-49A4-AB78-FAC56505D900}" type="slidenum">
              <a:rPr lang="en-GB" altLang="nl-NL"/>
              <a:pPr/>
              <a:t>‹#›</a:t>
            </a:fld>
            <a:endParaRPr lang="en-GB" altLang="nl-NL"/>
          </a:p>
        </p:txBody>
      </p:sp>
    </p:spTree>
    <p:extLst>
      <p:ext uri="{BB962C8B-B14F-4D97-AF65-F5344CB8AC3E}">
        <p14:creationId xmlns:p14="http://schemas.microsoft.com/office/powerpoint/2010/main" val="14475130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a:t>Click to edit Master title style</a:t>
            </a:r>
            <a:endParaRPr lang="nl-BE"/>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BE" noProof="0"/>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02F5B94-DB96-4A92-A476-1958EBBFEAE5}"/>
              </a:ext>
            </a:extLst>
          </p:cNvPr>
          <p:cNvSpPr>
            <a:spLocks noGrp="1" noChangeArrowheads="1"/>
          </p:cNvSpPr>
          <p:nvPr>
            <p:ph type="dt" idx="10"/>
          </p:nvPr>
        </p:nvSpPr>
        <p:spPr>
          <a:ln/>
        </p:spPr>
        <p:txBody>
          <a:bodyPr/>
          <a:lstStyle>
            <a:lvl1pPr>
              <a:defRPr/>
            </a:lvl1pPr>
          </a:lstStyle>
          <a:p>
            <a:pPr>
              <a:defRPr/>
            </a:pPr>
            <a:endParaRPr lang="en-GB"/>
          </a:p>
        </p:txBody>
      </p:sp>
      <p:sp>
        <p:nvSpPr>
          <p:cNvPr id="6" name="Rectangle 5">
            <a:extLst>
              <a:ext uri="{FF2B5EF4-FFF2-40B4-BE49-F238E27FC236}">
                <a16:creationId xmlns:a16="http://schemas.microsoft.com/office/drawing/2014/main" id="{1650E759-1FA3-437F-9990-2545280F6A74}"/>
              </a:ext>
            </a:extLst>
          </p:cNvPr>
          <p:cNvSpPr>
            <a:spLocks noGrp="1" noChangeArrowheads="1"/>
          </p:cNvSpPr>
          <p:nvPr>
            <p:ph type="ftr" idx="11"/>
          </p:nvPr>
        </p:nvSpPr>
        <p:spPr>
          <a:ln/>
        </p:spPr>
        <p:txBody>
          <a:bodyPr/>
          <a:lstStyle>
            <a:lvl1pPr>
              <a:defRPr/>
            </a:lvl1pPr>
          </a:lstStyle>
          <a:p>
            <a:pPr>
              <a:defRPr/>
            </a:pPr>
            <a:r>
              <a:rPr lang="en-GB"/>
              <a:t>Practicum Computer Graphics: Belichting</a:t>
            </a:r>
          </a:p>
        </p:txBody>
      </p:sp>
      <p:sp>
        <p:nvSpPr>
          <p:cNvPr id="7" name="Rectangle 6">
            <a:extLst>
              <a:ext uri="{FF2B5EF4-FFF2-40B4-BE49-F238E27FC236}">
                <a16:creationId xmlns:a16="http://schemas.microsoft.com/office/drawing/2014/main" id="{3804F9CD-B788-4160-B802-8F758115D3A4}"/>
              </a:ext>
            </a:extLst>
          </p:cNvPr>
          <p:cNvSpPr>
            <a:spLocks noGrp="1" noChangeArrowheads="1"/>
          </p:cNvSpPr>
          <p:nvPr>
            <p:ph type="sldNum" idx="12"/>
          </p:nvPr>
        </p:nvSpPr>
        <p:spPr>
          <a:ln/>
        </p:spPr>
        <p:txBody>
          <a:bodyPr/>
          <a:lstStyle>
            <a:lvl1pPr>
              <a:defRPr/>
            </a:lvl1pPr>
          </a:lstStyle>
          <a:p>
            <a:fld id="{B3FC4E78-52BF-4602-936B-6C52AED8F6FC}" type="slidenum">
              <a:rPr lang="en-GB" altLang="nl-NL"/>
              <a:pPr/>
              <a:t>‹#›</a:t>
            </a:fld>
            <a:endParaRPr lang="en-GB" altLang="nl-NL"/>
          </a:p>
        </p:txBody>
      </p:sp>
    </p:spTree>
    <p:extLst>
      <p:ext uri="{BB962C8B-B14F-4D97-AF65-F5344CB8AC3E}">
        <p14:creationId xmlns:p14="http://schemas.microsoft.com/office/powerpoint/2010/main" val="326704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Rectangle 4">
            <a:extLst>
              <a:ext uri="{FF2B5EF4-FFF2-40B4-BE49-F238E27FC236}">
                <a16:creationId xmlns:a16="http://schemas.microsoft.com/office/drawing/2014/main" id="{B593DF40-5A47-4C4E-A9A5-CDF323689F22}"/>
              </a:ext>
            </a:extLst>
          </p:cNvPr>
          <p:cNvSpPr>
            <a:spLocks noGrp="1" noChangeArrowheads="1"/>
          </p:cNvSpPr>
          <p:nvPr>
            <p:ph type="dt"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7C0454D7-AD3D-4928-833A-6308DD898950}"/>
              </a:ext>
            </a:extLst>
          </p:cNvPr>
          <p:cNvSpPr>
            <a:spLocks noGrp="1" noChangeArrowheads="1"/>
          </p:cNvSpPr>
          <p:nvPr>
            <p:ph type="ftr" idx="11"/>
          </p:nvPr>
        </p:nvSpPr>
        <p:spPr>
          <a:ln/>
        </p:spPr>
        <p:txBody>
          <a:bodyPr/>
          <a:lstStyle>
            <a:lvl1pPr>
              <a:defRPr/>
            </a:lvl1pPr>
          </a:lstStyle>
          <a:p>
            <a:pPr>
              <a:defRPr/>
            </a:pPr>
            <a:r>
              <a:rPr lang="en-GB"/>
              <a:t>Practicum Computer Graphics: Belichting</a:t>
            </a:r>
          </a:p>
        </p:txBody>
      </p:sp>
      <p:sp>
        <p:nvSpPr>
          <p:cNvPr id="6" name="Rectangle 6">
            <a:extLst>
              <a:ext uri="{FF2B5EF4-FFF2-40B4-BE49-F238E27FC236}">
                <a16:creationId xmlns:a16="http://schemas.microsoft.com/office/drawing/2014/main" id="{5DEF956B-BFE8-4078-8FD0-273EE8E66255}"/>
              </a:ext>
            </a:extLst>
          </p:cNvPr>
          <p:cNvSpPr>
            <a:spLocks noGrp="1" noChangeArrowheads="1"/>
          </p:cNvSpPr>
          <p:nvPr>
            <p:ph type="sldNum" idx="12"/>
          </p:nvPr>
        </p:nvSpPr>
        <p:spPr>
          <a:ln/>
        </p:spPr>
        <p:txBody>
          <a:bodyPr/>
          <a:lstStyle>
            <a:lvl1pPr>
              <a:defRPr/>
            </a:lvl1pPr>
          </a:lstStyle>
          <a:p>
            <a:fld id="{7505AB3A-59AA-4470-A0E0-82208068D357}" type="slidenum">
              <a:rPr lang="en-GB" altLang="nl-NL"/>
              <a:pPr/>
              <a:t>‹#›</a:t>
            </a:fld>
            <a:endParaRPr lang="en-GB" altLang="nl-NL"/>
          </a:p>
        </p:txBody>
      </p:sp>
    </p:spTree>
    <p:extLst>
      <p:ext uri="{BB962C8B-B14F-4D97-AF65-F5344CB8AC3E}">
        <p14:creationId xmlns:p14="http://schemas.microsoft.com/office/powerpoint/2010/main" val="33350969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80275" y="179388"/>
            <a:ext cx="2259013" cy="6069012"/>
          </a:xfrm>
        </p:spPr>
        <p:txBody>
          <a:bodyPr vert="eaVert"/>
          <a:lstStyle/>
          <a:p>
            <a:r>
              <a:rPr lang="en-US"/>
              <a:t>Click to edit Master title style</a:t>
            </a:r>
            <a:endParaRPr lang="nl-BE"/>
          </a:p>
        </p:txBody>
      </p:sp>
      <p:sp>
        <p:nvSpPr>
          <p:cNvPr id="3" name="Vertical Text Placeholder 2"/>
          <p:cNvSpPr>
            <a:spLocks noGrp="1"/>
          </p:cNvSpPr>
          <p:nvPr>
            <p:ph type="body" orient="vert" idx="1"/>
          </p:nvPr>
        </p:nvSpPr>
        <p:spPr>
          <a:xfrm>
            <a:off x="503238" y="179388"/>
            <a:ext cx="6624637" cy="60690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Rectangle 4">
            <a:extLst>
              <a:ext uri="{FF2B5EF4-FFF2-40B4-BE49-F238E27FC236}">
                <a16:creationId xmlns:a16="http://schemas.microsoft.com/office/drawing/2014/main" id="{7FD5F75C-DAA2-4499-B6AD-F207EBA104BE}"/>
              </a:ext>
            </a:extLst>
          </p:cNvPr>
          <p:cNvSpPr>
            <a:spLocks noGrp="1" noChangeArrowheads="1"/>
          </p:cNvSpPr>
          <p:nvPr>
            <p:ph type="dt" idx="10"/>
          </p:nvPr>
        </p:nvSpPr>
        <p:spPr>
          <a:ln/>
        </p:spPr>
        <p:txBody>
          <a:bodyPr/>
          <a:lstStyle>
            <a:lvl1pPr>
              <a:defRPr/>
            </a:lvl1pPr>
          </a:lstStyle>
          <a:p>
            <a:pPr>
              <a:defRPr/>
            </a:pPr>
            <a:endParaRPr lang="en-GB"/>
          </a:p>
        </p:txBody>
      </p:sp>
      <p:sp>
        <p:nvSpPr>
          <p:cNvPr id="5" name="Rectangle 5">
            <a:extLst>
              <a:ext uri="{FF2B5EF4-FFF2-40B4-BE49-F238E27FC236}">
                <a16:creationId xmlns:a16="http://schemas.microsoft.com/office/drawing/2014/main" id="{C754485F-33A7-4208-B374-323B19AE68AB}"/>
              </a:ext>
            </a:extLst>
          </p:cNvPr>
          <p:cNvSpPr>
            <a:spLocks noGrp="1" noChangeArrowheads="1"/>
          </p:cNvSpPr>
          <p:nvPr>
            <p:ph type="ftr" idx="11"/>
          </p:nvPr>
        </p:nvSpPr>
        <p:spPr>
          <a:ln/>
        </p:spPr>
        <p:txBody>
          <a:bodyPr/>
          <a:lstStyle>
            <a:lvl1pPr>
              <a:defRPr/>
            </a:lvl1pPr>
          </a:lstStyle>
          <a:p>
            <a:pPr>
              <a:defRPr/>
            </a:pPr>
            <a:r>
              <a:rPr lang="en-GB"/>
              <a:t>Practicum Computer Graphics: Belichting</a:t>
            </a:r>
          </a:p>
        </p:txBody>
      </p:sp>
      <p:sp>
        <p:nvSpPr>
          <p:cNvPr id="6" name="Rectangle 6">
            <a:extLst>
              <a:ext uri="{FF2B5EF4-FFF2-40B4-BE49-F238E27FC236}">
                <a16:creationId xmlns:a16="http://schemas.microsoft.com/office/drawing/2014/main" id="{86FAF839-BA7F-47E7-ACB3-6FA0DD3D709D}"/>
              </a:ext>
            </a:extLst>
          </p:cNvPr>
          <p:cNvSpPr>
            <a:spLocks noGrp="1" noChangeArrowheads="1"/>
          </p:cNvSpPr>
          <p:nvPr>
            <p:ph type="sldNum" idx="12"/>
          </p:nvPr>
        </p:nvSpPr>
        <p:spPr>
          <a:ln/>
        </p:spPr>
        <p:txBody>
          <a:bodyPr/>
          <a:lstStyle>
            <a:lvl1pPr>
              <a:defRPr/>
            </a:lvl1pPr>
          </a:lstStyle>
          <a:p>
            <a:fld id="{F1F31285-9090-4A57-8A40-1E73160D43CC}" type="slidenum">
              <a:rPr lang="en-GB" altLang="nl-NL"/>
              <a:pPr/>
              <a:t>‹#›</a:t>
            </a:fld>
            <a:endParaRPr lang="en-GB" altLang="nl-NL"/>
          </a:p>
        </p:txBody>
      </p:sp>
    </p:spTree>
    <p:extLst>
      <p:ext uri="{BB962C8B-B14F-4D97-AF65-F5344CB8AC3E}">
        <p14:creationId xmlns:p14="http://schemas.microsoft.com/office/powerpoint/2010/main" val="520137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5650" y="2347913"/>
            <a:ext cx="8569325" cy="1620837"/>
          </a:xfrm>
        </p:spPr>
        <p:txBody>
          <a:bodyPr/>
          <a:lstStyle/>
          <a:p>
            <a:r>
              <a:rPr lang="en-US"/>
              <a:t>Click to edit Master title style</a:t>
            </a:r>
            <a:endParaRPr lang="nl-BE"/>
          </a:p>
        </p:txBody>
      </p:sp>
      <p:sp>
        <p:nvSpPr>
          <p:cNvPr id="3" name="Subtitle 2"/>
          <p:cNvSpPr>
            <a:spLocks noGrp="1"/>
          </p:cNvSpPr>
          <p:nvPr>
            <p:ph type="subTitle" idx="1"/>
          </p:nvPr>
        </p:nvSpPr>
        <p:spPr>
          <a:xfrm>
            <a:off x="1512888" y="4283075"/>
            <a:ext cx="7056437" cy="1931988"/>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nl-BE"/>
          </a:p>
        </p:txBody>
      </p:sp>
    </p:spTree>
    <p:extLst>
      <p:ext uri="{BB962C8B-B14F-4D97-AF65-F5344CB8AC3E}">
        <p14:creationId xmlns:p14="http://schemas.microsoft.com/office/powerpoint/2010/main" val="31208125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Tree>
    <p:extLst>
      <p:ext uri="{BB962C8B-B14F-4D97-AF65-F5344CB8AC3E}">
        <p14:creationId xmlns:p14="http://schemas.microsoft.com/office/powerpoint/2010/main" val="18736799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96925" y="4857750"/>
            <a:ext cx="8567738" cy="1501775"/>
          </a:xfrm>
        </p:spPr>
        <p:txBody>
          <a:bodyPr anchor="t"/>
          <a:lstStyle>
            <a:lvl1pPr algn="l">
              <a:defRPr sz="4000" b="1" cap="all"/>
            </a:lvl1pPr>
          </a:lstStyle>
          <a:p>
            <a:r>
              <a:rPr lang="en-US"/>
              <a:t>Click to edit Master title style</a:t>
            </a:r>
            <a:endParaRPr lang="nl-BE"/>
          </a:p>
        </p:txBody>
      </p:sp>
      <p:sp>
        <p:nvSpPr>
          <p:cNvPr id="3" name="Text Placeholder 2"/>
          <p:cNvSpPr>
            <a:spLocks noGrp="1"/>
          </p:cNvSpPr>
          <p:nvPr>
            <p:ph type="body" idx="1"/>
          </p:nvPr>
        </p:nvSpPr>
        <p:spPr>
          <a:xfrm>
            <a:off x="796925" y="3203575"/>
            <a:ext cx="8567738" cy="1654175"/>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032689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Content Placeholder 2"/>
          <p:cNvSpPr>
            <a:spLocks noGrp="1"/>
          </p:cNvSpPr>
          <p:nvPr>
            <p:ph sz="half" idx="1"/>
          </p:nvPr>
        </p:nvSpPr>
        <p:spPr>
          <a:xfrm>
            <a:off x="698500" y="1181100"/>
            <a:ext cx="4260850" cy="4987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Content Placeholder 3"/>
          <p:cNvSpPr>
            <a:spLocks noGrp="1"/>
          </p:cNvSpPr>
          <p:nvPr>
            <p:ph sz="half" idx="2"/>
          </p:nvPr>
        </p:nvSpPr>
        <p:spPr>
          <a:xfrm>
            <a:off x="5111750" y="1181100"/>
            <a:ext cx="4262438" cy="49879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Tree>
    <p:extLst>
      <p:ext uri="{BB962C8B-B14F-4D97-AF65-F5344CB8AC3E}">
        <p14:creationId xmlns:p14="http://schemas.microsoft.com/office/powerpoint/2010/main" val="4837897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3213"/>
            <a:ext cx="9072563" cy="1258887"/>
          </a:xfrm>
        </p:spPr>
        <p:txBody>
          <a:bodyPr/>
          <a:lstStyle>
            <a:lvl1pPr>
              <a:defRPr/>
            </a:lvl1pPr>
          </a:lstStyle>
          <a:p>
            <a:r>
              <a:rPr lang="en-US"/>
              <a:t>Click to edit Master title style</a:t>
            </a:r>
            <a:endParaRPr lang="nl-BE"/>
          </a:p>
        </p:txBody>
      </p:sp>
      <p:sp>
        <p:nvSpPr>
          <p:cNvPr id="3" name="Text Placeholder 2"/>
          <p:cNvSpPr>
            <a:spLocks noGrp="1"/>
          </p:cNvSpPr>
          <p:nvPr>
            <p:ph type="body" idx="1"/>
          </p:nvPr>
        </p:nvSpPr>
        <p:spPr>
          <a:xfrm>
            <a:off x="504825" y="1692275"/>
            <a:ext cx="4452938"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04825" y="2397125"/>
            <a:ext cx="4452938"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5" name="Text Placeholder 4"/>
          <p:cNvSpPr>
            <a:spLocks noGrp="1"/>
          </p:cNvSpPr>
          <p:nvPr>
            <p:ph type="body" sz="quarter" idx="3"/>
          </p:nvPr>
        </p:nvSpPr>
        <p:spPr>
          <a:xfrm>
            <a:off x="5121275" y="1692275"/>
            <a:ext cx="4456113" cy="7048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121275" y="2397125"/>
            <a:ext cx="4456113" cy="43561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Tree>
    <p:extLst>
      <p:ext uri="{BB962C8B-B14F-4D97-AF65-F5344CB8AC3E}">
        <p14:creationId xmlns:p14="http://schemas.microsoft.com/office/powerpoint/2010/main" val="20013565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Tree>
    <p:extLst>
      <p:ext uri="{BB962C8B-B14F-4D97-AF65-F5344CB8AC3E}">
        <p14:creationId xmlns:p14="http://schemas.microsoft.com/office/powerpoint/2010/main" val="39693330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48076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4825" y="301625"/>
            <a:ext cx="3316288" cy="1279525"/>
          </a:xfrm>
        </p:spPr>
        <p:txBody>
          <a:bodyPr anchor="b"/>
          <a:lstStyle>
            <a:lvl1pPr algn="l">
              <a:defRPr sz="2000" b="1"/>
            </a:lvl1pPr>
          </a:lstStyle>
          <a:p>
            <a:r>
              <a:rPr lang="en-US"/>
              <a:t>Click to edit Master title style</a:t>
            </a:r>
            <a:endParaRPr lang="nl-BE"/>
          </a:p>
        </p:txBody>
      </p:sp>
      <p:sp>
        <p:nvSpPr>
          <p:cNvPr id="3" name="Content Placeholder 2"/>
          <p:cNvSpPr>
            <a:spLocks noGrp="1"/>
          </p:cNvSpPr>
          <p:nvPr>
            <p:ph idx="1"/>
          </p:nvPr>
        </p:nvSpPr>
        <p:spPr>
          <a:xfrm>
            <a:off x="3941763" y="301625"/>
            <a:ext cx="5635625" cy="64516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
        <p:nvSpPr>
          <p:cNvPr id="4" name="Text Placeholder 3"/>
          <p:cNvSpPr>
            <a:spLocks noGrp="1"/>
          </p:cNvSpPr>
          <p:nvPr>
            <p:ph type="body" sz="half" idx="2"/>
          </p:nvPr>
        </p:nvSpPr>
        <p:spPr>
          <a:xfrm>
            <a:off x="504825" y="1581150"/>
            <a:ext cx="3316288" cy="51720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576076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76438" y="5291138"/>
            <a:ext cx="6048375" cy="625475"/>
          </a:xfrm>
        </p:spPr>
        <p:txBody>
          <a:bodyPr anchor="b"/>
          <a:lstStyle>
            <a:lvl1pPr algn="l">
              <a:defRPr sz="2000" b="1"/>
            </a:lvl1pPr>
          </a:lstStyle>
          <a:p>
            <a:r>
              <a:rPr lang="en-US"/>
              <a:t>Click to edit Master title style</a:t>
            </a:r>
            <a:endParaRPr lang="nl-BE"/>
          </a:p>
        </p:txBody>
      </p:sp>
      <p:sp>
        <p:nvSpPr>
          <p:cNvPr id="3" name="Picture Placeholder 2"/>
          <p:cNvSpPr>
            <a:spLocks noGrp="1"/>
          </p:cNvSpPr>
          <p:nvPr>
            <p:ph type="pic" idx="1"/>
          </p:nvPr>
        </p:nvSpPr>
        <p:spPr>
          <a:xfrm>
            <a:off x="1976438" y="674688"/>
            <a:ext cx="6048375" cy="45370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l-BE" noProof="0"/>
          </a:p>
        </p:txBody>
      </p:sp>
      <p:sp>
        <p:nvSpPr>
          <p:cNvPr id="4" name="Text Placeholder 3"/>
          <p:cNvSpPr>
            <a:spLocks noGrp="1"/>
          </p:cNvSpPr>
          <p:nvPr>
            <p:ph type="body" sz="half" idx="2"/>
          </p:nvPr>
        </p:nvSpPr>
        <p:spPr>
          <a:xfrm>
            <a:off x="1976438" y="5916613"/>
            <a:ext cx="6048375" cy="887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0631829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nl-B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Tree>
    <p:extLst>
      <p:ext uri="{BB962C8B-B14F-4D97-AF65-F5344CB8AC3E}">
        <p14:creationId xmlns:p14="http://schemas.microsoft.com/office/powerpoint/2010/main" val="16350757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13600" y="76200"/>
            <a:ext cx="2170113" cy="6092825"/>
          </a:xfrm>
        </p:spPr>
        <p:txBody>
          <a:bodyPr vert="eaVert"/>
          <a:lstStyle/>
          <a:p>
            <a:r>
              <a:rPr lang="en-US"/>
              <a:t>Click to edit Master title style</a:t>
            </a:r>
            <a:endParaRPr lang="nl-BE"/>
          </a:p>
        </p:txBody>
      </p:sp>
      <p:sp>
        <p:nvSpPr>
          <p:cNvPr id="3" name="Vertical Text Placeholder 2"/>
          <p:cNvSpPr>
            <a:spLocks noGrp="1"/>
          </p:cNvSpPr>
          <p:nvPr>
            <p:ph type="body" orient="vert" idx="1"/>
          </p:nvPr>
        </p:nvSpPr>
        <p:spPr>
          <a:xfrm>
            <a:off x="698500" y="76200"/>
            <a:ext cx="6362700" cy="60928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BE"/>
          </a:p>
        </p:txBody>
      </p:sp>
    </p:spTree>
    <p:extLst>
      <p:ext uri="{BB962C8B-B14F-4D97-AF65-F5344CB8AC3E}">
        <p14:creationId xmlns:p14="http://schemas.microsoft.com/office/powerpoint/2010/main" val="20918809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654175" y="76200"/>
            <a:ext cx="7729538" cy="1174750"/>
          </a:xfrm>
        </p:spPr>
        <p:txBody>
          <a:bodyPr/>
          <a:lstStyle/>
          <a:p>
            <a:r>
              <a:rPr lang="en-US"/>
              <a:t>Click to edit Master title style</a:t>
            </a:r>
            <a:endParaRPr lang="nl-BE"/>
          </a:p>
        </p:txBody>
      </p:sp>
    </p:spTree>
    <p:extLst>
      <p:ext uri="{BB962C8B-B14F-4D97-AF65-F5344CB8AC3E}">
        <p14:creationId xmlns:p14="http://schemas.microsoft.com/office/powerpoint/2010/main" val="385351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026" name="Picture 1">
            <a:extLst>
              <a:ext uri="{FF2B5EF4-FFF2-40B4-BE49-F238E27FC236}">
                <a16:creationId xmlns:a16="http://schemas.microsoft.com/office/drawing/2014/main" id="{238A0D75-2BC2-4827-B132-B26D12D7A3D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6840538"/>
            <a:ext cx="1008062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027" name="Rectangle 2">
            <a:extLst>
              <a:ext uri="{FF2B5EF4-FFF2-40B4-BE49-F238E27FC236}">
                <a16:creationId xmlns:a16="http://schemas.microsoft.com/office/drawing/2014/main" id="{BF7D78D0-E78A-4BC9-B2F2-5E1A6C21DF53}"/>
              </a:ext>
            </a:extLst>
          </p:cNvPr>
          <p:cNvSpPr>
            <a:spLocks noGrp="1" noChangeArrowheads="1"/>
          </p:cNvSpPr>
          <p:nvPr>
            <p:ph type="title"/>
          </p:nvPr>
        </p:nvSpPr>
        <p:spPr bwMode="auto">
          <a:xfrm>
            <a:off x="1260475" y="179388"/>
            <a:ext cx="8278813" cy="89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lvl="0"/>
            <a:r>
              <a:rPr lang="en-GB" altLang="nl-NL"/>
              <a:t>Click to edit the title text format</a:t>
            </a:r>
          </a:p>
        </p:txBody>
      </p:sp>
      <p:sp>
        <p:nvSpPr>
          <p:cNvPr id="1028" name="Rectangle 3">
            <a:extLst>
              <a:ext uri="{FF2B5EF4-FFF2-40B4-BE49-F238E27FC236}">
                <a16:creationId xmlns:a16="http://schemas.microsoft.com/office/drawing/2014/main" id="{5D8DC139-B4CB-4124-A1DC-1660D22F2164}"/>
              </a:ext>
            </a:extLst>
          </p:cNvPr>
          <p:cNvSpPr>
            <a:spLocks noGrp="1" noChangeArrowheads="1"/>
          </p:cNvSpPr>
          <p:nvPr>
            <p:ph type="body" idx="1"/>
          </p:nvPr>
        </p:nvSpPr>
        <p:spPr bwMode="auto">
          <a:xfrm>
            <a:off x="503238" y="1260475"/>
            <a:ext cx="9034462"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57456" rIns="0" bIns="0" numCol="1" anchor="t" anchorCtr="0" compatLnSpc="1">
            <a:prstTxWarp prst="textNoShape">
              <a:avLst/>
            </a:prstTxWarp>
          </a:bodyPr>
          <a:lstStyle/>
          <a:p>
            <a:pPr lvl="0"/>
            <a:r>
              <a:rPr lang="en-GB" altLang="nl-NL"/>
              <a:t>Click to edit the outline text format</a:t>
            </a:r>
          </a:p>
          <a:p>
            <a:pPr lvl="1"/>
            <a:r>
              <a:rPr lang="en-GB" altLang="nl-NL"/>
              <a:t>Second Outline Level</a:t>
            </a:r>
          </a:p>
          <a:p>
            <a:pPr lvl="2"/>
            <a:r>
              <a:rPr lang="en-GB" altLang="nl-NL"/>
              <a:t>Third Outline Level</a:t>
            </a:r>
          </a:p>
          <a:p>
            <a:pPr lvl="3"/>
            <a:r>
              <a:rPr lang="en-GB" altLang="nl-NL"/>
              <a:t>Fourth Outline Level</a:t>
            </a:r>
          </a:p>
          <a:p>
            <a:pPr lvl="4"/>
            <a:r>
              <a:rPr lang="en-GB" altLang="nl-NL"/>
              <a:t>Fifth Outline Level</a:t>
            </a:r>
          </a:p>
          <a:p>
            <a:pPr lvl="4"/>
            <a:r>
              <a:rPr lang="en-GB" altLang="nl-NL"/>
              <a:t>Sixth Outline Level</a:t>
            </a:r>
          </a:p>
          <a:p>
            <a:pPr lvl="4"/>
            <a:r>
              <a:rPr lang="en-GB" altLang="nl-NL"/>
              <a:t>Seventh Outline Level</a:t>
            </a:r>
          </a:p>
          <a:p>
            <a:pPr lvl="4"/>
            <a:r>
              <a:rPr lang="en-GB" altLang="nl-NL"/>
              <a:t>Eighth Outline Level</a:t>
            </a:r>
          </a:p>
          <a:p>
            <a:pPr lvl="4"/>
            <a:r>
              <a:rPr lang="en-GB" altLang="nl-NL"/>
              <a:t>Ninth Outline Level</a:t>
            </a:r>
          </a:p>
        </p:txBody>
      </p:sp>
      <p:sp>
        <p:nvSpPr>
          <p:cNvPr id="2" name="Rectangle 4">
            <a:extLst>
              <a:ext uri="{FF2B5EF4-FFF2-40B4-BE49-F238E27FC236}">
                <a16:creationId xmlns:a16="http://schemas.microsoft.com/office/drawing/2014/main" id="{1A88A7EA-F561-41F3-90CB-F7607919B6E3}"/>
              </a:ext>
            </a:extLst>
          </p:cNvPr>
          <p:cNvSpPr>
            <a:spLocks noGrp="1" noChangeArrowheads="1"/>
          </p:cNvSpPr>
          <p:nvPr>
            <p:ph type="dt"/>
          </p:nvPr>
        </p:nvSpPr>
        <p:spPr bwMode="auto">
          <a:xfrm>
            <a:off x="2332038" y="7380288"/>
            <a:ext cx="2346325" cy="519112"/>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eaLnBrk="1" hangingPunct="0">
              <a:lnSpc>
                <a:spcPct val="108000"/>
              </a:lnSpc>
              <a:buClr>
                <a:srgbClr val="000000"/>
              </a:buClr>
              <a:buSzPct val="100000"/>
              <a:buFont typeface="Times New Roman" pitchFamily="16" charset="0"/>
              <a:buNone/>
              <a:tabLst>
                <a:tab pos="723900" algn="l"/>
                <a:tab pos="1447800" algn="l"/>
                <a:tab pos="2171700" algn="l"/>
              </a:tabLst>
              <a:defRPr sz="1400">
                <a:solidFill>
                  <a:srgbClr val="000000"/>
                </a:solidFill>
                <a:latin typeface="+mn-lt"/>
                <a:ea typeface="+mn-ea"/>
                <a:cs typeface="DejaVu Sans" charset="0"/>
              </a:defRPr>
            </a:lvl1pPr>
          </a:lstStyle>
          <a:p>
            <a:pPr>
              <a:defRPr/>
            </a:pPr>
            <a:endParaRPr lang="en-GB"/>
          </a:p>
        </p:txBody>
      </p:sp>
      <p:sp>
        <p:nvSpPr>
          <p:cNvPr id="1029" name="Rectangle 5">
            <a:extLst>
              <a:ext uri="{FF2B5EF4-FFF2-40B4-BE49-F238E27FC236}">
                <a16:creationId xmlns:a16="http://schemas.microsoft.com/office/drawing/2014/main" id="{9F3B6795-EA7E-46C8-ADEF-238233CF5F4F}"/>
              </a:ext>
            </a:extLst>
          </p:cNvPr>
          <p:cNvSpPr>
            <a:spLocks noGrp="1" noChangeArrowheads="1"/>
          </p:cNvSpPr>
          <p:nvPr>
            <p:ph type="ftr"/>
          </p:nvPr>
        </p:nvSpPr>
        <p:spPr bwMode="auto">
          <a:xfrm>
            <a:off x="4319588" y="7199313"/>
            <a:ext cx="4992687" cy="35877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algn="ctr" eaLnBrk="1" hangingPunct="0">
              <a:lnSpc>
                <a:spcPct val="108000"/>
              </a:lnSpc>
              <a:buClr>
                <a:srgbClr val="000000"/>
              </a:buClr>
              <a:buSzPct val="100000"/>
              <a:buFont typeface="Times New Roman" pitchFamily="16" charset="0"/>
              <a:buNone/>
              <a:tabLst>
                <a:tab pos="723900" algn="l"/>
                <a:tab pos="1447800" algn="l"/>
                <a:tab pos="2171700" algn="l"/>
                <a:tab pos="2895600" algn="l"/>
                <a:tab pos="3619500" algn="l"/>
                <a:tab pos="4343400" algn="l"/>
              </a:tabLst>
              <a:defRPr sz="1400" i="1">
                <a:solidFill>
                  <a:srgbClr val="FFFFFF"/>
                </a:solidFill>
                <a:latin typeface="+mn-lt"/>
                <a:ea typeface="+mn-ea"/>
                <a:cs typeface="DejaVu Sans" charset="0"/>
              </a:defRPr>
            </a:lvl1pPr>
          </a:lstStyle>
          <a:p>
            <a:pPr>
              <a:defRPr/>
            </a:pPr>
            <a:r>
              <a:rPr lang="en-GB"/>
              <a:t>Practicum Computer Graphics: Belichting</a:t>
            </a:r>
          </a:p>
        </p:txBody>
      </p:sp>
      <p:sp>
        <p:nvSpPr>
          <p:cNvPr id="1030" name="Rectangle 6">
            <a:extLst>
              <a:ext uri="{FF2B5EF4-FFF2-40B4-BE49-F238E27FC236}">
                <a16:creationId xmlns:a16="http://schemas.microsoft.com/office/drawing/2014/main" id="{B4C8A5A4-21D2-442C-951A-80CAF07F7EDD}"/>
              </a:ext>
            </a:extLst>
          </p:cNvPr>
          <p:cNvSpPr>
            <a:spLocks noGrp="1" noChangeArrowheads="1"/>
          </p:cNvSpPr>
          <p:nvPr>
            <p:ph type="sldNum"/>
          </p:nvPr>
        </p:nvSpPr>
        <p:spPr bwMode="auto">
          <a:xfrm>
            <a:off x="9720263" y="7199313"/>
            <a:ext cx="1068387" cy="358775"/>
          </a:xfrm>
          <a:prstGeom prst="rect">
            <a:avLst/>
          </a:prstGeom>
          <a:noFill/>
          <a:ln w="9525">
            <a:noFill/>
            <a:round/>
            <a:headEnd/>
            <a:tailEnd/>
          </a:ln>
          <a:effectLst/>
        </p:spPr>
        <p:txBody>
          <a:bodyPr vert="horz" wrap="square" lIns="0" tIns="0" rIns="0" bIns="0" numCol="1" anchor="t" anchorCtr="0" compatLnSpc="1">
            <a:prstTxWarp prst="textNoShape">
              <a:avLst/>
            </a:prstTxWarp>
          </a:bodyPr>
          <a:lstStyle>
            <a:lvl1pPr eaLnBrk="1">
              <a:lnSpc>
                <a:spcPct val="108000"/>
              </a:lnSpc>
              <a:buClr>
                <a:srgbClr val="000000"/>
              </a:buClr>
              <a:buSzPct val="100000"/>
              <a:buFont typeface="Times New Roman" panose="02020603050405020304" pitchFamily="18" charset="0"/>
              <a:buNone/>
              <a:defRPr sz="1400">
                <a:solidFill>
                  <a:srgbClr val="FFFFFF"/>
                </a:solidFill>
                <a:latin typeface="FreeSans" pitchFamily="32" charset="0"/>
              </a:defRPr>
            </a:lvl1pPr>
          </a:lstStyle>
          <a:p>
            <a:fld id="{9FA1BC84-5A1B-46FE-8420-3C369EDF6E70}" type="slidenum">
              <a:rPr lang="en-GB" altLang="nl-NL"/>
              <a:pPr/>
              <a:t>‹#›</a:t>
            </a:fld>
            <a:endParaRPr lang="en-GB" altLang="nl-NL"/>
          </a:p>
        </p:txBody>
      </p:sp>
      <p:pic>
        <p:nvPicPr>
          <p:cNvPr id="1032" name="Picture 7">
            <a:extLst>
              <a:ext uri="{FF2B5EF4-FFF2-40B4-BE49-F238E27FC236}">
                <a16:creationId xmlns:a16="http://schemas.microsoft.com/office/drawing/2014/main" id="{455DFDB1-2AF8-41DA-A8FD-4CF96467792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0825" y="260350"/>
            <a:ext cx="892175"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1033" name="Picture 8">
            <a:extLst>
              <a:ext uri="{FF2B5EF4-FFF2-40B4-BE49-F238E27FC236}">
                <a16:creationId xmlns:a16="http://schemas.microsoft.com/office/drawing/2014/main" id="{B3111CB1-6C73-4789-BE4F-5FF7F11F226D}"/>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32300" y="4843463"/>
            <a:ext cx="1322388"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cSld>
  <p:clrMap bg1="lt1" tx1="dk1" bg2="lt2" tx2="dk2" accent1="accent1" accent2="accent2" accent3="accent3" accent4="accent4" accent5="accent5" accent6="accent6" hlink="hlink" folHlink="folHlink"/>
  <p:sldLayoutIdLst>
    <p:sldLayoutId id="2147484178" r:id="rId1"/>
    <p:sldLayoutId id="2147484200"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hf hdr="0" dt="0"/>
  <p:txStyles>
    <p:titleStyle>
      <a:lvl1pPr algn="l" defTabSz="449263" rtl="0" eaLnBrk="0" fontAlgn="base" hangingPunct="0">
        <a:lnSpc>
          <a:spcPct val="108000"/>
        </a:lnSpc>
        <a:spcBef>
          <a:spcPct val="0"/>
        </a:spcBef>
        <a:spcAft>
          <a:spcPct val="0"/>
        </a:spcAft>
        <a:buClr>
          <a:srgbClr val="000000"/>
        </a:buClr>
        <a:buSzPct val="100000"/>
        <a:buFont typeface="Times New Roman" panose="02020603050405020304" pitchFamily="18" charset="0"/>
        <a:defRPr sz="2800" b="1">
          <a:solidFill>
            <a:srgbClr val="003D64"/>
          </a:solidFill>
          <a:latin typeface="+mj-lt"/>
          <a:ea typeface="ＭＳ Ｐゴシック" charset="0"/>
          <a:cs typeface="+mj-cs"/>
        </a:defRPr>
      </a:lvl1pPr>
      <a:lvl2pPr algn="l" defTabSz="449263" rtl="0" eaLnBrk="0" fontAlgn="base" hangingPunct="0">
        <a:lnSpc>
          <a:spcPct val="108000"/>
        </a:lnSpc>
        <a:spcBef>
          <a:spcPct val="0"/>
        </a:spcBef>
        <a:spcAft>
          <a:spcPct val="0"/>
        </a:spcAft>
        <a:buClr>
          <a:srgbClr val="000000"/>
        </a:buClr>
        <a:buSzPct val="100000"/>
        <a:buFont typeface="Times New Roman" panose="02020603050405020304" pitchFamily="18" charset="0"/>
        <a:defRPr sz="2800" b="1">
          <a:solidFill>
            <a:srgbClr val="003D64"/>
          </a:solidFill>
          <a:latin typeface="FreeSans" pitchFamily="32" charset="0"/>
          <a:ea typeface="ＭＳ Ｐゴシック" charset="0"/>
          <a:cs typeface="WenQuanYi Zen Hei" charset="0"/>
        </a:defRPr>
      </a:lvl2pPr>
      <a:lvl3pPr algn="l" defTabSz="449263" rtl="0" eaLnBrk="0" fontAlgn="base" hangingPunct="0">
        <a:lnSpc>
          <a:spcPct val="108000"/>
        </a:lnSpc>
        <a:spcBef>
          <a:spcPct val="0"/>
        </a:spcBef>
        <a:spcAft>
          <a:spcPct val="0"/>
        </a:spcAft>
        <a:buClr>
          <a:srgbClr val="000000"/>
        </a:buClr>
        <a:buSzPct val="100000"/>
        <a:buFont typeface="Times New Roman" panose="02020603050405020304" pitchFamily="18" charset="0"/>
        <a:defRPr sz="2800" b="1">
          <a:solidFill>
            <a:srgbClr val="003D64"/>
          </a:solidFill>
          <a:latin typeface="FreeSans" pitchFamily="32" charset="0"/>
          <a:ea typeface="ＭＳ Ｐゴシック" charset="0"/>
          <a:cs typeface="WenQuanYi Zen Hei" charset="0"/>
        </a:defRPr>
      </a:lvl3pPr>
      <a:lvl4pPr algn="l" defTabSz="449263" rtl="0" eaLnBrk="0" fontAlgn="base" hangingPunct="0">
        <a:lnSpc>
          <a:spcPct val="108000"/>
        </a:lnSpc>
        <a:spcBef>
          <a:spcPct val="0"/>
        </a:spcBef>
        <a:spcAft>
          <a:spcPct val="0"/>
        </a:spcAft>
        <a:buClr>
          <a:srgbClr val="000000"/>
        </a:buClr>
        <a:buSzPct val="100000"/>
        <a:buFont typeface="Times New Roman" panose="02020603050405020304" pitchFamily="18" charset="0"/>
        <a:defRPr sz="2800" b="1">
          <a:solidFill>
            <a:srgbClr val="003D64"/>
          </a:solidFill>
          <a:latin typeface="FreeSans" pitchFamily="32" charset="0"/>
          <a:ea typeface="ＭＳ Ｐゴシック" charset="0"/>
          <a:cs typeface="WenQuanYi Zen Hei" charset="0"/>
        </a:defRPr>
      </a:lvl4pPr>
      <a:lvl5pPr algn="l" defTabSz="449263" rtl="0" eaLnBrk="0" fontAlgn="base" hangingPunct="0">
        <a:lnSpc>
          <a:spcPct val="108000"/>
        </a:lnSpc>
        <a:spcBef>
          <a:spcPct val="0"/>
        </a:spcBef>
        <a:spcAft>
          <a:spcPct val="0"/>
        </a:spcAft>
        <a:buClr>
          <a:srgbClr val="000000"/>
        </a:buClr>
        <a:buSzPct val="100000"/>
        <a:buFont typeface="Times New Roman" panose="02020603050405020304" pitchFamily="18" charset="0"/>
        <a:defRPr sz="2800" b="1">
          <a:solidFill>
            <a:srgbClr val="003D64"/>
          </a:solidFill>
          <a:latin typeface="FreeSans" pitchFamily="32" charset="0"/>
          <a:ea typeface="ＭＳ Ｐゴシック" charset="0"/>
          <a:cs typeface="WenQuanYi Zen Hei" charset="0"/>
        </a:defRPr>
      </a:lvl5pPr>
      <a:lvl6pPr marL="2514600" indent="-228600" algn="l" defTabSz="449263" rtl="0" fontAlgn="base" hangingPunct="0">
        <a:lnSpc>
          <a:spcPct val="108000"/>
        </a:lnSpc>
        <a:spcBef>
          <a:spcPct val="0"/>
        </a:spcBef>
        <a:spcAft>
          <a:spcPct val="0"/>
        </a:spcAft>
        <a:buClr>
          <a:srgbClr val="000000"/>
        </a:buClr>
        <a:buSzPct val="100000"/>
        <a:buFont typeface="Times New Roman" pitchFamily="16" charset="0"/>
        <a:defRPr sz="2800" b="1">
          <a:solidFill>
            <a:srgbClr val="003D64"/>
          </a:solidFill>
          <a:latin typeface="FreeSans" pitchFamily="32" charset="0"/>
          <a:ea typeface="WenQuanYi Zen Hei" charset="0"/>
          <a:cs typeface="WenQuanYi Zen Hei" charset="0"/>
        </a:defRPr>
      </a:lvl6pPr>
      <a:lvl7pPr marL="2971800" indent="-228600" algn="l" defTabSz="449263" rtl="0" fontAlgn="base" hangingPunct="0">
        <a:lnSpc>
          <a:spcPct val="108000"/>
        </a:lnSpc>
        <a:spcBef>
          <a:spcPct val="0"/>
        </a:spcBef>
        <a:spcAft>
          <a:spcPct val="0"/>
        </a:spcAft>
        <a:buClr>
          <a:srgbClr val="000000"/>
        </a:buClr>
        <a:buSzPct val="100000"/>
        <a:buFont typeface="Times New Roman" pitchFamily="16" charset="0"/>
        <a:defRPr sz="2800" b="1">
          <a:solidFill>
            <a:srgbClr val="003D64"/>
          </a:solidFill>
          <a:latin typeface="FreeSans" pitchFamily="32" charset="0"/>
          <a:ea typeface="WenQuanYi Zen Hei" charset="0"/>
          <a:cs typeface="WenQuanYi Zen Hei" charset="0"/>
        </a:defRPr>
      </a:lvl7pPr>
      <a:lvl8pPr marL="3429000" indent="-228600" algn="l" defTabSz="449263" rtl="0" fontAlgn="base" hangingPunct="0">
        <a:lnSpc>
          <a:spcPct val="108000"/>
        </a:lnSpc>
        <a:spcBef>
          <a:spcPct val="0"/>
        </a:spcBef>
        <a:spcAft>
          <a:spcPct val="0"/>
        </a:spcAft>
        <a:buClr>
          <a:srgbClr val="000000"/>
        </a:buClr>
        <a:buSzPct val="100000"/>
        <a:buFont typeface="Times New Roman" pitchFamily="16" charset="0"/>
        <a:defRPr sz="2800" b="1">
          <a:solidFill>
            <a:srgbClr val="003D64"/>
          </a:solidFill>
          <a:latin typeface="FreeSans" pitchFamily="32" charset="0"/>
          <a:ea typeface="WenQuanYi Zen Hei" charset="0"/>
          <a:cs typeface="WenQuanYi Zen Hei" charset="0"/>
        </a:defRPr>
      </a:lvl8pPr>
      <a:lvl9pPr marL="3886200" indent="-228600" algn="l" defTabSz="449263" rtl="0" fontAlgn="base" hangingPunct="0">
        <a:lnSpc>
          <a:spcPct val="108000"/>
        </a:lnSpc>
        <a:spcBef>
          <a:spcPct val="0"/>
        </a:spcBef>
        <a:spcAft>
          <a:spcPct val="0"/>
        </a:spcAft>
        <a:buClr>
          <a:srgbClr val="000000"/>
        </a:buClr>
        <a:buSzPct val="100000"/>
        <a:buFont typeface="Times New Roman" pitchFamily="16" charset="0"/>
        <a:defRPr sz="2800" b="1">
          <a:solidFill>
            <a:srgbClr val="003D64"/>
          </a:solidFill>
          <a:latin typeface="FreeSans" pitchFamily="32" charset="0"/>
          <a:ea typeface="WenQuanYi Zen Hei" charset="0"/>
          <a:cs typeface="WenQuanYi Zen Hei" charset="0"/>
        </a:defRPr>
      </a:lvl9pPr>
    </p:titleStyle>
    <p:bodyStyle>
      <a:lvl1pPr marL="342900" indent="-342900" algn="l" defTabSz="449263" rtl="0" eaLnBrk="0" fontAlgn="base" hangingPunct="0">
        <a:lnSpc>
          <a:spcPct val="81000"/>
        </a:lnSpc>
        <a:spcBef>
          <a:spcPct val="0"/>
        </a:spcBef>
        <a:spcAft>
          <a:spcPts val="1413"/>
        </a:spcAft>
        <a:buClr>
          <a:srgbClr val="053A60"/>
        </a:buClr>
        <a:buSzPct val="100000"/>
        <a:buFont typeface="Arial" panose="020B0604020202020204" pitchFamily="34" charset="0"/>
        <a:buChar char="•"/>
        <a:defRPr sz="2400" b="1">
          <a:solidFill>
            <a:srgbClr val="003D64"/>
          </a:solidFill>
          <a:latin typeface="+mn-lt"/>
          <a:ea typeface="ＭＳ Ｐゴシック" charset="0"/>
          <a:cs typeface="+mn-cs"/>
        </a:defRPr>
      </a:lvl1pPr>
      <a:lvl2pPr marL="742950" indent="-285750" algn="l" defTabSz="449263" rtl="0" eaLnBrk="0" fontAlgn="base" hangingPunct="0">
        <a:lnSpc>
          <a:spcPct val="81000"/>
        </a:lnSpc>
        <a:spcBef>
          <a:spcPct val="0"/>
        </a:spcBef>
        <a:spcAft>
          <a:spcPts val="1138"/>
        </a:spcAft>
        <a:buClr>
          <a:srgbClr val="053A60"/>
        </a:buClr>
        <a:buSzPct val="100000"/>
        <a:buFont typeface="Times New Roman" panose="02020603050405020304" pitchFamily="18" charset="0"/>
        <a:buChar char="–"/>
        <a:defRPr sz="2200">
          <a:solidFill>
            <a:srgbClr val="003D64"/>
          </a:solidFill>
          <a:latin typeface="+mn-lt"/>
          <a:ea typeface="+mn-ea"/>
          <a:cs typeface="+mn-cs"/>
        </a:defRPr>
      </a:lvl2pPr>
      <a:lvl3pPr marL="1143000" indent="-228600" algn="l" defTabSz="449263" rtl="0" eaLnBrk="0" fontAlgn="base" hangingPunct="0">
        <a:lnSpc>
          <a:spcPct val="81000"/>
        </a:lnSpc>
        <a:spcBef>
          <a:spcPct val="0"/>
        </a:spcBef>
        <a:spcAft>
          <a:spcPts val="850"/>
        </a:spcAft>
        <a:buClr>
          <a:srgbClr val="053A60"/>
        </a:buClr>
        <a:buSzPct val="100000"/>
        <a:buFont typeface="Times New Roman" panose="02020603050405020304" pitchFamily="18" charset="0"/>
        <a:buChar char="•"/>
        <a:defRPr sz="2000">
          <a:solidFill>
            <a:srgbClr val="003D64"/>
          </a:solidFill>
          <a:latin typeface="+mn-lt"/>
          <a:ea typeface="+mn-ea"/>
          <a:cs typeface="+mn-cs"/>
        </a:defRPr>
      </a:lvl3pPr>
      <a:lvl4pPr marL="1600200" indent="-228600" algn="l" defTabSz="449263" rtl="0" eaLnBrk="0" fontAlgn="base" hangingPunct="0">
        <a:lnSpc>
          <a:spcPct val="81000"/>
        </a:lnSpc>
        <a:spcBef>
          <a:spcPct val="0"/>
        </a:spcBef>
        <a:spcAft>
          <a:spcPts val="575"/>
        </a:spcAft>
        <a:buClr>
          <a:srgbClr val="053A60"/>
        </a:buClr>
        <a:buSzPct val="100000"/>
        <a:buFont typeface="Times New Roman" panose="02020603050405020304" pitchFamily="18" charset="0"/>
        <a:buChar char="–"/>
        <a:defRPr sz="2000">
          <a:solidFill>
            <a:srgbClr val="003D64"/>
          </a:solidFill>
          <a:latin typeface="+mn-lt"/>
          <a:ea typeface="+mn-ea"/>
          <a:cs typeface="+mn-cs"/>
        </a:defRPr>
      </a:lvl4pPr>
      <a:lvl5pPr marL="2057400" indent="-228600" algn="l" defTabSz="449263" rtl="0" eaLnBrk="0" fontAlgn="base" hangingPunct="0">
        <a:lnSpc>
          <a:spcPct val="81000"/>
        </a:lnSpc>
        <a:spcBef>
          <a:spcPct val="0"/>
        </a:spcBef>
        <a:spcAft>
          <a:spcPts val="288"/>
        </a:spcAft>
        <a:buClr>
          <a:srgbClr val="053A60"/>
        </a:buClr>
        <a:buSzPct val="100000"/>
        <a:buFont typeface="Times New Roman" panose="02020603050405020304" pitchFamily="18" charset="0"/>
        <a:buChar char="»"/>
        <a:defRPr sz="2000">
          <a:solidFill>
            <a:srgbClr val="003D64"/>
          </a:solidFill>
          <a:latin typeface="+mn-lt"/>
          <a:ea typeface="+mn-ea"/>
          <a:cs typeface="+mn-cs"/>
        </a:defRPr>
      </a:lvl5pPr>
      <a:lvl6pPr marL="2514600" indent="-228600" algn="l" defTabSz="449263" rtl="0" fontAlgn="base" hangingPunct="0">
        <a:lnSpc>
          <a:spcPct val="81000"/>
        </a:lnSpc>
        <a:spcBef>
          <a:spcPct val="0"/>
        </a:spcBef>
        <a:spcAft>
          <a:spcPts val="288"/>
        </a:spcAft>
        <a:buClr>
          <a:srgbClr val="000000"/>
        </a:buClr>
        <a:buSzPct val="100000"/>
        <a:buFont typeface="Times New Roman" pitchFamily="16" charset="0"/>
        <a:defRPr>
          <a:solidFill>
            <a:srgbClr val="003D64"/>
          </a:solidFill>
          <a:latin typeface="+mn-lt"/>
          <a:ea typeface="+mn-ea"/>
          <a:cs typeface="+mn-cs"/>
        </a:defRPr>
      </a:lvl6pPr>
      <a:lvl7pPr marL="2971800" indent="-228600" algn="l" defTabSz="449263" rtl="0" fontAlgn="base" hangingPunct="0">
        <a:lnSpc>
          <a:spcPct val="81000"/>
        </a:lnSpc>
        <a:spcBef>
          <a:spcPct val="0"/>
        </a:spcBef>
        <a:spcAft>
          <a:spcPts val="288"/>
        </a:spcAft>
        <a:buClr>
          <a:srgbClr val="000000"/>
        </a:buClr>
        <a:buSzPct val="100000"/>
        <a:buFont typeface="Times New Roman" pitchFamily="16" charset="0"/>
        <a:defRPr>
          <a:solidFill>
            <a:srgbClr val="003D64"/>
          </a:solidFill>
          <a:latin typeface="+mn-lt"/>
          <a:ea typeface="+mn-ea"/>
          <a:cs typeface="+mn-cs"/>
        </a:defRPr>
      </a:lvl7pPr>
      <a:lvl8pPr marL="3429000" indent="-228600" algn="l" defTabSz="449263" rtl="0" fontAlgn="base" hangingPunct="0">
        <a:lnSpc>
          <a:spcPct val="81000"/>
        </a:lnSpc>
        <a:spcBef>
          <a:spcPct val="0"/>
        </a:spcBef>
        <a:spcAft>
          <a:spcPts val="288"/>
        </a:spcAft>
        <a:buClr>
          <a:srgbClr val="000000"/>
        </a:buClr>
        <a:buSzPct val="100000"/>
        <a:buFont typeface="Times New Roman" pitchFamily="16" charset="0"/>
        <a:defRPr>
          <a:solidFill>
            <a:srgbClr val="003D64"/>
          </a:solidFill>
          <a:latin typeface="+mn-lt"/>
          <a:ea typeface="+mn-ea"/>
          <a:cs typeface="+mn-cs"/>
        </a:defRPr>
      </a:lvl8pPr>
      <a:lvl9pPr marL="3886200" indent="-228600" algn="l" defTabSz="449263" rtl="0" fontAlgn="base" hangingPunct="0">
        <a:lnSpc>
          <a:spcPct val="81000"/>
        </a:lnSpc>
        <a:spcBef>
          <a:spcPct val="0"/>
        </a:spcBef>
        <a:spcAft>
          <a:spcPts val="288"/>
        </a:spcAft>
        <a:buClr>
          <a:srgbClr val="000000"/>
        </a:buClr>
        <a:buSzPct val="100000"/>
        <a:buFont typeface="Times New Roman" pitchFamily="16" charset="0"/>
        <a:defRPr>
          <a:solidFill>
            <a:srgbClr val="003D64"/>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3314" name="Picture 1">
            <a:extLst>
              <a:ext uri="{FF2B5EF4-FFF2-40B4-BE49-F238E27FC236}">
                <a16:creationId xmlns:a16="http://schemas.microsoft.com/office/drawing/2014/main" id="{8832E2A9-C097-4B99-BAA6-121C9460EEA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12813" y="6929438"/>
            <a:ext cx="9166225"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13315" name="Rectangle 2">
            <a:extLst>
              <a:ext uri="{FF2B5EF4-FFF2-40B4-BE49-F238E27FC236}">
                <a16:creationId xmlns:a16="http://schemas.microsoft.com/office/drawing/2014/main" id="{A28C689B-A8F3-4556-A368-9A3C00DBE1E7}"/>
              </a:ext>
            </a:extLst>
          </p:cNvPr>
          <p:cNvSpPr>
            <a:spLocks noGrp="1" noChangeArrowheads="1"/>
          </p:cNvSpPr>
          <p:nvPr>
            <p:ph type="title"/>
          </p:nvPr>
        </p:nvSpPr>
        <p:spPr bwMode="auto">
          <a:xfrm>
            <a:off x="1654175" y="76200"/>
            <a:ext cx="7729538" cy="117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lvl="0"/>
            <a:r>
              <a:rPr lang="en-GB" altLang="nl-NL"/>
              <a:t>Click to edit the title text format</a:t>
            </a:r>
          </a:p>
        </p:txBody>
      </p:sp>
      <p:sp>
        <p:nvSpPr>
          <p:cNvPr id="13316" name="Rectangle 3">
            <a:extLst>
              <a:ext uri="{FF2B5EF4-FFF2-40B4-BE49-F238E27FC236}">
                <a16:creationId xmlns:a16="http://schemas.microsoft.com/office/drawing/2014/main" id="{D43B0174-66FA-4F2D-A159-92BF835590AB}"/>
              </a:ext>
            </a:extLst>
          </p:cNvPr>
          <p:cNvSpPr>
            <a:spLocks noGrp="1" noChangeArrowheads="1"/>
          </p:cNvSpPr>
          <p:nvPr>
            <p:ph type="body" idx="1"/>
          </p:nvPr>
        </p:nvSpPr>
        <p:spPr bwMode="auto">
          <a:xfrm>
            <a:off x="698500" y="1181100"/>
            <a:ext cx="8675688" cy="4987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t" anchorCtr="0" compatLnSpc="1">
            <a:prstTxWarp prst="textNoShape">
              <a:avLst/>
            </a:prstTxWarp>
          </a:bodyPr>
          <a:lstStyle/>
          <a:p>
            <a:pPr lvl="0"/>
            <a:r>
              <a:rPr lang="en-GB" altLang="nl-NL"/>
              <a:t>Click to edit the outline text format</a:t>
            </a:r>
          </a:p>
          <a:p>
            <a:pPr lvl="1"/>
            <a:r>
              <a:rPr lang="en-GB" altLang="nl-NL"/>
              <a:t>Second Outline Level</a:t>
            </a:r>
          </a:p>
          <a:p>
            <a:pPr lvl="2"/>
            <a:r>
              <a:rPr lang="en-GB" altLang="nl-NL"/>
              <a:t>Third Outline Level</a:t>
            </a:r>
          </a:p>
          <a:p>
            <a:pPr lvl="3"/>
            <a:r>
              <a:rPr lang="en-GB" altLang="nl-NL"/>
              <a:t>Fourth Outline Level</a:t>
            </a:r>
          </a:p>
          <a:p>
            <a:pPr lvl="4"/>
            <a:r>
              <a:rPr lang="en-GB" altLang="nl-NL"/>
              <a:t>Fifth Outline Level</a:t>
            </a:r>
          </a:p>
          <a:p>
            <a:pPr lvl="4"/>
            <a:r>
              <a:rPr lang="en-GB" altLang="nl-NL"/>
              <a:t>Sixth Outline Level</a:t>
            </a:r>
          </a:p>
          <a:p>
            <a:pPr lvl="4"/>
            <a:r>
              <a:rPr lang="en-GB" altLang="nl-NL"/>
              <a:t>Seventh Outline Level</a:t>
            </a:r>
          </a:p>
          <a:p>
            <a:pPr lvl="4"/>
            <a:r>
              <a:rPr lang="en-GB" altLang="nl-NL"/>
              <a:t>Eighth Outline Level</a:t>
            </a:r>
          </a:p>
          <a:p>
            <a:pPr lvl="4"/>
            <a:r>
              <a:rPr lang="en-GB" altLang="nl-NL"/>
              <a:t>Ninth Outline Level</a:t>
            </a:r>
          </a:p>
        </p:txBody>
      </p:sp>
    </p:spTree>
  </p:cSld>
  <p:clrMap bg1="lt1" tx1="dk1" bg2="lt2" tx2="dk2" accent1="accent1" accent2="accent2" accent3="accent3" accent4="accent4" accent5="accent5" accent6="accent6" hlink="hlink" folHlink="folHlink"/>
  <p:sldLayoutIdLst>
    <p:sldLayoutId id="2147484188" r:id="rId1"/>
    <p:sldLayoutId id="2147484189" r:id="rId2"/>
    <p:sldLayoutId id="2147484190" r:id="rId3"/>
    <p:sldLayoutId id="2147484191" r:id="rId4"/>
    <p:sldLayoutId id="2147484192" r:id="rId5"/>
    <p:sldLayoutId id="2147484193" r:id="rId6"/>
    <p:sldLayoutId id="2147484194" r:id="rId7"/>
    <p:sldLayoutId id="2147484195" r:id="rId8"/>
    <p:sldLayoutId id="2147484196" r:id="rId9"/>
    <p:sldLayoutId id="2147484197" r:id="rId10"/>
    <p:sldLayoutId id="2147484198" r:id="rId11"/>
    <p:sldLayoutId id="2147484199" r:id="rId12"/>
  </p:sldLayoutIdLst>
  <p:hf hdr="0" dt="0"/>
  <p:txStyles>
    <p:titleStyle>
      <a:lvl1pPr algn="l" defTabSz="449263" rtl="0" eaLnBrk="0" fontAlgn="base" hangingPunct="0">
        <a:spcBef>
          <a:spcPct val="0"/>
        </a:spcBef>
        <a:spcAft>
          <a:spcPct val="0"/>
        </a:spcAft>
        <a:buClr>
          <a:srgbClr val="000000"/>
        </a:buClr>
        <a:buSzPct val="100000"/>
        <a:buFont typeface="Times New Roman" panose="02020603050405020304" pitchFamily="18" charset="0"/>
        <a:defRPr sz="4300">
          <a:solidFill>
            <a:srgbClr val="003D62"/>
          </a:solidFill>
          <a:latin typeface="+mj-lt"/>
          <a:ea typeface="ＭＳ Ｐゴシック" charset="0"/>
          <a:cs typeface="+mj-cs"/>
        </a:defRPr>
      </a:lvl1pPr>
      <a:lvl2pPr algn="l" defTabSz="449263" rtl="0" eaLnBrk="0" fontAlgn="base" hangingPunct="0">
        <a:spcBef>
          <a:spcPct val="0"/>
        </a:spcBef>
        <a:spcAft>
          <a:spcPct val="0"/>
        </a:spcAft>
        <a:buClr>
          <a:srgbClr val="000000"/>
        </a:buClr>
        <a:buSzPct val="100000"/>
        <a:buFont typeface="Times New Roman" panose="02020603050405020304" pitchFamily="18" charset="0"/>
        <a:defRPr sz="4300">
          <a:solidFill>
            <a:srgbClr val="003D62"/>
          </a:solidFill>
          <a:latin typeface="Verdana" pitchFamily="32" charset="0"/>
          <a:ea typeface="ＭＳ Ｐゴシック" charset="0"/>
          <a:cs typeface="DejaVu Sans" charset="0"/>
        </a:defRPr>
      </a:lvl2pPr>
      <a:lvl3pPr algn="l" defTabSz="449263" rtl="0" eaLnBrk="0" fontAlgn="base" hangingPunct="0">
        <a:spcBef>
          <a:spcPct val="0"/>
        </a:spcBef>
        <a:spcAft>
          <a:spcPct val="0"/>
        </a:spcAft>
        <a:buClr>
          <a:srgbClr val="000000"/>
        </a:buClr>
        <a:buSzPct val="100000"/>
        <a:buFont typeface="Times New Roman" panose="02020603050405020304" pitchFamily="18" charset="0"/>
        <a:defRPr sz="4300">
          <a:solidFill>
            <a:srgbClr val="003D62"/>
          </a:solidFill>
          <a:latin typeface="Verdana" pitchFamily="32" charset="0"/>
          <a:ea typeface="ＭＳ Ｐゴシック" charset="0"/>
          <a:cs typeface="DejaVu Sans" charset="0"/>
        </a:defRPr>
      </a:lvl3pPr>
      <a:lvl4pPr algn="l" defTabSz="449263" rtl="0" eaLnBrk="0" fontAlgn="base" hangingPunct="0">
        <a:spcBef>
          <a:spcPct val="0"/>
        </a:spcBef>
        <a:spcAft>
          <a:spcPct val="0"/>
        </a:spcAft>
        <a:buClr>
          <a:srgbClr val="000000"/>
        </a:buClr>
        <a:buSzPct val="100000"/>
        <a:buFont typeface="Times New Roman" panose="02020603050405020304" pitchFamily="18" charset="0"/>
        <a:defRPr sz="4300">
          <a:solidFill>
            <a:srgbClr val="003D62"/>
          </a:solidFill>
          <a:latin typeface="Verdana" pitchFamily="32" charset="0"/>
          <a:ea typeface="ＭＳ Ｐゴシック" charset="0"/>
          <a:cs typeface="DejaVu Sans" charset="0"/>
        </a:defRPr>
      </a:lvl4pPr>
      <a:lvl5pPr algn="l" defTabSz="449263" rtl="0" eaLnBrk="0" fontAlgn="base" hangingPunct="0">
        <a:spcBef>
          <a:spcPct val="0"/>
        </a:spcBef>
        <a:spcAft>
          <a:spcPct val="0"/>
        </a:spcAft>
        <a:buClr>
          <a:srgbClr val="000000"/>
        </a:buClr>
        <a:buSzPct val="100000"/>
        <a:buFont typeface="Times New Roman" panose="02020603050405020304" pitchFamily="18" charset="0"/>
        <a:defRPr sz="4300">
          <a:solidFill>
            <a:srgbClr val="003D62"/>
          </a:solidFill>
          <a:latin typeface="Verdana" pitchFamily="32" charset="0"/>
          <a:ea typeface="ＭＳ Ｐゴシック" charset="0"/>
          <a:cs typeface="DejaVu Sans" charset="0"/>
        </a:defRPr>
      </a:lvl5pPr>
      <a:lvl6pPr marL="2514600" indent="-228600" algn="l" defTabSz="449263" rtl="0" fontAlgn="base">
        <a:spcBef>
          <a:spcPct val="0"/>
        </a:spcBef>
        <a:spcAft>
          <a:spcPct val="0"/>
        </a:spcAft>
        <a:buClr>
          <a:srgbClr val="000000"/>
        </a:buClr>
        <a:buSzPct val="100000"/>
        <a:buFont typeface="Times New Roman" pitchFamily="16" charset="0"/>
        <a:defRPr sz="4300">
          <a:solidFill>
            <a:srgbClr val="003D62"/>
          </a:solidFill>
          <a:latin typeface="Verdana" pitchFamily="32" charset="0"/>
          <a:cs typeface="DejaVu Sans" charset="0"/>
        </a:defRPr>
      </a:lvl6pPr>
      <a:lvl7pPr marL="2971800" indent="-228600" algn="l" defTabSz="449263" rtl="0" fontAlgn="base">
        <a:spcBef>
          <a:spcPct val="0"/>
        </a:spcBef>
        <a:spcAft>
          <a:spcPct val="0"/>
        </a:spcAft>
        <a:buClr>
          <a:srgbClr val="000000"/>
        </a:buClr>
        <a:buSzPct val="100000"/>
        <a:buFont typeface="Times New Roman" pitchFamily="16" charset="0"/>
        <a:defRPr sz="4300">
          <a:solidFill>
            <a:srgbClr val="003D62"/>
          </a:solidFill>
          <a:latin typeface="Verdana" pitchFamily="32" charset="0"/>
          <a:cs typeface="DejaVu Sans" charset="0"/>
        </a:defRPr>
      </a:lvl7pPr>
      <a:lvl8pPr marL="3429000" indent="-228600" algn="l" defTabSz="449263" rtl="0" fontAlgn="base">
        <a:spcBef>
          <a:spcPct val="0"/>
        </a:spcBef>
        <a:spcAft>
          <a:spcPct val="0"/>
        </a:spcAft>
        <a:buClr>
          <a:srgbClr val="000000"/>
        </a:buClr>
        <a:buSzPct val="100000"/>
        <a:buFont typeface="Times New Roman" pitchFamily="16" charset="0"/>
        <a:defRPr sz="4300">
          <a:solidFill>
            <a:srgbClr val="003D62"/>
          </a:solidFill>
          <a:latin typeface="Verdana" pitchFamily="32" charset="0"/>
          <a:cs typeface="DejaVu Sans" charset="0"/>
        </a:defRPr>
      </a:lvl8pPr>
      <a:lvl9pPr marL="3886200" indent="-228600" algn="l" defTabSz="449263" rtl="0" fontAlgn="base">
        <a:spcBef>
          <a:spcPct val="0"/>
        </a:spcBef>
        <a:spcAft>
          <a:spcPct val="0"/>
        </a:spcAft>
        <a:buClr>
          <a:srgbClr val="000000"/>
        </a:buClr>
        <a:buSzPct val="100000"/>
        <a:buFont typeface="Times New Roman" pitchFamily="16" charset="0"/>
        <a:defRPr sz="4300">
          <a:solidFill>
            <a:srgbClr val="003D62"/>
          </a:solidFill>
          <a:latin typeface="Verdana" pitchFamily="32" charset="0"/>
          <a:cs typeface="DejaVu Sans" charset="0"/>
        </a:defRPr>
      </a:lvl9pPr>
    </p:titleStyle>
    <p:bodyStyle>
      <a:lvl1pPr marL="342900" indent="-342900" algn="l" defTabSz="449263" rtl="0" eaLnBrk="0" fontAlgn="base" hangingPunct="0">
        <a:spcBef>
          <a:spcPts val="688"/>
        </a:spcBef>
        <a:spcAft>
          <a:spcPct val="0"/>
        </a:spcAft>
        <a:buClr>
          <a:srgbClr val="000000"/>
        </a:buClr>
        <a:buSzPct val="100000"/>
        <a:buFont typeface="Times New Roman" panose="02020603050405020304" pitchFamily="18" charset="0"/>
        <a:buChar char="•"/>
        <a:defRPr sz="2800">
          <a:solidFill>
            <a:srgbClr val="003D62"/>
          </a:solidFill>
          <a:latin typeface="+mn-lt"/>
          <a:ea typeface="ＭＳ Ｐゴシック" charset="0"/>
          <a:cs typeface="+mn-cs"/>
        </a:defRPr>
      </a:lvl1pPr>
      <a:lvl2pPr marL="742950" indent="-285750" algn="l" defTabSz="449263" rtl="0" eaLnBrk="0" fontAlgn="base" hangingPunct="0">
        <a:spcBef>
          <a:spcPts val="613"/>
        </a:spcBef>
        <a:spcAft>
          <a:spcPct val="0"/>
        </a:spcAft>
        <a:buClr>
          <a:srgbClr val="000000"/>
        </a:buClr>
        <a:buSzPct val="100000"/>
        <a:buFont typeface="Times New Roman" panose="02020603050405020304" pitchFamily="18" charset="0"/>
        <a:buChar char="–"/>
        <a:defRPr sz="2400">
          <a:solidFill>
            <a:srgbClr val="003D62"/>
          </a:solidFill>
          <a:latin typeface="+mn-lt"/>
          <a:ea typeface="DejaVu Sans" charset="0"/>
          <a:cs typeface="+mn-cs"/>
        </a:defRPr>
      </a:lvl2pPr>
      <a:lvl3pPr marL="1143000" indent="-228600" algn="l" defTabSz="449263" rtl="0" eaLnBrk="0" fontAlgn="base" hangingPunct="0">
        <a:spcBef>
          <a:spcPts val="663"/>
        </a:spcBef>
        <a:spcAft>
          <a:spcPct val="0"/>
        </a:spcAft>
        <a:buClr>
          <a:srgbClr val="000000"/>
        </a:buClr>
        <a:buSzPct val="100000"/>
        <a:buFont typeface="Times New Roman" panose="02020603050405020304" pitchFamily="18" charset="0"/>
        <a:buChar char="•"/>
        <a:defRPr sz="2700">
          <a:solidFill>
            <a:srgbClr val="003D62"/>
          </a:solidFill>
          <a:latin typeface="+mn-lt"/>
          <a:ea typeface="DejaVu Sans" charset="0"/>
          <a:cs typeface="+mn-cs"/>
        </a:defRPr>
      </a:lvl3pPr>
      <a:lvl4pPr marL="1600200" indent="-228600" algn="l" defTabSz="449263" rtl="0" eaLnBrk="0" fontAlgn="base" hangingPunct="0">
        <a:spcBef>
          <a:spcPts val="438"/>
        </a:spcBef>
        <a:spcAft>
          <a:spcPct val="0"/>
        </a:spcAft>
        <a:buClr>
          <a:srgbClr val="000000"/>
        </a:buClr>
        <a:buSzPct val="100000"/>
        <a:buFont typeface="Times New Roman" panose="02020603050405020304" pitchFamily="18" charset="0"/>
        <a:buChar char="–"/>
        <a:defRPr sz="2000">
          <a:solidFill>
            <a:srgbClr val="003D62"/>
          </a:solidFill>
          <a:latin typeface="+mn-lt"/>
          <a:ea typeface="DejaVu Sans" charset="0"/>
          <a:cs typeface="+mn-cs"/>
        </a:defRPr>
      </a:lvl4pPr>
      <a:lvl5pPr marL="2057400" indent="-228600" algn="l" defTabSz="449263" rtl="0" eaLnBrk="0" fontAlgn="base" hangingPunct="0">
        <a:spcBef>
          <a:spcPts val="438"/>
        </a:spcBef>
        <a:spcAft>
          <a:spcPct val="0"/>
        </a:spcAft>
        <a:buClr>
          <a:srgbClr val="000000"/>
        </a:buClr>
        <a:buSzPct val="100000"/>
        <a:buFont typeface="Times New Roman" panose="02020603050405020304" pitchFamily="18" charset="0"/>
        <a:buChar char="»"/>
        <a:defRPr sz="2000">
          <a:solidFill>
            <a:srgbClr val="003D62"/>
          </a:solidFill>
          <a:latin typeface="+mn-lt"/>
          <a:ea typeface="DejaVu Sans" charset="0"/>
          <a:cs typeface="+mn-cs"/>
        </a:defRPr>
      </a:lvl5pPr>
      <a:lvl6pPr marL="2514600" indent="-228600" algn="l" defTabSz="449263" rtl="0" fontAlgn="base">
        <a:spcBef>
          <a:spcPts val="438"/>
        </a:spcBef>
        <a:spcAft>
          <a:spcPct val="0"/>
        </a:spcAft>
        <a:buClr>
          <a:srgbClr val="000000"/>
        </a:buClr>
        <a:buSzPct val="100000"/>
        <a:buFont typeface="Times New Roman" pitchFamily="16" charset="0"/>
        <a:defRPr>
          <a:solidFill>
            <a:srgbClr val="003D62"/>
          </a:solidFill>
          <a:latin typeface="+mn-lt"/>
          <a:cs typeface="+mn-cs"/>
        </a:defRPr>
      </a:lvl6pPr>
      <a:lvl7pPr marL="2971800" indent="-228600" algn="l" defTabSz="449263" rtl="0" fontAlgn="base">
        <a:spcBef>
          <a:spcPts val="438"/>
        </a:spcBef>
        <a:spcAft>
          <a:spcPct val="0"/>
        </a:spcAft>
        <a:buClr>
          <a:srgbClr val="000000"/>
        </a:buClr>
        <a:buSzPct val="100000"/>
        <a:buFont typeface="Times New Roman" pitchFamily="16" charset="0"/>
        <a:defRPr>
          <a:solidFill>
            <a:srgbClr val="003D62"/>
          </a:solidFill>
          <a:latin typeface="+mn-lt"/>
          <a:cs typeface="+mn-cs"/>
        </a:defRPr>
      </a:lvl7pPr>
      <a:lvl8pPr marL="3429000" indent="-228600" algn="l" defTabSz="449263" rtl="0" fontAlgn="base">
        <a:spcBef>
          <a:spcPts val="438"/>
        </a:spcBef>
        <a:spcAft>
          <a:spcPct val="0"/>
        </a:spcAft>
        <a:buClr>
          <a:srgbClr val="000000"/>
        </a:buClr>
        <a:buSzPct val="100000"/>
        <a:buFont typeface="Times New Roman" pitchFamily="16" charset="0"/>
        <a:defRPr>
          <a:solidFill>
            <a:srgbClr val="003D62"/>
          </a:solidFill>
          <a:latin typeface="+mn-lt"/>
          <a:cs typeface="+mn-cs"/>
        </a:defRPr>
      </a:lvl8pPr>
      <a:lvl9pPr marL="3886200" indent="-228600" algn="l" defTabSz="449263" rtl="0" fontAlgn="base">
        <a:spcBef>
          <a:spcPts val="438"/>
        </a:spcBef>
        <a:spcAft>
          <a:spcPct val="0"/>
        </a:spcAft>
        <a:buClr>
          <a:srgbClr val="000000"/>
        </a:buClr>
        <a:buSzPct val="100000"/>
        <a:buFont typeface="Times New Roman" pitchFamily="16" charset="0"/>
        <a:defRPr>
          <a:solidFill>
            <a:srgbClr val="003D62"/>
          </a:solidFill>
          <a:latin typeface="+mn-lt"/>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3.xml"/><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a:extLst>
              <a:ext uri="{FF2B5EF4-FFF2-40B4-BE49-F238E27FC236}">
                <a16:creationId xmlns:a16="http://schemas.microsoft.com/office/drawing/2014/main" id="{8FFE3896-0FBE-4A0B-9E66-5535AE3D0C13}"/>
              </a:ext>
            </a:extLst>
          </p:cNvPr>
          <p:cNvSpPr>
            <a:spLocks noGrp="1" noChangeArrowheads="1"/>
          </p:cNvSpPr>
          <p:nvPr>
            <p:ph type="title"/>
          </p:nvPr>
        </p:nvSpPr>
        <p:spPr>
          <a:xfrm>
            <a:off x="682625" y="1422400"/>
            <a:ext cx="8677275" cy="571500"/>
          </a:xfrm>
        </p:spPr>
        <p:txBody>
          <a:bodyPr anchor="b"/>
          <a:lstStyle/>
          <a:p>
            <a:pPr eaLnBrk="1" hangingPunct="1">
              <a:buClrTx/>
              <a:buFontTx/>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nl-NL" sz="3600" b="1">
                <a:ea typeface="ＭＳ Ｐゴシック" panose="020B0600070205080204" pitchFamily="34" charset="-128"/>
              </a:rPr>
              <a:t>Opdracht Belichting</a:t>
            </a:r>
          </a:p>
        </p:txBody>
      </p:sp>
      <p:sp>
        <p:nvSpPr>
          <p:cNvPr id="15362" name="Text Box 2">
            <a:extLst>
              <a:ext uri="{FF2B5EF4-FFF2-40B4-BE49-F238E27FC236}">
                <a16:creationId xmlns:a16="http://schemas.microsoft.com/office/drawing/2014/main" id="{7E349BBC-B2E5-4E45-B643-43D67E0B5C1B}"/>
              </a:ext>
            </a:extLst>
          </p:cNvPr>
          <p:cNvSpPr txBox="1">
            <a:spLocks noChangeArrowheads="1"/>
          </p:cNvSpPr>
          <p:nvPr/>
        </p:nvSpPr>
        <p:spPr bwMode="auto">
          <a:xfrm>
            <a:off x="682625" y="1993900"/>
            <a:ext cx="867727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0" tIns="0" rIns="0" bIns="0" anchor="t"/>
          <a:lstStyle>
            <a:lvl1pPr>
              <a:spcBef>
                <a:spcPts val="688"/>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3D62"/>
                </a:solidFill>
                <a:latin typeface="Verdana" panose="020B0604030504040204" pitchFamily="34" charset="0"/>
                <a:ea typeface="ＭＳ Ｐゴシック" panose="020B0600070205080204" pitchFamily="34" charset="-128"/>
                <a:cs typeface="DejaVu Sans" charset="0"/>
              </a:defRPr>
            </a:lvl1pPr>
            <a:lvl2pPr>
              <a:spcBef>
                <a:spcPts val="613"/>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400">
                <a:solidFill>
                  <a:srgbClr val="003D62"/>
                </a:solidFill>
                <a:latin typeface="Verdana" panose="020B0604030504040204" pitchFamily="34" charset="0"/>
                <a:ea typeface="DejaVu Sans" charset="0"/>
                <a:cs typeface="DejaVu Sans" charset="0"/>
              </a:defRPr>
            </a:lvl2pPr>
            <a:lvl3pPr>
              <a:spcBef>
                <a:spcPts val="663"/>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700">
                <a:solidFill>
                  <a:srgbClr val="003D62"/>
                </a:solidFill>
                <a:latin typeface="Verdana" panose="020B0604030504040204" pitchFamily="34" charset="0"/>
                <a:ea typeface="DejaVu Sans" charset="0"/>
                <a:cs typeface="DejaVu Sans" charset="0"/>
              </a:defRPr>
            </a:lvl3pPr>
            <a:lvl4pPr>
              <a:spcBef>
                <a:spcPts val="438"/>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3D62"/>
                </a:solidFill>
                <a:latin typeface="Verdana" panose="020B0604030504040204" pitchFamily="34" charset="0"/>
                <a:ea typeface="DejaVu Sans" charset="0"/>
                <a:cs typeface="DejaVu Sans" charset="0"/>
              </a:defRPr>
            </a:lvl4pPr>
            <a:lvl5pPr>
              <a:spcBef>
                <a:spcPts val="438"/>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3D62"/>
                </a:solidFill>
                <a:latin typeface="Verdana" panose="020B0604030504040204" pitchFamily="34" charset="0"/>
                <a:ea typeface="DejaVu Sans" charset="0"/>
                <a:cs typeface="DejaVu Sans" charset="0"/>
              </a:defRPr>
            </a:lvl5pPr>
            <a:lvl6pPr marL="2514600" indent="-228600" defTabSz="449263" eaLnBrk="0" fontAlgn="base" hangingPunct="0">
              <a:spcBef>
                <a:spcPts val="438"/>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3D62"/>
                </a:solidFill>
                <a:latin typeface="Verdana" panose="020B0604030504040204" pitchFamily="34" charset="0"/>
                <a:ea typeface="DejaVu Sans" charset="0"/>
                <a:cs typeface="DejaVu Sans" charset="0"/>
              </a:defRPr>
            </a:lvl6pPr>
            <a:lvl7pPr marL="2971800" indent="-228600" defTabSz="449263" eaLnBrk="0" fontAlgn="base" hangingPunct="0">
              <a:spcBef>
                <a:spcPts val="438"/>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3D62"/>
                </a:solidFill>
                <a:latin typeface="Verdana" panose="020B0604030504040204" pitchFamily="34" charset="0"/>
                <a:ea typeface="DejaVu Sans" charset="0"/>
                <a:cs typeface="DejaVu Sans" charset="0"/>
              </a:defRPr>
            </a:lvl7pPr>
            <a:lvl8pPr marL="3429000" indent="-228600" defTabSz="449263" eaLnBrk="0" fontAlgn="base" hangingPunct="0">
              <a:spcBef>
                <a:spcPts val="438"/>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3D62"/>
                </a:solidFill>
                <a:latin typeface="Verdana" panose="020B0604030504040204" pitchFamily="34" charset="0"/>
                <a:ea typeface="DejaVu Sans" charset="0"/>
                <a:cs typeface="DejaVu Sans" charset="0"/>
              </a:defRPr>
            </a:lvl8pPr>
            <a:lvl9pPr marL="3886200" indent="-228600" defTabSz="449263" eaLnBrk="0" fontAlgn="base" hangingPunct="0">
              <a:spcBef>
                <a:spcPts val="438"/>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3D62"/>
                </a:solidFill>
                <a:latin typeface="Verdana" panose="020B0604030504040204" pitchFamily="34" charset="0"/>
                <a:ea typeface="DejaVu Sans" charset="0"/>
                <a:cs typeface="DejaVu Sans" charset="0"/>
              </a:defRPr>
            </a:lvl9pPr>
          </a:lstStyle>
          <a:p>
            <a:pPr eaLnBrk="1" hangingPunct="1">
              <a:spcBef>
                <a:spcPts val="500"/>
              </a:spcBef>
              <a:buClrTx/>
              <a:buNone/>
            </a:pPr>
            <a:r>
              <a:rPr lang="en-GB" altLang="nl-NL" sz="2000" dirty="0">
                <a:solidFill>
                  <a:srgbClr val="7E002F"/>
                </a:solidFill>
                <a:latin typeface="Verdana"/>
                <a:ea typeface="ＭＳ Ｐゴシック"/>
              </a:rPr>
              <a:t>Tim Apers</a:t>
            </a:r>
            <a:endParaRPr lang="en-GB" altLang="nl-NL" sz="2000" dirty="0">
              <a:solidFill>
                <a:srgbClr val="7E002F"/>
              </a:solidFill>
            </a:endParaRPr>
          </a:p>
        </p:txBody>
      </p:sp>
      <p:pic>
        <p:nvPicPr>
          <p:cNvPr id="15363" name="Picture 5">
            <a:extLst>
              <a:ext uri="{FF2B5EF4-FFF2-40B4-BE49-F238E27FC236}">
                <a16:creationId xmlns:a16="http://schemas.microsoft.com/office/drawing/2014/main" id="{7A83A6AB-7235-451C-8607-B6267540A8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25" y="136525"/>
            <a:ext cx="1338263"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15364" name="Picture 5" descr="7_lighting.bmp">
            <a:extLst>
              <a:ext uri="{FF2B5EF4-FFF2-40B4-BE49-F238E27FC236}">
                <a16:creationId xmlns:a16="http://schemas.microsoft.com/office/drawing/2014/main" id="{92864746-4A60-43B6-9A57-A0FB90C520A7}"/>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79692" y="3131765"/>
            <a:ext cx="3357562" cy="392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Afbeelding 2">
            <a:extLst>
              <a:ext uri="{FF2B5EF4-FFF2-40B4-BE49-F238E27FC236}">
                <a16:creationId xmlns:a16="http://schemas.microsoft.com/office/drawing/2014/main" id="{AC53C3ED-5599-4C33-A37F-43442A9E3A31}"/>
              </a:ext>
            </a:extLst>
          </p:cNvPr>
          <p:cNvPicPr>
            <a:picLocks noChangeAspect="1"/>
          </p:cNvPicPr>
          <p:nvPr/>
        </p:nvPicPr>
        <p:blipFill>
          <a:blip r:embed="rId5"/>
          <a:stretch>
            <a:fillRect/>
          </a:stretch>
        </p:blipFill>
        <p:spPr>
          <a:xfrm>
            <a:off x="5529468" y="1936792"/>
            <a:ext cx="3820878" cy="4450981"/>
          </a:xfrm>
          <a:prstGeom prst="rect">
            <a:avLst/>
          </a:prstGeom>
        </p:spPr>
      </p:pic>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C2D3CBF2-93A5-490D-843D-0BBD1C41E62A}"/>
              </a:ext>
            </a:extLst>
          </p:cNvPr>
          <p:cNvSpPr>
            <a:spLocks noGrp="1"/>
          </p:cNvSpPr>
          <p:nvPr>
            <p:ph type="title"/>
          </p:nvPr>
        </p:nvSpPr>
        <p:spPr/>
        <p:txBody>
          <a:bodyPr/>
          <a:lstStyle/>
          <a:p>
            <a:r>
              <a:rPr lang="nl-BE" altLang="nl-NL">
                <a:ea typeface="ＭＳ Ｐゴシック" panose="020B0600070205080204" pitchFamily="34" charset="-128"/>
              </a:rPr>
              <a:t>Belichting</a:t>
            </a:r>
          </a:p>
        </p:txBody>
      </p:sp>
      <p:sp>
        <p:nvSpPr>
          <p:cNvPr id="17410" name="Content Placeholder 2">
            <a:extLst>
              <a:ext uri="{FF2B5EF4-FFF2-40B4-BE49-F238E27FC236}">
                <a16:creationId xmlns:a16="http://schemas.microsoft.com/office/drawing/2014/main" id="{4F6311CD-3D14-4687-B581-27086DA0ED0D}"/>
              </a:ext>
            </a:extLst>
          </p:cNvPr>
          <p:cNvSpPr>
            <a:spLocks noGrp="1"/>
          </p:cNvSpPr>
          <p:nvPr>
            <p:ph idx="1"/>
          </p:nvPr>
        </p:nvSpPr>
        <p:spPr/>
        <p:txBody>
          <a:bodyPr/>
          <a:lstStyle/>
          <a:p>
            <a:pPr>
              <a:buFont typeface="Arial" charset="0"/>
              <a:buChar char="•"/>
              <a:defRPr/>
            </a:pPr>
            <a:r>
              <a:rPr lang="nl-BE" dirty="0"/>
              <a:t>Opdracht: pas je implementatie van Z-Buffering aan zodat deze de volgende vormen van belichting ondersteunt:</a:t>
            </a:r>
          </a:p>
          <a:p>
            <a:pPr>
              <a:buFont typeface="Arial" charset="0"/>
              <a:buChar char="•"/>
              <a:defRPr/>
            </a:pPr>
            <a:endParaRPr lang="nl-BE" dirty="0"/>
          </a:p>
          <a:p>
            <a:pPr lvl="1">
              <a:lnSpc>
                <a:spcPct val="200000"/>
              </a:lnSpc>
              <a:buFont typeface="Times New Roman" charset="0"/>
              <a:buChar char="–"/>
              <a:defRPr/>
            </a:pPr>
            <a:r>
              <a:rPr lang="nl-BE" dirty="0"/>
              <a:t>Ambient licht</a:t>
            </a:r>
          </a:p>
          <a:p>
            <a:pPr lvl="1">
              <a:lnSpc>
                <a:spcPct val="200000"/>
              </a:lnSpc>
              <a:buFont typeface="Times New Roman" charset="0"/>
              <a:buChar char="–"/>
              <a:defRPr/>
            </a:pPr>
            <a:r>
              <a:rPr lang="nl-BE" dirty="0"/>
              <a:t>Diffuus licht (met lichtbron op oneindig)</a:t>
            </a:r>
          </a:p>
          <a:p>
            <a:pPr lvl="1">
              <a:lnSpc>
                <a:spcPct val="200000"/>
              </a:lnSpc>
              <a:buFont typeface="Times New Roman" charset="0"/>
              <a:buChar char="–"/>
              <a:defRPr/>
            </a:pPr>
            <a:r>
              <a:rPr lang="nl-BE" dirty="0"/>
              <a:t>Diffuus licht (met puntbronnen, incl. spots)</a:t>
            </a:r>
          </a:p>
          <a:p>
            <a:pPr lvl="1">
              <a:lnSpc>
                <a:spcPct val="200000"/>
              </a:lnSpc>
              <a:buFont typeface="Times New Roman" charset="0"/>
              <a:buChar char="–"/>
              <a:defRPr/>
            </a:pPr>
            <a:r>
              <a:rPr lang="nl-BE" dirty="0"/>
              <a:t>Glanzend (specular) licht</a:t>
            </a:r>
          </a:p>
          <a:p>
            <a:pPr lvl="1">
              <a:buFont typeface="Times New Roman" charset="0"/>
              <a:buChar char="–"/>
              <a:defRPr/>
            </a:pPr>
            <a:endParaRPr lang="nl-BE" dirty="0"/>
          </a:p>
          <a:p>
            <a:pPr lvl="1">
              <a:buFont typeface="Times New Roman" charset="0"/>
              <a:buChar char="–"/>
              <a:defRPr/>
            </a:pPr>
            <a:endParaRPr lang="nl-BE" dirty="0"/>
          </a:p>
          <a:p>
            <a:pPr marL="457200" lvl="1" indent="0">
              <a:buFont typeface="Times New Roman" charset="0"/>
              <a:buNone/>
              <a:defRPr/>
            </a:pPr>
            <a:endParaRPr lang="nl-BE" dirty="0"/>
          </a:p>
          <a:p>
            <a:pPr marL="457200" lvl="1" indent="0">
              <a:buFont typeface="Times New Roman" charset="0"/>
              <a:buNone/>
              <a:defRPr/>
            </a:pPr>
            <a:endParaRPr lang="nl-BE" dirty="0"/>
          </a:p>
        </p:txBody>
      </p:sp>
      <p:sp>
        <p:nvSpPr>
          <p:cNvPr id="4" name="Footer Placeholder 3">
            <a:extLst>
              <a:ext uri="{FF2B5EF4-FFF2-40B4-BE49-F238E27FC236}">
                <a16:creationId xmlns:a16="http://schemas.microsoft.com/office/drawing/2014/main" id="{9118EFF9-8146-459B-94DE-0A11CDF8F489}"/>
              </a:ext>
            </a:extLst>
          </p:cNvPr>
          <p:cNvSpPr>
            <a:spLocks noGrp="1"/>
          </p:cNvSpPr>
          <p:nvPr>
            <p:ph type="ftr" sz="quarter" idx="11"/>
          </p:nvPr>
        </p:nvSpPr>
        <p:spPr/>
        <p:txBody>
          <a:bodyPr/>
          <a:lstStyle/>
          <a:p>
            <a:pPr>
              <a:defRPr/>
            </a:pPr>
            <a:r>
              <a:rPr lang="en-GB"/>
              <a:t>Practicum Computer Graphics: Belichting</a:t>
            </a:r>
            <a:endParaRPr lang="en-GB" dirty="0"/>
          </a:p>
        </p:txBody>
      </p:sp>
      <p:sp>
        <p:nvSpPr>
          <p:cNvPr id="17412" name="Slide Number Placeholder 4">
            <a:extLst>
              <a:ext uri="{FF2B5EF4-FFF2-40B4-BE49-F238E27FC236}">
                <a16:creationId xmlns:a16="http://schemas.microsoft.com/office/drawing/2014/main" id="{288E0957-A787-40F9-90AA-0CBAC753A5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70066E55-A695-49F9-8A33-F4B42DAB2CC8}"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2</a:t>
            </a:fld>
            <a:endParaRPr lang="en-GB" altLang="nl-NL" sz="1400" b="0">
              <a:solidFill>
                <a:srgbClr val="FFFF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5F7A679E-4CFC-470C-A54B-B10B457BD5AD}"/>
              </a:ext>
            </a:extLst>
          </p:cNvPr>
          <p:cNvSpPr>
            <a:spLocks noGrp="1"/>
          </p:cNvSpPr>
          <p:nvPr>
            <p:ph type="title"/>
          </p:nvPr>
        </p:nvSpPr>
        <p:spPr/>
        <p:txBody>
          <a:bodyPr/>
          <a:lstStyle/>
          <a:p>
            <a:r>
              <a:rPr lang="nl-BE" altLang="nl-NL">
                <a:ea typeface="ＭＳ Ｐゴシック" panose="020B0600070205080204" pitchFamily="34" charset="-128"/>
              </a:rPr>
              <a:t>Datastructuren</a:t>
            </a:r>
          </a:p>
        </p:txBody>
      </p:sp>
      <p:sp>
        <p:nvSpPr>
          <p:cNvPr id="18434" name="Content Placeholder 2">
            <a:extLst>
              <a:ext uri="{FF2B5EF4-FFF2-40B4-BE49-F238E27FC236}">
                <a16:creationId xmlns:a16="http://schemas.microsoft.com/office/drawing/2014/main" id="{E39E24E9-4C0B-478E-905E-07BA0BA1270A}"/>
              </a:ext>
            </a:extLst>
          </p:cNvPr>
          <p:cNvSpPr>
            <a:spLocks noGrp="1"/>
          </p:cNvSpPr>
          <p:nvPr>
            <p:ph idx="1"/>
          </p:nvPr>
        </p:nvSpPr>
        <p:spPr>
          <a:xfrm>
            <a:off x="503238" y="1260475"/>
            <a:ext cx="9034462" cy="1590675"/>
          </a:xfrm>
        </p:spPr>
        <p:txBody>
          <a:bodyPr/>
          <a:lstStyle/>
          <a:p>
            <a:r>
              <a:rPr lang="nl-BE" altLang="nl-NL">
                <a:ea typeface="ＭＳ Ｐゴシック" panose="020B0600070205080204" pitchFamily="34" charset="-128"/>
              </a:rPr>
              <a:t>Pas de bestaande datastructuren aan om de verplichte vormen van belichting te ondersteunen:</a:t>
            </a:r>
          </a:p>
          <a:p>
            <a:pPr lvl="1"/>
            <a:r>
              <a:rPr lang="nl-BE" altLang="nl-NL"/>
              <a:t>Een 3D-Figuur heeft niet langer één kleur, maar wordt gekenmerkt door een aantal verschillende reflectiecoëfficiënten</a:t>
            </a:r>
          </a:p>
        </p:txBody>
      </p:sp>
      <p:sp>
        <p:nvSpPr>
          <p:cNvPr id="4" name="Footer Placeholder 3">
            <a:extLst>
              <a:ext uri="{FF2B5EF4-FFF2-40B4-BE49-F238E27FC236}">
                <a16:creationId xmlns:a16="http://schemas.microsoft.com/office/drawing/2014/main" id="{6EEADC6B-EDAC-45AD-9430-3C8D1F94B2DD}"/>
              </a:ext>
            </a:extLst>
          </p:cNvPr>
          <p:cNvSpPr>
            <a:spLocks noGrp="1"/>
          </p:cNvSpPr>
          <p:nvPr>
            <p:ph type="ftr" sz="quarter" idx="11"/>
          </p:nvPr>
        </p:nvSpPr>
        <p:spPr/>
        <p:txBody>
          <a:bodyPr/>
          <a:lstStyle/>
          <a:p>
            <a:pPr>
              <a:defRPr/>
            </a:pPr>
            <a:r>
              <a:rPr lang="en-GB"/>
              <a:t>Practicum Computer Graphics: Belichting</a:t>
            </a:r>
            <a:endParaRPr lang="en-GB" dirty="0"/>
          </a:p>
        </p:txBody>
      </p:sp>
      <p:sp>
        <p:nvSpPr>
          <p:cNvPr id="18436" name="Slide Number Placeholder 4">
            <a:extLst>
              <a:ext uri="{FF2B5EF4-FFF2-40B4-BE49-F238E27FC236}">
                <a16:creationId xmlns:a16="http://schemas.microsoft.com/office/drawing/2014/main" id="{056CD942-9D44-4CDA-BB9A-FE6021ABAB7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FE8D7083-6324-49AC-B3DD-28434107A8B0}"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3</a:t>
            </a:fld>
            <a:endParaRPr lang="en-GB" altLang="nl-NL" sz="1400" b="0">
              <a:solidFill>
                <a:srgbClr val="FFFFFF"/>
              </a:solidFill>
            </a:endParaRPr>
          </a:p>
        </p:txBody>
      </p:sp>
      <p:sp>
        <p:nvSpPr>
          <p:cNvPr id="6" name="Rectangle 12">
            <a:extLst>
              <a:ext uri="{FF2B5EF4-FFF2-40B4-BE49-F238E27FC236}">
                <a16:creationId xmlns:a16="http://schemas.microsoft.com/office/drawing/2014/main" id="{884467F4-708B-459A-AB79-9A2CA95C4ADC}"/>
              </a:ext>
            </a:extLst>
          </p:cNvPr>
          <p:cNvSpPr>
            <a:spLocks noChangeArrowheads="1"/>
          </p:cNvSpPr>
          <p:nvPr/>
        </p:nvSpPr>
        <p:spPr bwMode="auto">
          <a:xfrm>
            <a:off x="1111250" y="2994025"/>
            <a:ext cx="4643438" cy="2668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r>
              <a:rPr lang="nl-BE" altLang="nl-NL" sz="1500" b="1">
                <a:solidFill>
                  <a:srgbClr val="7F0055"/>
                </a:solidFill>
                <a:latin typeface="Courier New" panose="02070309020205020404" pitchFamily="49" charset="0"/>
              </a:rPr>
              <a:t>class</a:t>
            </a:r>
            <a:r>
              <a:rPr lang="nl-BE" altLang="nl-NL" sz="1500">
                <a:latin typeface="Courier New" panose="02070309020205020404" pitchFamily="49" charset="0"/>
              </a:rPr>
              <a:t> </a:t>
            </a:r>
            <a:r>
              <a:rPr lang="nl-BE" altLang="nl-NL" sz="1500">
                <a:solidFill>
                  <a:srgbClr val="005032"/>
                </a:solidFill>
                <a:latin typeface="Courier New" panose="02070309020205020404" pitchFamily="49" charset="0"/>
              </a:rPr>
              <a:t>Figure</a:t>
            </a:r>
          </a:p>
          <a:p>
            <a:pPr eaLnBrk="1">
              <a:lnSpc>
                <a:spcPct val="93000"/>
              </a:lnSpc>
              <a:buClr>
                <a:srgbClr val="000000"/>
              </a:buClr>
              <a:buSzPct val="100000"/>
              <a:buFont typeface="Times New Roman" panose="02020603050405020304" pitchFamily="18" charset="0"/>
              <a:buNone/>
            </a:pP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b="1">
                <a:solidFill>
                  <a:srgbClr val="7F0055"/>
                </a:solidFill>
                <a:latin typeface="Courier New" panose="02070309020205020404" pitchFamily="49" charset="0"/>
              </a:rPr>
              <a:t>  public</a:t>
            </a: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a:latin typeface="Courier New" panose="02070309020205020404" pitchFamily="49" charset="0"/>
              </a:rPr>
              <a:t>	std::</a:t>
            </a:r>
            <a:r>
              <a:rPr lang="nl-BE" altLang="nl-NL" sz="1500">
                <a:solidFill>
                  <a:srgbClr val="005032"/>
                </a:solidFill>
                <a:latin typeface="Courier New" panose="02070309020205020404" pitchFamily="49" charset="0"/>
              </a:rPr>
              <a:t>vector</a:t>
            </a:r>
            <a:r>
              <a:rPr lang="nl-BE" altLang="nl-NL" sz="1500">
                <a:latin typeface="Courier New" panose="02070309020205020404" pitchFamily="49" charset="0"/>
              </a:rPr>
              <a:t>&lt;</a:t>
            </a:r>
            <a:r>
              <a:rPr lang="nl-BE" altLang="nl-NL" sz="1500">
                <a:solidFill>
                  <a:srgbClr val="005032"/>
                </a:solidFill>
                <a:latin typeface="Courier New" panose="02070309020205020404" pitchFamily="49" charset="0"/>
              </a:rPr>
              <a:t>Vector3D</a:t>
            </a:r>
            <a:r>
              <a:rPr lang="nl-BE" altLang="nl-NL" sz="1500">
                <a:latin typeface="Courier New" panose="02070309020205020404" pitchFamily="49" charset="0"/>
              </a:rPr>
              <a:t>&gt; </a:t>
            </a:r>
            <a:r>
              <a:rPr lang="nl-BE" altLang="nl-NL" sz="1500">
                <a:solidFill>
                  <a:srgbClr val="1010C4"/>
                </a:solidFill>
                <a:latin typeface="Courier New" panose="02070309020205020404" pitchFamily="49" charset="0"/>
              </a:rPr>
              <a:t>points</a:t>
            </a: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a:latin typeface="Courier New" panose="02070309020205020404" pitchFamily="49" charset="0"/>
              </a:rPr>
              <a:t>	std::</a:t>
            </a:r>
            <a:r>
              <a:rPr lang="nl-BE" altLang="nl-NL" sz="1500">
                <a:solidFill>
                  <a:srgbClr val="005032"/>
                </a:solidFill>
                <a:latin typeface="Courier New" panose="02070309020205020404" pitchFamily="49" charset="0"/>
              </a:rPr>
              <a:t>vector</a:t>
            </a:r>
            <a:r>
              <a:rPr lang="nl-BE" altLang="nl-NL" sz="1500">
                <a:latin typeface="Courier New" panose="02070309020205020404" pitchFamily="49" charset="0"/>
              </a:rPr>
              <a:t>&lt;</a:t>
            </a:r>
            <a:r>
              <a:rPr lang="nl-BE" altLang="nl-NL" sz="1500">
                <a:solidFill>
                  <a:srgbClr val="005032"/>
                </a:solidFill>
                <a:latin typeface="Courier New" panose="02070309020205020404" pitchFamily="49" charset="0"/>
              </a:rPr>
              <a:t>Face</a:t>
            </a:r>
            <a:r>
              <a:rPr lang="nl-BE" altLang="nl-NL" sz="1500">
                <a:latin typeface="Courier New" panose="02070309020205020404" pitchFamily="49" charset="0"/>
              </a:rPr>
              <a:t>&gt; </a:t>
            </a:r>
            <a:r>
              <a:rPr lang="nl-BE" altLang="nl-NL" sz="1500">
                <a:solidFill>
                  <a:srgbClr val="1010C4"/>
                </a:solidFill>
                <a:latin typeface="Courier New" panose="02070309020205020404" pitchFamily="49" charset="0"/>
              </a:rPr>
              <a:t>faces</a:t>
            </a: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a:latin typeface="Courier New" panose="02070309020205020404" pitchFamily="49" charset="0"/>
              </a:rPr>
              <a:t>	</a:t>
            </a:r>
            <a:r>
              <a:rPr lang="nl-BE" altLang="nl-NL" sz="1500">
                <a:solidFill>
                  <a:srgbClr val="005032"/>
                </a:solidFill>
                <a:latin typeface="Courier New" panose="02070309020205020404" pitchFamily="49" charset="0"/>
              </a:rPr>
              <a:t>Color</a:t>
            </a:r>
            <a:r>
              <a:rPr lang="nl-BE" altLang="nl-NL" sz="1500">
                <a:latin typeface="Courier New" panose="02070309020205020404" pitchFamily="49" charset="0"/>
              </a:rPr>
              <a:t> </a:t>
            </a:r>
            <a:r>
              <a:rPr lang="nl-BE" altLang="nl-NL" sz="1500">
                <a:solidFill>
                  <a:srgbClr val="1010C4"/>
                </a:solidFill>
                <a:latin typeface="Courier New" panose="02070309020205020404" pitchFamily="49" charset="0"/>
              </a:rPr>
              <a:t>color</a:t>
            </a: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endParaRPr lang="nl-BE" altLang="nl-NL" sz="150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endParaRPr lang="nl-BE" altLang="nl-NL" sz="150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endParaRPr lang="nl-BE" altLang="nl-NL" sz="1500" b="1">
              <a:solidFill>
                <a:srgbClr val="7F0055"/>
              </a:solidFill>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nl-BE" altLang="nl-NL" sz="1500" b="1">
                <a:solidFill>
                  <a:srgbClr val="7F0055"/>
                </a:solidFill>
                <a:latin typeface="Courier New" panose="02070309020205020404" pitchFamily="49" charset="0"/>
              </a:rPr>
              <a:t>typedef</a:t>
            </a:r>
            <a:r>
              <a:rPr lang="nl-BE" altLang="nl-NL" sz="1500">
                <a:latin typeface="Courier New" panose="02070309020205020404" pitchFamily="49" charset="0"/>
              </a:rPr>
              <a:t> std::</a:t>
            </a:r>
            <a:r>
              <a:rPr lang="nl-BE" altLang="nl-NL" sz="1500">
                <a:solidFill>
                  <a:srgbClr val="005032"/>
                </a:solidFill>
                <a:latin typeface="Courier New" panose="02070309020205020404" pitchFamily="49" charset="0"/>
              </a:rPr>
              <a:t>list</a:t>
            </a:r>
            <a:r>
              <a:rPr lang="nl-BE" altLang="nl-NL" sz="1500">
                <a:latin typeface="Courier New" panose="02070309020205020404" pitchFamily="49" charset="0"/>
              </a:rPr>
              <a:t>&lt;</a:t>
            </a:r>
            <a:r>
              <a:rPr lang="nl-BE" altLang="nl-NL" sz="1500">
                <a:solidFill>
                  <a:srgbClr val="005032"/>
                </a:solidFill>
                <a:latin typeface="Courier New" panose="02070309020205020404" pitchFamily="49" charset="0"/>
              </a:rPr>
              <a:t>Figure</a:t>
            </a:r>
            <a:r>
              <a:rPr lang="nl-BE" altLang="nl-NL" sz="1500">
                <a:latin typeface="Courier New" panose="02070309020205020404" pitchFamily="49" charset="0"/>
              </a:rPr>
              <a:t>&gt; </a:t>
            </a:r>
            <a:r>
              <a:rPr lang="nl-BE" altLang="nl-NL" sz="1500">
                <a:solidFill>
                  <a:srgbClr val="005032"/>
                </a:solidFill>
                <a:latin typeface="Courier New" panose="02070309020205020404" pitchFamily="49" charset="0"/>
              </a:rPr>
              <a:t>Figures3D</a:t>
            </a: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endParaRPr lang="nl-BE" altLang="nl-NL" sz="1500">
              <a:latin typeface="Courier New" panose="02070309020205020404" pitchFamily="49" charset="0"/>
            </a:endParaRPr>
          </a:p>
        </p:txBody>
      </p:sp>
      <p:sp>
        <p:nvSpPr>
          <p:cNvPr id="7" name="Rectangle 6">
            <a:extLst>
              <a:ext uri="{FF2B5EF4-FFF2-40B4-BE49-F238E27FC236}">
                <a16:creationId xmlns:a16="http://schemas.microsoft.com/office/drawing/2014/main" id="{047A5A9D-7D08-4CDD-9955-CF377FE08DA7}"/>
              </a:ext>
            </a:extLst>
          </p:cNvPr>
          <p:cNvSpPr>
            <a:spLocks noChangeArrowheads="1"/>
          </p:cNvSpPr>
          <p:nvPr/>
        </p:nvSpPr>
        <p:spPr bwMode="auto">
          <a:xfrm>
            <a:off x="1111222" y="2994019"/>
            <a:ext cx="4357688" cy="3358612"/>
          </a:xfrm>
          <a:prstGeom prst="rect">
            <a:avLst/>
          </a:prstGeom>
          <a:noFill/>
          <a:ln w="9525">
            <a:noFill/>
            <a:miter lim="800000"/>
            <a:headEnd/>
            <a:tailEnd/>
          </a:ln>
        </p:spPr>
        <p:txBody>
          <a:bodyPr>
            <a:spAutoFit/>
          </a:bodyPr>
          <a:lstStyle/>
          <a:p>
            <a:pPr eaLnBrk="1">
              <a:lnSpc>
                <a:spcPct val="93000"/>
              </a:lnSpc>
              <a:buClr>
                <a:srgbClr val="000000"/>
              </a:buClr>
              <a:buSzPct val="100000"/>
              <a:buFont typeface="Times New Roman" pitchFamily="18" charset="0"/>
              <a:buNone/>
              <a:defRPr/>
            </a:pPr>
            <a:r>
              <a:rPr lang="nl-BE" sz="1500" b="1" dirty="0" err="1">
                <a:solidFill>
                  <a:srgbClr val="7F0055"/>
                </a:solidFill>
                <a:latin typeface="Courier New" pitchFamily="49" charset="0"/>
                <a:ea typeface="+mn-ea"/>
                <a:cs typeface="Courier New" pitchFamily="49" charset="0"/>
              </a:rPr>
              <a:t>class</a:t>
            </a:r>
            <a:r>
              <a:rPr lang="nl-BE" sz="1500" dirty="0">
                <a:latin typeface="Courier New" pitchFamily="49" charset="0"/>
                <a:ea typeface="+mn-ea"/>
                <a:cs typeface="Courier New" pitchFamily="49" charset="0"/>
              </a:rPr>
              <a:t> </a:t>
            </a:r>
            <a:r>
              <a:rPr lang="nl-BE" sz="1500" dirty="0" err="1">
                <a:solidFill>
                  <a:srgbClr val="005032"/>
                </a:solidFill>
                <a:latin typeface="Courier New" pitchFamily="49" charset="0"/>
                <a:ea typeface="+mn-ea"/>
                <a:cs typeface="Courier New" pitchFamily="49" charset="0"/>
              </a:rPr>
              <a:t>Figure</a:t>
            </a:r>
            <a:endParaRPr lang="nl-BE" sz="1500" dirty="0">
              <a:solidFill>
                <a:srgbClr val="005032"/>
              </a:solidFill>
              <a:latin typeface="Courier New" pitchFamily="49" charset="0"/>
              <a:ea typeface="+mn-ea"/>
              <a:cs typeface="Courier New" pitchFamily="49" charset="0"/>
            </a:endParaRPr>
          </a:p>
          <a:p>
            <a:pPr eaLnBrk="1">
              <a:lnSpc>
                <a:spcPct val="93000"/>
              </a:lnSpc>
              <a:buClr>
                <a:srgbClr val="000000"/>
              </a:buClr>
              <a:buSzPct val="100000"/>
              <a:buFont typeface="Times New Roman" pitchFamily="18" charset="0"/>
              <a:buNone/>
              <a:defRPr/>
            </a:pPr>
            <a:r>
              <a:rPr lang="nl-BE" sz="1500" dirty="0">
                <a:latin typeface="Courier New" pitchFamily="49" charset="0"/>
                <a:ea typeface="+mn-ea"/>
                <a:cs typeface="Courier New" pitchFamily="49" charset="0"/>
              </a:rPr>
              <a:t>{</a:t>
            </a:r>
          </a:p>
          <a:p>
            <a:pPr eaLnBrk="1">
              <a:lnSpc>
                <a:spcPct val="93000"/>
              </a:lnSpc>
              <a:buClr>
                <a:srgbClr val="000000"/>
              </a:buClr>
              <a:buSzPct val="100000"/>
              <a:buFont typeface="Times New Roman" pitchFamily="18" charset="0"/>
              <a:buNone/>
              <a:defRPr/>
            </a:pPr>
            <a:r>
              <a:rPr lang="nl-BE" sz="1500" b="1" dirty="0">
                <a:solidFill>
                  <a:srgbClr val="7F0055"/>
                </a:solidFill>
                <a:latin typeface="Courier New" pitchFamily="49" charset="0"/>
                <a:ea typeface="+mn-ea"/>
                <a:cs typeface="Courier New" pitchFamily="49" charset="0"/>
              </a:rPr>
              <a:t>  public</a:t>
            </a:r>
            <a:r>
              <a:rPr lang="nl-BE" sz="1500" dirty="0">
                <a:latin typeface="Courier New" pitchFamily="49" charset="0"/>
                <a:ea typeface="+mn-ea"/>
                <a:cs typeface="Courier New" pitchFamily="49" charset="0"/>
              </a:rPr>
              <a:t>:</a:t>
            </a:r>
          </a:p>
          <a:p>
            <a:pPr eaLnBrk="1">
              <a:lnSpc>
                <a:spcPct val="93000"/>
              </a:lnSpc>
              <a:buClr>
                <a:srgbClr val="000000"/>
              </a:buClr>
              <a:buSzPct val="100000"/>
              <a:buFont typeface="Times New Roman" pitchFamily="18" charset="0"/>
              <a:buNone/>
              <a:defRPr/>
            </a:pPr>
            <a:r>
              <a:rPr lang="nl-BE" sz="1500" dirty="0">
                <a:latin typeface="Courier New" pitchFamily="49" charset="0"/>
                <a:ea typeface="+mn-ea"/>
                <a:cs typeface="Courier New" pitchFamily="49" charset="0"/>
              </a:rPr>
              <a:t>	</a:t>
            </a:r>
            <a:r>
              <a:rPr lang="nl-BE" sz="1500" dirty="0" err="1">
                <a:latin typeface="Courier New" pitchFamily="49" charset="0"/>
                <a:ea typeface="+mn-ea"/>
                <a:cs typeface="Courier New" pitchFamily="49" charset="0"/>
              </a:rPr>
              <a:t>std</a:t>
            </a:r>
            <a:r>
              <a:rPr lang="nl-BE" sz="1500" dirty="0">
                <a:latin typeface="Courier New" pitchFamily="49" charset="0"/>
                <a:ea typeface="+mn-ea"/>
                <a:cs typeface="Courier New" pitchFamily="49" charset="0"/>
              </a:rPr>
              <a:t>::</a:t>
            </a:r>
            <a:r>
              <a:rPr lang="nl-BE" sz="1500" dirty="0">
                <a:solidFill>
                  <a:srgbClr val="005032"/>
                </a:solidFill>
                <a:latin typeface="Courier New" pitchFamily="49" charset="0"/>
                <a:ea typeface="+mn-ea"/>
                <a:cs typeface="Courier New" pitchFamily="49" charset="0"/>
              </a:rPr>
              <a:t>vector</a:t>
            </a:r>
            <a:r>
              <a:rPr lang="nl-BE" sz="1500" dirty="0">
                <a:latin typeface="Courier New" pitchFamily="49" charset="0"/>
                <a:ea typeface="+mn-ea"/>
                <a:cs typeface="Courier New" pitchFamily="49" charset="0"/>
              </a:rPr>
              <a:t>&lt;</a:t>
            </a:r>
            <a:r>
              <a:rPr lang="nl-BE" sz="1500" dirty="0">
                <a:solidFill>
                  <a:srgbClr val="005032"/>
                </a:solidFill>
                <a:latin typeface="Courier New" pitchFamily="49" charset="0"/>
                <a:ea typeface="+mn-ea"/>
                <a:cs typeface="Courier New" pitchFamily="49" charset="0"/>
              </a:rPr>
              <a:t>Vector3D</a:t>
            </a:r>
            <a:r>
              <a:rPr lang="nl-BE" sz="1500" dirty="0">
                <a:latin typeface="Courier New" pitchFamily="49" charset="0"/>
                <a:ea typeface="+mn-ea"/>
                <a:cs typeface="Courier New" pitchFamily="49" charset="0"/>
              </a:rPr>
              <a:t>&gt; </a:t>
            </a:r>
            <a:r>
              <a:rPr lang="nl-BE" sz="1500" dirty="0" err="1">
                <a:solidFill>
                  <a:srgbClr val="1010C4"/>
                </a:solidFill>
                <a:latin typeface="Courier New" pitchFamily="49" charset="0"/>
                <a:ea typeface="+mn-ea"/>
                <a:cs typeface="Courier New" pitchFamily="49" charset="0"/>
              </a:rPr>
              <a:t>points</a:t>
            </a:r>
            <a:r>
              <a:rPr lang="nl-BE" sz="1500" dirty="0">
                <a:latin typeface="Courier New" pitchFamily="49" charset="0"/>
                <a:ea typeface="+mn-ea"/>
                <a:cs typeface="Courier New" pitchFamily="49" charset="0"/>
              </a:rPr>
              <a:t>;</a:t>
            </a:r>
          </a:p>
          <a:p>
            <a:pPr eaLnBrk="1">
              <a:lnSpc>
                <a:spcPct val="93000"/>
              </a:lnSpc>
              <a:buClr>
                <a:srgbClr val="000000"/>
              </a:buClr>
              <a:buSzPct val="100000"/>
              <a:buFont typeface="Times New Roman" pitchFamily="18" charset="0"/>
              <a:buNone/>
              <a:defRPr/>
            </a:pPr>
            <a:r>
              <a:rPr lang="nl-BE" sz="1500" dirty="0">
                <a:latin typeface="Courier New" pitchFamily="49" charset="0"/>
                <a:ea typeface="+mn-ea"/>
                <a:cs typeface="Courier New" pitchFamily="49" charset="0"/>
              </a:rPr>
              <a:t>	</a:t>
            </a:r>
            <a:r>
              <a:rPr lang="nl-BE" sz="1500" dirty="0" err="1">
                <a:latin typeface="Courier New" pitchFamily="49" charset="0"/>
                <a:ea typeface="+mn-ea"/>
                <a:cs typeface="Courier New" pitchFamily="49" charset="0"/>
              </a:rPr>
              <a:t>std</a:t>
            </a:r>
            <a:r>
              <a:rPr lang="nl-BE" sz="1500" dirty="0">
                <a:latin typeface="Courier New" pitchFamily="49" charset="0"/>
                <a:ea typeface="+mn-ea"/>
                <a:cs typeface="Courier New" pitchFamily="49" charset="0"/>
              </a:rPr>
              <a:t>::</a:t>
            </a:r>
            <a:r>
              <a:rPr lang="nl-BE" sz="1500" dirty="0">
                <a:solidFill>
                  <a:srgbClr val="005032"/>
                </a:solidFill>
                <a:latin typeface="Courier New" pitchFamily="49" charset="0"/>
                <a:ea typeface="+mn-ea"/>
                <a:cs typeface="Courier New" pitchFamily="49" charset="0"/>
              </a:rPr>
              <a:t>vector</a:t>
            </a:r>
            <a:r>
              <a:rPr lang="nl-BE" sz="1500" dirty="0">
                <a:latin typeface="Courier New" pitchFamily="49" charset="0"/>
                <a:ea typeface="+mn-ea"/>
                <a:cs typeface="Courier New" pitchFamily="49" charset="0"/>
              </a:rPr>
              <a:t>&lt;</a:t>
            </a:r>
            <a:r>
              <a:rPr lang="nl-BE" sz="1500" dirty="0">
                <a:solidFill>
                  <a:srgbClr val="005032"/>
                </a:solidFill>
                <a:latin typeface="Courier New" pitchFamily="49" charset="0"/>
                <a:ea typeface="+mn-ea"/>
                <a:cs typeface="Courier New" pitchFamily="49" charset="0"/>
              </a:rPr>
              <a:t>Face</a:t>
            </a:r>
            <a:r>
              <a:rPr lang="nl-BE" sz="1500" dirty="0">
                <a:latin typeface="Courier New" pitchFamily="49" charset="0"/>
                <a:ea typeface="+mn-ea"/>
                <a:cs typeface="Courier New" pitchFamily="49" charset="0"/>
              </a:rPr>
              <a:t>&gt; </a:t>
            </a:r>
            <a:r>
              <a:rPr lang="nl-BE" sz="1500" dirty="0" err="1">
                <a:solidFill>
                  <a:srgbClr val="1010C4"/>
                </a:solidFill>
                <a:latin typeface="Courier New" pitchFamily="49" charset="0"/>
                <a:ea typeface="+mn-ea"/>
                <a:cs typeface="Courier New" pitchFamily="49" charset="0"/>
              </a:rPr>
              <a:t>faces</a:t>
            </a:r>
            <a:r>
              <a:rPr lang="nl-BE" sz="1500" dirty="0">
                <a:latin typeface="Courier New" pitchFamily="49" charset="0"/>
                <a:ea typeface="+mn-ea"/>
                <a:cs typeface="Courier New" pitchFamily="49" charset="0"/>
              </a:rPr>
              <a:t>;</a:t>
            </a:r>
          </a:p>
          <a:p>
            <a:pPr eaLnBrk="1">
              <a:lnSpc>
                <a:spcPct val="93000"/>
              </a:lnSpc>
              <a:buClr>
                <a:srgbClr val="000000"/>
              </a:buClr>
              <a:buSzPct val="100000"/>
              <a:buFont typeface="Times New Roman" pitchFamily="18" charset="0"/>
              <a:buNone/>
              <a:defRPr/>
            </a:pPr>
            <a:r>
              <a:rPr lang="nl-BE" sz="1500" dirty="0">
                <a:solidFill>
                  <a:srgbClr val="005032"/>
                </a:solidFill>
                <a:latin typeface="Courier New" pitchFamily="49" charset="0"/>
                <a:ea typeface="+mn-ea"/>
                <a:cs typeface="Courier New" pitchFamily="49" charset="0"/>
              </a:rPr>
              <a:t>	//</a:t>
            </a:r>
            <a:r>
              <a:rPr lang="nl-BE" sz="1500" strike="dblStrike" dirty="0">
                <a:solidFill>
                  <a:srgbClr val="005032"/>
                </a:solidFill>
                <a:latin typeface="Courier New" pitchFamily="49" charset="0"/>
                <a:ea typeface="+mn-ea"/>
                <a:cs typeface="Courier New" pitchFamily="49" charset="0"/>
              </a:rPr>
              <a:t>Color color;</a:t>
            </a:r>
          </a:p>
          <a:p>
            <a:pPr eaLnBrk="1">
              <a:lnSpc>
                <a:spcPct val="93000"/>
              </a:lnSpc>
              <a:buClr>
                <a:srgbClr val="000000"/>
              </a:buClr>
              <a:buSzPct val="100000"/>
              <a:buFont typeface="Times New Roman" pitchFamily="18" charset="0"/>
              <a:buNone/>
              <a:defRPr/>
            </a:pPr>
            <a:r>
              <a:rPr lang="nl-BE" sz="1500" dirty="0">
                <a:latin typeface="Courier New" pitchFamily="49" charset="0"/>
                <a:ea typeface="+mn-ea"/>
                <a:cs typeface="Courier New" pitchFamily="49" charset="0"/>
              </a:rPr>
              <a:t>	</a:t>
            </a:r>
            <a:r>
              <a:rPr lang="nl-BE" sz="1500" dirty="0">
                <a:solidFill>
                  <a:srgbClr val="005032"/>
                </a:solidFill>
                <a:latin typeface="Courier New" pitchFamily="49" charset="0"/>
                <a:ea typeface="+mn-ea"/>
                <a:cs typeface="Courier New" pitchFamily="49" charset="0"/>
              </a:rPr>
              <a:t>Color</a:t>
            </a:r>
            <a:r>
              <a:rPr lang="nl-BE" sz="1500" dirty="0">
                <a:latin typeface="Courier New" pitchFamily="49" charset="0"/>
                <a:ea typeface="+mn-ea"/>
                <a:cs typeface="Courier New" pitchFamily="49" charset="0"/>
              </a:rPr>
              <a:t> </a:t>
            </a:r>
            <a:r>
              <a:rPr lang="nl-BE" sz="1500" dirty="0" err="1">
                <a:solidFill>
                  <a:srgbClr val="1010C4"/>
                </a:solidFill>
                <a:latin typeface="Courier New" pitchFamily="49" charset="0"/>
                <a:ea typeface="+mn-ea"/>
                <a:cs typeface="Courier New" pitchFamily="49" charset="0"/>
              </a:rPr>
              <a:t>ambientReflection</a:t>
            </a:r>
            <a:r>
              <a:rPr lang="nl-BE" sz="1500" dirty="0">
                <a:latin typeface="Courier New" pitchFamily="49" charset="0"/>
                <a:ea typeface="+mn-ea"/>
                <a:cs typeface="Courier New" pitchFamily="49" charset="0"/>
              </a:rPr>
              <a:t>;</a:t>
            </a:r>
          </a:p>
          <a:p>
            <a:pPr eaLnBrk="1">
              <a:lnSpc>
                <a:spcPct val="93000"/>
              </a:lnSpc>
              <a:buClr>
                <a:srgbClr val="000000"/>
              </a:buClr>
              <a:buSzPct val="100000"/>
              <a:buFont typeface="Times New Roman" pitchFamily="18" charset="0"/>
              <a:buNone/>
              <a:defRPr/>
            </a:pPr>
            <a:r>
              <a:rPr lang="nl-BE" sz="1500" dirty="0">
                <a:latin typeface="Courier New" pitchFamily="49" charset="0"/>
                <a:ea typeface="+mn-ea"/>
                <a:cs typeface="Courier New" pitchFamily="49" charset="0"/>
              </a:rPr>
              <a:t>	</a:t>
            </a:r>
            <a:r>
              <a:rPr lang="nl-BE" sz="1500" dirty="0">
                <a:solidFill>
                  <a:srgbClr val="005032"/>
                </a:solidFill>
                <a:latin typeface="Courier New" pitchFamily="49" charset="0"/>
                <a:ea typeface="+mn-ea"/>
                <a:cs typeface="Courier New" pitchFamily="49" charset="0"/>
              </a:rPr>
              <a:t>Color</a:t>
            </a:r>
            <a:r>
              <a:rPr lang="nl-BE" sz="1500" dirty="0">
                <a:latin typeface="Courier New" pitchFamily="49" charset="0"/>
                <a:ea typeface="+mn-ea"/>
                <a:cs typeface="Courier New" pitchFamily="49" charset="0"/>
              </a:rPr>
              <a:t> </a:t>
            </a:r>
            <a:r>
              <a:rPr lang="nl-BE" sz="1500" dirty="0">
                <a:solidFill>
                  <a:srgbClr val="1010C4"/>
                </a:solidFill>
                <a:latin typeface="Courier New" pitchFamily="49" charset="0"/>
                <a:ea typeface="+mn-ea"/>
                <a:cs typeface="Courier New" pitchFamily="49" charset="0"/>
              </a:rPr>
              <a:t>diffuseReflection</a:t>
            </a:r>
            <a:r>
              <a:rPr lang="nl-BE" sz="1500" dirty="0">
                <a:latin typeface="Courier New" pitchFamily="49" charset="0"/>
                <a:ea typeface="+mn-ea"/>
                <a:cs typeface="Courier New" pitchFamily="49" charset="0"/>
              </a:rPr>
              <a:t>;</a:t>
            </a:r>
          </a:p>
          <a:p>
            <a:pPr eaLnBrk="1">
              <a:lnSpc>
                <a:spcPct val="93000"/>
              </a:lnSpc>
              <a:buClr>
                <a:srgbClr val="000000"/>
              </a:buClr>
              <a:buSzPct val="100000"/>
              <a:defRPr/>
            </a:pPr>
            <a:r>
              <a:rPr lang="nl-BE" sz="1500" dirty="0">
                <a:latin typeface="Courier New" pitchFamily="49" charset="0"/>
                <a:ea typeface="ＭＳ Ｐゴシック" charset="0"/>
                <a:cs typeface="Courier New" pitchFamily="49" charset="0"/>
              </a:rPr>
              <a:t>	</a:t>
            </a:r>
            <a:r>
              <a:rPr lang="nl-BE" sz="1500" dirty="0">
                <a:solidFill>
                  <a:srgbClr val="005032"/>
                </a:solidFill>
                <a:latin typeface="Courier New" pitchFamily="49" charset="0"/>
                <a:ea typeface="ＭＳ Ｐゴシック" charset="0"/>
                <a:cs typeface="Courier New" pitchFamily="49" charset="0"/>
              </a:rPr>
              <a:t>Color</a:t>
            </a:r>
            <a:r>
              <a:rPr lang="nl-BE" sz="1500" dirty="0">
                <a:latin typeface="Courier New" pitchFamily="49" charset="0"/>
                <a:ea typeface="ＭＳ Ｐゴシック" charset="0"/>
                <a:cs typeface="Courier New" pitchFamily="49" charset="0"/>
              </a:rPr>
              <a:t> </a:t>
            </a:r>
            <a:r>
              <a:rPr lang="nl-BE" sz="1500" dirty="0">
                <a:solidFill>
                  <a:srgbClr val="1010C4"/>
                </a:solidFill>
                <a:latin typeface="Courier New" pitchFamily="49" charset="0"/>
                <a:ea typeface="ＭＳ Ｐゴシック" charset="0"/>
                <a:cs typeface="Courier New" pitchFamily="49" charset="0"/>
              </a:rPr>
              <a:t>specularReflection</a:t>
            </a:r>
            <a:r>
              <a:rPr lang="nl-BE" sz="1500" dirty="0">
                <a:latin typeface="Courier New" pitchFamily="49" charset="0"/>
                <a:ea typeface="ＭＳ Ｐゴシック" charset="0"/>
                <a:cs typeface="Courier New" pitchFamily="49" charset="0"/>
              </a:rPr>
              <a:t>;</a:t>
            </a:r>
          </a:p>
          <a:p>
            <a:pPr eaLnBrk="1">
              <a:lnSpc>
                <a:spcPct val="93000"/>
              </a:lnSpc>
              <a:buClr>
                <a:srgbClr val="000000"/>
              </a:buClr>
              <a:buSzPct val="100000"/>
              <a:defRPr/>
            </a:pPr>
            <a:r>
              <a:rPr lang="nl-BE" sz="1500" dirty="0">
                <a:latin typeface="Courier New" pitchFamily="49" charset="0"/>
                <a:ea typeface="ＭＳ Ｐゴシック" charset="0"/>
                <a:cs typeface="Courier New" pitchFamily="49" charset="0"/>
              </a:rPr>
              <a:t>	</a:t>
            </a:r>
            <a:r>
              <a:rPr lang="nl-BE" sz="1500" b="1" dirty="0">
                <a:solidFill>
                  <a:srgbClr val="7F0055"/>
                </a:solidFill>
                <a:latin typeface="Courier New" pitchFamily="49" charset="0"/>
                <a:ea typeface="ＭＳ Ｐゴシック" charset="0"/>
                <a:cs typeface="Courier New" pitchFamily="49" charset="0"/>
              </a:rPr>
              <a:t>double</a:t>
            </a:r>
            <a:r>
              <a:rPr lang="nl-BE" sz="1500" dirty="0">
                <a:latin typeface="Courier New" pitchFamily="49" charset="0"/>
                <a:ea typeface="ＭＳ Ｐゴシック" charset="0"/>
                <a:cs typeface="Courier New" pitchFamily="49" charset="0"/>
              </a:rPr>
              <a:t> </a:t>
            </a:r>
            <a:r>
              <a:rPr lang="nl-BE" sz="1500" dirty="0">
                <a:solidFill>
                  <a:srgbClr val="1010C4"/>
                </a:solidFill>
                <a:latin typeface="Courier New" pitchFamily="49" charset="0"/>
                <a:ea typeface="ＭＳ Ｐゴシック" charset="0"/>
                <a:cs typeface="Courier New" pitchFamily="49" charset="0"/>
              </a:rPr>
              <a:t>reflectionCoefficient</a:t>
            </a:r>
            <a:r>
              <a:rPr lang="nl-BE" sz="1500" dirty="0">
                <a:latin typeface="Courier New" pitchFamily="49" charset="0"/>
                <a:ea typeface="ＭＳ Ｐゴシック" charset="0"/>
                <a:cs typeface="Courier New" pitchFamily="49" charset="0"/>
              </a:rPr>
              <a:t>;</a:t>
            </a:r>
          </a:p>
          <a:p>
            <a:pPr eaLnBrk="1">
              <a:lnSpc>
                <a:spcPct val="93000"/>
              </a:lnSpc>
              <a:buClr>
                <a:srgbClr val="000000"/>
              </a:buClr>
              <a:buSzPct val="100000"/>
              <a:buFont typeface="Times New Roman" pitchFamily="18" charset="0"/>
              <a:buNone/>
              <a:defRPr/>
            </a:pPr>
            <a:r>
              <a:rPr lang="nl-BE" sz="1500" dirty="0">
                <a:latin typeface="Courier New" pitchFamily="49" charset="0"/>
                <a:ea typeface="+mn-ea"/>
                <a:cs typeface="Courier New" pitchFamily="49" charset="0"/>
              </a:rPr>
              <a:t>	</a:t>
            </a:r>
          </a:p>
          <a:p>
            <a:pPr eaLnBrk="1">
              <a:lnSpc>
                <a:spcPct val="93000"/>
              </a:lnSpc>
              <a:buClr>
                <a:srgbClr val="000000"/>
              </a:buClr>
              <a:buSzPct val="100000"/>
              <a:buFont typeface="Times New Roman" pitchFamily="18" charset="0"/>
              <a:buNone/>
              <a:defRPr/>
            </a:pPr>
            <a:r>
              <a:rPr lang="nl-BE" sz="1500" dirty="0">
                <a:latin typeface="Courier New" pitchFamily="49" charset="0"/>
                <a:ea typeface="+mn-ea"/>
                <a:cs typeface="Courier New" pitchFamily="49" charset="0"/>
              </a:rPr>
              <a:t>};</a:t>
            </a:r>
          </a:p>
          <a:p>
            <a:pPr eaLnBrk="1">
              <a:lnSpc>
                <a:spcPct val="93000"/>
              </a:lnSpc>
              <a:buClr>
                <a:srgbClr val="000000"/>
              </a:buClr>
              <a:buSzPct val="100000"/>
              <a:buFont typeface="Times New Roman" pitchFamily="18" charset="0"/>
              <a:buNone/>
              <a:defRPr/>
            </a:pPr>
            <a:endParaRPr lang="nl-BE" sz="1500" dirty="0">
              <a:latin typeface="Courier New" pitchFamily="49" charset="0"/>
              <a:ea typeface="+mn-ea"/>
              <a:cs typeface="Courier New" pitchFamily="49" charset="0"/>
            </a:endParaRPr>
          </a:p>
          <a:p>
            <a:pPr eaLnBrk="1">
              <a:lnSpc>
                <a:spcPct val="93000"/>
              </a:lnSpc>
              <a:buClr>
                <a:srgbClr val="000000"/>
              </a:buClr>
              <a:buSzPct val="100000"/>
              <a:buFont typeface="Times New Roman" pitchFamily="18" charset="0"/>
              <a:buNone/>
              <a:defRPr/>
            </a:pPr>
            <a:r>
              <a:rPr lang="nl-BE" sz="1500" b="1" dirty="0" err="1">
                <a:solidFill>
                  <a:srgbClr val="7F0055"/>
                </a:solidFill>
                <a:latin typeface="Courier New" pitchFamily="49" charset="0"/>
                <a:ea typeface="+mn-ea"/>
                <a:cs typeface="Courier New" pitchFamily="49" charset="0"/>
              </a:rPr>
              <a:t>typedef</a:t>
            </a:r>
            <a:r>
              <a:rPr lang="nl-BE" sz="1500" dirty="0">
                <a:latin typeface="Courier New" pitchFamily="49" charset="0"/>
                <a:ea typeface="+mn-ea"/>
                <a:cs typeface="Courier New" pitchFamily="49" charset="0"/>
              </a:rPr>
              <a:t> </a:t>
            </a:r>
            <a:r>
              <a:rPr lang="nl-BE" sz="1500" dirty="0" err="1">
                <a:latin typeface="Courier New" pitchFamily="49" charset="0"/>
                <a:ea typeface="+mn-ea"/>
                <a:cs typeface="Courier New" pitchFamily="49" charset="0"/>
              </a:rPr>
              <a:t>std</a:t>
            </a:r>
            <a:r>
              <a:rPr lang="nl-BE" sz="1500" dirty="0">
                <a:latin typeface="Courier New" pitchFamily="49" charset="0"/>
                <a:ea typeface="+mn-ea"/>
                <a:cs typeface="Courier New" pitchFamily="49" charset="0"/>
              </a:rPr>
              <a:t>::</a:t>
            </a:r>
            <a:r>
              <a:rPr lang="nl-BE" sz="1500" dirty="0">
                <a:solidFill>
                  <a:srgbClr val="005032"/>
                </a:solidFill>
                <a:latin typeface="Courier New" pitchFamily="49" charset="0"/>
                <a:ea typeface="+mn-ea"/>
                <a:cs typeface="Courier New" pitchFamily="49" charset="0"/>
              </a:rPr>
              <a:t>list</a:t>
            </a:r>
            <a:r>
              <a:rPr lang="nl-BE" sz="1500" dirty="0">
                <a:latin typeface="Courier New" pitchFamily="49" charset="0"/>
                <a:ea typeface="+mn-ea"/>
                <a:cs typeface="Courier New" pitchFamily="49" charset="0"/>
              </a:rPr>
              <a:t>&lt;</a:t>
            </a:r>
            <a:r>
              <a:rPr lang="nl-BE" sz="1500" dirty="0" err="1">
                <a:solidFill>
                  <a:srgbClr val="005032"/>
                </a:solidFill>
                <a:latin typeface="Courier New" pitchFamily="49" charset="0"/>
                <a:ea typeface="+mn-ea"/>
                <a:cs typeface="Courier New" pitchFamily="49" charset="0"/>
              </a:rPr>
              <a:t>Figure</a:t>
            </a:r>
            <a:r>
              <a:rPr lang="nl-BE" sz="1500" dirty="0">
                <a:latin typeface="Courier New" pitchFamily="49" charset="0"/>
                <a:ea typeface="+mn-ea"/>
                <a:cs typeface="Courier New" pitchFamily="49" charset="0"/>
              </a:rPr>
              <a:t>&gt; </a:t>
            </a:r>
            <a:r>
              <a:rPr lang="nl-BE" sz="1500" dirty="0">
                <a:solidFill>
                  <a:srgbClr val="005032"/>
                </a:solidFill>
                <a:latin typeface="Courier New" pitchFamily="49" charset="0"/>
                <a:ea typeface="+mn-ea"/>
                <a:cs typeface="Courier New" pitchFamily="49" charset="0"/>
              </a:rPr>
              <a:t>Figures3D</a:t>
            </a:r>
            <a:r>
              <a:rPr lang="nl-BE" sz="1500" dirty="0">
                <a:latin typeface="Courier New" pitchFamily="49" charset="0"/>
                <a:ea typeface="+mn-ea"/>
                <a:cs typeface="Courier New" pitchFamily="49" charset="0"/>
              </a:rPr>
              <a:t>;</a:t>
            </a:r>
          </a:p>
          <a:p>
            <a:pPr eaLnBrk="1">
              <a:lnSpc>
                <a:spcPct val="93000"/>
              </a:lnSpc>
              <a:buClr>
                <a:srgbClr val="000000"/>
              </a:buClr>
              <a:buSzPct val="100000"/>
              <a:buFont typeface="Times New Roman" pitchFamily="18" charset="0"/>
              <a:buNone/>
              <a:defRPr/>
            </a:pPr>
            <a:endParaRPr lang="nl-BE" dirty="0">
              <a:latin typeface="Courier New" pitchFamily="49" charset="0"/>
              <a:ea typeface="+mn-ea"/>
              <a:cs typeface="Courier New" pitchFamily="49" charset="0"/>
            </a:endParaRPr>
          </a:p>
        </p:txBody>
      </p:sp>
      <p:grpSp>
        <p:nvGrpSpPr>
          <p:cNvPr id="2" name="Group 13">
            <a:extLst>
              <a:ext uri="{FF2B5EF4-FFF2-40B4-BE49-F238E27FC236}">
                <a16:creationId xmlns:a16="http://schemas.microsoft.com/office/drawing/2014/main" id="{79207921-8448-4ECE-B392-942FD9D66ABC}"/>
              </a:ext>
            </a:extLst>
          </p:cNvPr>
          <p:cNvGrpSpPr>
            <a:grpSpLocks/>
          </p:cNvGrpSpPr>
          <p:nvPr/>
        </p:nvGrpSpPr>
        <p:grpSpPr bwMode="auto">
          <a:xfrm>
            <a:off x="4611688" y="4208463"/>
            <a:ext cx="5011737" cy="608012"/>
            <a:chOff x="4611684" y="4208465"/>
            <a:chExt cx="5011721" cy="607602"/>
          </a:xfrm>
        </p:grpSpPr>
        <p:cxnSp>
          <p:nvCxnSpPr>
            <p:cNvPr id="18440" name="Straight Arrow Connector 9">
              <a:extLst>
                <a:ext uri="{FF2B5EF4-FFF2-40B4-BE49-F238E27FC236}">
                  <a16:creationId xmlns:a16="http://schemas.microsoft.com/office/drawing/2014/main" id="{579FFE60-797F-46BE-A998-2E7B54D0F0A7}"/>
                </a:ext>
              </a:extLst>
            </p:cNvPr>
            <p:cNvCxnSpPr>
              <a:cxnSpLocks noChangeShapeType="1"/>
            </p:cNvCxnSpPr>
            <p:nvPr/>
          </p:nvCxnSpPr>
          <p:spPr bwMode="auto">
            <a:xfrm rot="10800000">
              <a:off x="4611684" y="4494217"/>
              <a:ext cx="1857388" cy="1588"/>
            </a:xfrm>
            <a:prstGeom prst="straightConnector1">
              <a:avLst/>
            </a:prstGeom>
            <a:noFill/>
            <a:ln w="57150">
              <a:solidFill>
                <a:schemeClr val="tx1"/>
              </a:solidFill>
              <a:round/>
              <a:headEnd/>
              <a:tailEnd type="arrow" w="med" len="med"/>
            </a:ln>
            <a:extLst>
              <a:ext uri="{909E8E84-426E-40DD-AFC4-6F175D3DCCD1}">
                <a14:hiddenFill xmlns:a14="http://schemas.microsoft.com/office/drawing/2010/main">
                  <a:noFill/>
                </a14:hiddenFill>
              </a:ext>
            </a:extLst>
          </p:spPr>
        </p:cxnSp>
        <p:sp>
          <p:nvSpPr>
            <p:cNvPr id="18441" name="TextBox 12">
              <a:extLst>
                <a:ext uri="{FF2B5EF4-FFF2-40B4-BE49-F238E27FC236}">
                  <a16:creationId xmlns:a16="http://schemas.microsoft.com/office/drawing/2014/main" id="{FB3C5BEC-B00E-4A88-881D-97955ABC6F1E}"/>
                </a:ext>
              </a:extLst>
            </p:cNvPr>
            <p:cNvSpPr txBox="1">
              <a:spLocks noChangeArrowheads="1"/>
            </p:cNvSpPr>
            <p:nvPr/>
          </p:nvSpPr>
          <p:spPr bwMode="auto">
            <a:xfrm>
              <a:off x="6540510" y="4208465"/>
              <a:ext cx="3082895" cy="6076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Deze reflectiecoëfficiënten </a:t>
              </a:r>
            </a:p>
            <a:p>
              <a:pPr eaLnBrk="1">
                <a:lnSpc>
                  <a:spcPct val="93000"/>
                </a:lnSpc>
                <a:buClr>
                  <a:srgbClr val="000000"/>
                </a:buClr>
                <a:buSzPct val="100000"/>
                <a:buFont typeface="Times New Roman" panose="02020603050405020304" pitchFamily="18" charset="0"/>
                <a:buNone/>
              </a:pPr>
              <a:r>
                <a:rPr lang="nl-BE" altLang="nl-NL"/>
                <a:t>vervangen de originele kleur</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xit" presetSubtype="0" fill="hold" grpId="1" nodeType="clickEffect">
                                  <p:stCondLst>
                                    <p:cond delay="0"/>
                                  </p:stCondLst>
                                  <p:childTnLst>
                                    <p:animEffect transition="out" filter="fade">
                                      <p:cBhvr>
                                        <p:cTn id="11" dur="500"/>
                                        <p:tgtEl>
                                          <p:spTgt spid="6"/>
                                        </p:tgtEl>
                                      </p:cBhvr>
                                    </p:animEffect>
                                    <p:set>
                                      <p:cBhvr>
                                        <p:cTn id="12" dur="1" fill="hold">
                                          <p:stCondLst>
                                            <p:cond delay="499"/>
                                          </p:stCondLst>
                                        </p:cTn>
                                        <p:tgtEl>
                                          <p:spTgt spid="6"/>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500"/>
                                        <p:tgtEl>
                                          <p:spTgt spid="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fade">
                                      <p:cBhvr>
                                        <p:cTn id="2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a:extLst>
              <a:ext uri="{FF2B5EF4-FFF2-40B4-BE49-F238E27FC236}">
                <a16:creationId xmlns:a16="http://schemas.microsoft.com/office/drawing/2014/main" id="{AC294E4D-816F-4733-95AA-0734C3EC0B90}"/>
              </a:ext>
            </a:extLst>
          </p:cNvPr>
          <p:cNvSpPr>
            <a:spLocks noGrp="1"/>
          </p:cNvSpPr>
          <p:nvPr>
            <p:ph type="title"/>
          </p:nvPr>
        </p:nvSpPr>
        <p:spPr/>
        <p:txBody>
          <a:bodyPr/>
          <a:lstStyle/>
          <a:p>
            <a:r>
              <a:rPr lang="nl-BE" altLang="nl-NL">
                <a:ea typeface="ＭＳ Ｐゴシック" panose="020B0600070205080204" pitchFamily="34" charset="-128"/>
              </a:rPr>
              <a:t>Datastructuren</a:t>
            </a:r>
          </a:p>
        </p:txBody>
      </p:sp>
      <p:sp>
        <p:nvSpPr>
          <p:cNvPr id="19458" name="Content Placeholder 2">
            <a:extLst>
              <a:ext uri="{FF2B5EF4-FFF2-40B4-BE49-F238E27FC236}">
                <a16:creationId xmlns:a16="http://schemas.microsoft.com/office/drawing/2014/main" id="{9057A1B7-334A-4647-B97C-22354EB215FB}"/>
              </a:ext>
            </a:extLst>
          </p:cNvPr>
          <p:cNvSpPr>
            <a:spLocks noGrp="1"/>
          </p:cNvSpPr>
          <p:nvPr>
            <p:ph idx="1"/>
          </p:nvPr>
        </p:nvSpPr>
        <p:spPr>
          <a:xfrm>
            <a:off x="503238" y="1260475"/>
            <a:ext cx="9034462" cy="2162175"/>
          </a:xfrm>
        </p:spPr>
        <p:txBody>
          <a:bodyPr/>
          <a:lstStyle/>
          <a:p>
            <a:r>
              <a:rPr lang="nl-BE" altLang="nl-NL" dirty="0">
                <a:ea typeface="ＭＳ Ｐゴシック" panose="020B0600070205080204" pitchFamily="34" charset="-128"/>
              </a:rPr>
              <a:t>Maak een datastructuur aan om de Lichtbronnen van je 3D-ruimte in bij te houden</a:t>
            </a:r>
          </a:p>
          <a:p>
            <a:pPr lvl="1"/>
            <a:r>
              <a:rPr lang="nl-BE" altLang="nl-NL" dirty="0"/>
              <a:t>Stel zelf een </a:t>
            </a:r>
            <a:r>
              <a:rPr lang="nl-BE" altLang="nl-NL" b="1" dirty="0"/>
              <a:t>zinvolle</a:t>
            </a:r>
            <a:r>
              <a:rPr lang="nl-BE" altLang="nl-NL" dirty="0"/>
              <a:t> datastructuur op, of baseer je op de gegeven datastructuren</a:t>
            </a:r>
          </a:p>
        </p:txBody>
      </p:sp>
      <p:sp>
        <p:nvSpPr>
          <p:cNvPr id="4" name="Footer Placeholder 3">
            <a:extLst>
              <a:ext uri="{FF2B5EF4-FFF2-40B4-BE49-F238E27FC236}">
                <a16:creationId xmlns:a16="http://schemas.microsoft.com/office/drawing/2014/main" id="{35CAC097-F865-4B1D-BB64-C39C3DD2C1BB}"/>
              </a:ext>
            </a:extLst>
          </p:cNvPr>
          <p:cNvSpPr>
            <a:spLocks noGrp="1"/>
          </p:cNvSpPr>
          <p:nvPr>
            <p:ph type="ftr" sz="quarter" idx="11"/>
          </p:nvPr>
        </p:nvSpPr>
        <p:spPr/>
        <p:txBody>
          <a:bodyPr/>
          <a:lstStyle/>
          <a:p>
            <a:pPr>
              <a:defRPr/>
            </a:pPr>
            <a:r>
              <a:rPr lang="en-GB"/>
              <a:t>Practicum Computer Graphics: Belichting</a:t>
            </a:r>
            <a:endParaRPr lang="en-GB" dirty="0"/>
          </a:p>
        </p:txBody>
      </p:sp>
      <p:sp>
        <p:nvSpPr>
          <p:cNvPr id="19460" name="Slide Number Placeholder 4">
            <a:extLst>
              <a:ext uri="{FF2B5EF4-FFF2-40B4-BE49-F238E27FC236}">
                <a16:creationId xmlns:a16="http://schemas.microsoft.com/office/drawing/2014/main" id="{A5D4A0E3-ABD1-41CA-BC91-68FBFBBBEDD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7BA1DB3F-D7A7-494F-AB03-A888268991D7}"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4</a:t>
            </a:fld>
            <a:endParaRPr lang="en-GB" altLang="nl-NL" sz="1400" b="0">
              <a:solidFill>
                <a:srgbClr val="FFFFFF"/>
              </a:solidFill>
            </a:endParaRPr>
          </a:p>
        </p:txBody>
      </p:sp>
      <p:sp>
        <p:nvSpPr>
          <p:cNvPr id="19461" name="TextBox 5">
            <a:extLst>
              <a:ext uri="{FF2B5EF4-FFF2-40B4-BE49-F238E27FC236}">
                <a16:creationId xmlns:a16="http://schemas.microsoft.com/office/drawing/2014/main" id="{1847D6AA-3FB7-490B-9010-E2281D16B875}"/>
              </a:ext>
            </a:extLst>
          </p:cNvPr>
          <p:cNvSpPr txBox="1">
            <a:spLocks noChangeArrowheads="1"/>
          </p:cNvSpPr>
          <p:nvPr/>
        </p:nvSpPr>
        <p:spPr bwMode="auto">
          <a:xfrm>
            <a:off x="360363" y="2771775"/>
            <a:ext cx="3984625" cy="224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sz="1500" b="1">
                <a:solidFill>
                  <a:srgbClr val="7F0055"/>
                </a:solidFill>
                <a:latin typeface="Courier New" panose="02070309020205020404" pitchFamily="49" charset="0"/>
              </a:rPr>
              <a:t>class</a:t>
            </a:r>
            <a:r>
              <a:rPr lang="nl-BE" altLang="nl-NL" sz="1500">
                <a:latin typeface="Courier New" panose="02070309020205020404" pitchFamily="49" charset="0"/>
              </a:rPr>
              <a:t> </a:t>
            </a:r>
            <a:r>
              <a:rPr lang="nl-BE" altLang="nl-NL" sz="1500">
                <a:solidFill>
                  <a:srgbClr val="005032"/>
                </a:solidFill>
                <a:latin typeface="Courier New" panose="02070309020205020404" pitchFamily="49" charset="0"/>
              </a:rPr>
              <a:t>Light</a:t>
            </a:r>
          </a:p>
          <a:p>
            <a:pPr eaLnBrk="1">
              <a:lnSpc>
                <a:spcPct val="93000"/>
              </a:lnSpc>
              <a:buClr>
                <a:srgbClr val="000000"/>
              </a:buClr>
              <a:buSzPct val="100000"/>
              <a:buFont typeface="Times New Roman" panose="02020603050405020304" pitchFamily="18" charset="0"/>
              <a:buNone/>
            </a:pP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b="1">
                <a:solidFill>
                  <a:srgbClr val="7F0055"/>
                </a:solidFill>
                <a:latin typeface="Courier New" panose="02070309020205020404" pitchFamily="49" charset="0"/>
              </a:rPr>
              <a:t>  public</a:t>
            </a: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a:solidFill>
                  <a:srgbClr val="005032"/>
                </a:solidFill>
                <a:latin typeface="Courier New" panose="02070309020205020404" pitchFamily="49" charset="0"/>
              </a:rPr>
              <a:t>	//de ambiente licht component</a:t>
            </a:r>
          </a:p>
          <a:p>
            <a:pPr eaLnBrk="1">
              <a:lnSpc>
                <a:spcPct val="93000"/>
              </a:lnSpc>
              <a:buClr>
                <a:srgbClr val="000000"/>
              </a:buClr>
              <a:buSzPct val="100000"/>
              <a:buFont typeface="Times New Roman" panose="02020603050405020304" pitchFamily="18" charset="0"/>
              <a:buNone/>
            </a:pPr>
            <a:r>
              <a:rPr lang="nl-BE" altLang="nl-NL" sz="1500">
                <a:latin typeface="Courier New" panose="02070309020205020404" pitchFamily="49" charset="0"/>
              </a:rPr>
              <a:t>    C</a:t>
            </a:r>
            <a:r>
              <a:rPr lang="nl-BE" altLang="nl-NL" sz="1500">
                <a:solidFill>
                  <a:srgbClr val="005032"/>
                </a:solidFill>
                <a:latin typeface="Courier New" panose="02070309020205020404" pitchFamily="49" charset="0"/>
              </a:rPr>
              <a:t>olor</a:t>
            </a:r>
            <a:r>
              <a:rPr lang="nl-BE" altLang="nl-NL" sz="1500">
                <a:latin typeface="Courier New" panose="02070309020205020404" pitchFamily="49" charset="0"/>
              </a:rPr>
              <a:t> </a:t>
            </a:r>
            <a:r>
              <a:rPr lang="nl-BE" altLang="nl-NL" sz="1500">
                <a:solidFill>
                  <a:srgbClr val="1010C4"/>
                </a:solidFill>
                <a:latin typeface="Courier New" panose="02070309020205020404" pitchFamily="49" charset="0"/>
              </a:rPr>
              <a:t>ambientLight</a:t>
            </a: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a:solidFill>
                  <a:srgbClr val="005032"/>
                </a:solidFill>
                <a:latin typeface="Courier New" panose="02070309020205020404" pitchFamily="49" charset="0"/>
              </a:rPr>
              <a:t>	//de diffuse licht component</a:t>
            </a:r>
          </a:p>
          <a:p>
            <a:pPr eaLnBrk="1">
              <a:lnSpc>
                <a:spcPct val="93000"/>
              </a:lnSpc>
              <a:buClr>
                <a:srgbClr val="000000"/>
              </a:buClr>
              <a:buSzPct val="100000"/>
              <a:buFont typeface="Times New Roman" panose="02020603050405020304" pitchFamily="18" charset="0"/>
              <a:buNone/>
            </a:pPr>
            <a:r>
              <a:rPr lang="nl-BE" altLang="nl-NL" sz="1500">
                <a:latin typeface="Courier New" panose="02070309020205020404" pitchFamily="49" charset="0"/>
              </a:rPr>
              <a:t>    C</a:t>
            </a:r>
            <a:r>
              <a:rPr lang="nl-BE" altLang="nl-NL" sz="1500">
                <a:solidFill>
                  <a:srgbClr val="005032"/>
                </a:solidFill>
                <a:latin typeface="Courier New" panose="02070309020205020404" pitchFamily="49" charset="0"/>
              </a:rPr>
              <a:t>olor</a:t>
            </a:r>
            <a:r>
              <a:rPr lang="nl-BE" altLang="nl-NL" sz="1500">
                <a:latin typeface="Courier New" panose="02070309020205020404" pitchFamily="49" charset="0"/>
              </a:rPr>
              <a:t> </a:t>
            </a:r>
            <a:r>
              <a:rPr lang="nl-BE" altLang="nl-NL" sz="1500">
                <a:solidFill>
                  <a:srgbClr val="1010C4"/>
                </a:solidFill>
                <a:latin typeface="Courier New" panose="02070309020205020404" pitchFamily="49" charset="0"/>
              </a:rPr>
              <a:t>diffuseLight</a:t>
            </a: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a:solidFill>
                  <a:srgbClr val="005032"/>
                </a:solidFill>
                <a:latin typeface="Courier New" panose="02070309020205020404" pitchFamily="49" charset="0"/>
              </a:rPr>
              <a:t>    //de diffuse licht component</a:t>
            </a:r>
          </a:p>
          <a:p>
            <a:pPr eaLnBrk="1">
              <a:lnSpc>
                <a:spcPct val="93000"/>
              </a:lnSpc>
              <a:buClr>
                <a:srgbClr val="000000"/>
              </a:buClr>
              <a:buSzPct val="100000"/>
              <a:buFont typeface="Times New Roman" panose="02020603050405020304" pitchFamily="18" charset="0"/>
              <a:buNone/>
            </a:pPr>
            <a:r>
              <a:rPr lang="nl-BE" altLang="nl-NL" sz="1500">
                <a:latin typeface="Courier New" panose="02070309020205020404" pitchFamily="49" charset="0"/>
              </a:rPr>
              <a:t>    </a:t>
            </a:r>
            <a:r>
              <a:rPr lang="nl-BE" altLang="nl-NL" sz="1500">
                <a:solidFill>
                  <a:srgbClr val="005032"/>
                </a:solidFill>
                <a:latin typeface="Courier New" panose="02070309020205020404" pitchFamily="49" charset="0"/>
              </a:rPr>
              <a:t>Color</a:t>
            </a:r>
            <a:r>
              <a:rPr lang="nl-BE" altLang="nl-NL" sz="1500">
                <a:latin typeface="Courier New" panose="02070309020205020404" pitchFamily="49" charset="0"/>
              </a:rPr>
              <a:t> </a:t>
            </a:r>
            <a:r>
              <a:rPr lang="nl-BE" altLang="nl-NL" sz="1500">
                <a:solidFill>
                  <a:srgbClr val="1010C4"/>
                </a:solidFill>
                <a:latin typeface="Courier New" panose="02070309020205020404" pitchFamily="49" charset="0"/>
              </a:rPr>
              <a:t>specularLight</a:t>
            </a: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a:latin typeface="Courier New" panose="02070309020205020404" pitchFamily="49" charset="0"/>
              </a:rPr>
              <a:t>};</a:t>
            </a:r>
          </a:p>
        </p:txBody>
      </p:sp>
      <p:sp>
        <p:nvSpPr>
          <p:cNvPr id="19462" name="TextBox 5">
            <a:extLst>
              <a:ext uri="{FF2B5EF4-FFF2-40B4-BE49-F238E27FC236}">
                <a16:creationId xmlns:a16="http://schemas.microsoft.com/office/drawing/2014/main" id="{7FEBF0D2-3003-448D-9E25-2D4F1C544CF0}"/>
              </a:ext>
            </a:extLst>
          </p:cNvPr>
          <p:cNvSpPr txBox="1">
            <a:spLocks noChangeArrowheads="1"/>
          </p:cNvSpPr>
          <p:nvPr/>
        </p:nvSpPr>
        <p:spPr bwMode="auto">
          <a:xfrm>
            <a:off x="4824413" y="2916238"/>
            <a:ext cx="3408362" cy="159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sz="1500" b="1">
                <a:solidFill>
                  <a:srgbClr val="7F0055"/>
                </a:solidFill>
                <a:latin typeface="Courier New" panose="02070309020205020404" pitchFamily="49" charset="0"/>
              </a:rPr>
              <a:t>class</a:t>
            </a:r>
            <a:r>
              <a:rPr lang="nl-BE" altLang="nl-NL" sz="1500">
                <a:latin typeface="Courier New" panose="02070309020205020404" pitchFamily="49" charset="0"/>
              </a:rPr>
              <a:t> </a:t>
            </a:r>
            <a:r>
              <a:rPr lang="nl-BE" altLang="nl-NL" sz="1500">
                <a:solidFill>
                  <a:srgbClr val="005032"/>
                </a:solidFill>
                <a:latin typeface="Courier New" panose="02070309020205020404" pitchFamily="49" charset="0"/>
              </a:rPr>
              <a:t>InfLight</a:t>
            </a:r>
            <a:r>
              <a:rPr lang="nl-BE" altLang="nl-NL" sz="1500">
                <a:latin typeface="Courier New" panose="02070309020205020404" pitchFamily="49" charset="0"/>
              </a:rPr>
              <a:t>: </a:t>
            </a:r>
            <a:r>
              <a:rPr lang="nl-BE" altLang="nl-NL" sz="1500" b="1">
                <a:solidFill>
                  <a:srgbClr val="7F0055"/>
                </a:solidFill>
                <a:latin typeface="Courier New" panose="02070309020205020404" pitchFamily="49" charset="0"/>
              </a:rPr>
              <a:t>public</a:t>
            </a:r>
            <a:r>
              <a:rPr lang="nl-BE" altLang="nl-NL" sz="1500">
                <a:solidFill>
                  <a:srgbClr val="005032"/>
                </a:solidFill>
                <a:latin typeface="Courier New" panose="02070309020205020404" pitchFamily="49" charset="0"/>
              </a:rPr>
              <a:t> Light</a:t>
            </a:r>
          </a:p>
          <a:p>
            <a:pPr eaLnBrk="1">
              <a:lnSpc>
                <a:spcPct val="93000"/>
              </a:lnSpc>
              <a:buClr>
                <a:srgbClr val="000000"/>
              </a:buClr>
              <a:buSzPct val="100000"/>
              <a:buFont typeface="Times New Roman" panose="02020603050405020304" pitchFamily="18" charset="0"/>
              <a:buNone/>
            </a:pP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b="1">
                <a:solidFill>
                  <a:srgbClr val="7F0055"/>
                </a:solidFill>
                <a:latin typeface="Courier New" panose="02070309020205020404" pitchFamily="49" charset="0"/>
              </a:rPr>
              <a:t>  public</a:t>
            </a: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a:solidFill>
                  <a:srgbClr val="005032"/>
                </a:solidFill>
                <a:latin typeface="Courier New" panose="02070309020205020404" pitchFamily="49" charset="0"/>
              </a:rPr>
              <a:t>	//de richting waarin het </a:t>
            </a:r>
          </a:p>
          <a:p>
            <a:pPr eaLnBrk="1">
              <a:lnSpc>
                <a:spcPct val="93000"/>
              </a:lnSpc>
              <a:buClr>
                <a:srgbClr val="000000"/>
              </a:buClr>
              <a:buSzPct val="100000"/>
              <a:buFont typeface="Times New Roman" panose="02020603050405020304" pitchFamily="18" charset="0"/>
              <a:buNone/>
            </a:pPr>
            <a:r>
              <a:rPr lang="nl-BE" altLang="nl-NL" sz="1500">
                <a:solidFill>
                  <a:srgbClr val="005032"/>
                </a:solidFill>
                <a:latin typeface="Courier New" panose="02070309020205020404" pitchFamily="49" charset="0"/>
              </a:rPr>
              <a:t>	//licht schijnt</a:t>
            </a:r>
          </a:p>
          <a:p>
            <a:pPr eaLnBrk="1">
              <a:lnSpc>
                <a:spcPct val="93000"/>
              </a:lnSpc>
              <a:buClr>
                <a:srgbClr val="000000"/>
              </a:buClr>
              <a:buSzPct val="100000"/>
              <a:buFont typeface="Times New Roman" panose="02020603050405020304" pitchFamily="18" charset="0"/>
              <a:buNone/>
            </a:pPr>
            <a:r>
              <a:rPr lang="nl-BE" altLang="nl-NL" sz="1500">
                <a:solidFill>
                  <a:srgbClr val="005032"/>
                </a:solidFill>
                <a:latin typeface="Courier New" panose="02070309020205020404" pitchFamily="49" charset="0"/>
              </a:rPr>
              <a:t>	Vector3D </a:t>
            </a:r>
            <a:r>
              <a:rPr lang="nl-BE" altLang="nl-NL" sz="1500">
                <a:solidFill>
                  <a:srgbClr val="1010C4"/>
                </a:solidFill>
                <a:latin typeface="Courier New" panose="02070309020205020404" pitchFamily="49" charset="0"/>
              </a:rPr>
              <a:t>ldVector</a:t>
            </a:r>
            <a:r>
              <a:rPr lang="nl-BE" altLang="nl-NL" sz="150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a:latin typeface="Courier New" panose="02070309020205020404" pitchFamily="49" charset="0"/>
              </a:rPr>
              <a:t>};</a:t>
            </a:r>
          </a:p>
        </p:txBody>
      </p:sp>
      <p:sp>
        <p:nvSpPr>
          <p:cNvPr id="19463" name="TextBox 5">
            <a:extLst>
              <a:ext uri="{FF2B5EF4-FFF2-40B4-BE49-F238E27FC236}">
                <a16:creationId xmlns:a16="http://schemas.microsoft.com/office/drawing/2014/main" id="{79A843D7-CBE5-4422-96A1-D33EBEE476F4}"/>
              </a:ext>
            </a:extLst>
          </p:cNvPr>
          <p:cNvSpPr txBox="1">
            <a:spLocks noChangeArrowheads="1"/>
          </p:cNvSpPr>
          <p:nvPr/>
        </p:nvSpPr>
        <p:spPr bwMode="auto">
          <a:xfrm>
            <a:off x="4824413" y="4643438"/>
            <a:ext cx="3870290" cy="18137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t">
            <a:spAutoFit/>
          </a:bodyPr>
          <a:lstStyle/>
          <a:p>
            <a:pPr eaLnBrk="1">
              <a:lnSpc>
                <a:spcPct val="93000"/>
              </a:lnSpc>
              <a:buClr>
                <a:srgbClr val="000000"/>
              </a:buClr>
              <a:buSzPct val="100000"/>
              <a:buFont typeface="Times New Roman" panose="02020603050405020304" pitchFamily="18" charset="0"/>
              <a:buNone/>
            </a:pPr>
            <a:r>
              <a:rPr lang="nl-BE" altLang="nl-NL" sz="1500" b="1" dirty="0">
                <a:solidFill>
                  <a:srgbClr val="7F0055"/>
                </a:solidFill>
                <a:latin typeface="Courier New"/>
                <a:ea typeface="ＭＳ Ｐゴシック"/>
              </a:rPr>
              <a:t>class</a:t>
            </a:r>
            <a:r>
              <a:rPr lang="nl-BE" altLang="nl-NL" sz="1500" dirty="0">
                <a:latin typeface="Courier New"/>
                <a:ea typeface="ＭＳ Ｐゴシック"/>
              </a:rPr>
              <a:t> </a:t>
            </a:r>
            <a:r>
              <a:rPr lang="nl-BE" altLang="nl-NL" sz="1500" dirty="0">
                <a:solidFill>
                  <a:srgbClr val="005032"/>
                </a:solidFill>
                <a:latin typeface="Courier New"/>
                <a:ea typeface="ＭＳ Ｐゴシック"/>
              </a:rPr>
              <a:t>PointLight</a:t>
            </a:r>
            <a:r>
              <a:rPr lang="nl-BE" altLang="nl-NL" sz="1500" dirty="0">
                <a:latin typeface="Courier New"/>
                <a:ea typeface="ＭＳ Ｐゴシック"/>
              </a:rPr>
              <a:t>: </a:t>
            </a:r>
            <a:r>
              <a:rPr lang="nl-BE" altLang="nl-NL" sz="1500" b="1" dirty="0">
                <a:solidFill>
                  <a:srgbClr val="7F0055"/>
                </a:solidFill>
                <a:latin typeface="Courier New"/>
                <a:ea typeface="ＭＳ Ｐゴシック"/>
              </a:rPr>
              <a:t>public</a:t>
            </a:r>
            <a:r>
              <a:rPr lang="nl-BE" altLang="nl-NL" sz="1500" dirty="0">
                <a:solidFill>
                  <a:srgbClr val="005032"/>
                </a:solidFill>
                <a:latin typeface="Courier New"/>
                <a:ea typeface="ＭＳ Ｐゴシック"/>
              </a:rPr>
              <a:t> Light</a:t>
            </a:r>
          </a:p>
          <a:p>
            <a:pPr eaLnBrk="1">
              <a:lnSpc>
                <a:spcPct val="93000"/>
              </a:lnSpc>
              <a:buClr>
                <a:srgbClr val="000000"/>
              </a:buClr>
              <a:buSzPct val="100000"/>
              <a:buFont typeface="Times New Roman" panose="02020603050405020304" pitchFamily="18" charset="0"/>
              <a:buNone/>
            </a:pPr>
            <a:r>
              <a:rPr lang="nl-BE" altLang="nl-NL" sz="15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b="1" dirty="0">
                <a:solidFill>
                  <a:srgbClr val="7F0055"/>
                </a:solidFill>
                <a:latin typeface="Courier New" panose="02070309020205020404" pitchFamily="49" charset="0"/>
              </a:rPr>
              <a:t>  public</a:t>
            </a:r>
            <a:r>
              <a:rPr lang="nl-BE" altLang="nl-NL" sz="1500" dirty="0">
                <a:latin typeface="Courier New" panose="02070309020205020404" pitchFamily="49" charset="0"/>
              </a:rPr>
              <a:t>:</a:t>
            </a:r>
          </a:p>
          <a:p>
            <a:pPr eaLnBrk="1">
              <a:lnSpc>
                <a:spcPct val="93000"/>
              </a:lnSpc>
              <a:buClr>
                <a:srgbClr val="000000"/>
              </a:buClr>
              <a:buSzPct val="100000"/>
              <a:buFont typeface="Times New Roman" panose="02020603050405020304" pitchFamily="18" charset="0"/>
              <a:buNone/>
            </a:pPr>
            <a:r>
              <a:rPr lang="nl-BE" altLang="nl-NL" sz="1500" dirty="0">
                <a:solidFill>
                  <a:srgbClr val="005032"/>
                </a:solidFill>
                <a:latin typeface="Courier New" panose="02070309020205020404" pitchFamily="49" charset="0"/>
              </a:rPr>
              <a:t>	//de locatie van de puntbron</a:t>
            </a:r>
          </a:p>
          <a:p>
            <a:pPr eaLnBrk="1">
              <a:lnSpc>
                <a:spcPct val="93000"/>
              </a:lnSpc>
              <a:buClr>
                <a:srgbClr val="000000"/>
              </a:buClr>
              <a:buSzPct val="100000"/>
              <a:buFont typeface="Times New Roman" panose="02020603050405020304" pitchFamily="18" charset="0"/>
              <a:buNone/>
            </a:pPr>
            <a:r>
              <a:rPr lang="nl-BE" altLang="nl-NL" sz="1500" dirty="0">
                <a:solidFill>
                  <a:srgbClr val="005032"/>
                </a:solidFill>
                <a:latin typeface="Courier New" panose="02070309020205020404" pitchFamily="49" charset="0"/>
              </a:rPr>
              <a:t>	Vector3D </a:t>
            </a:r>
            <a:r>
              <a:rPr lang="nl-BE" altLang="nl-NL" sz="1500" dirty="0">
                <a:solidFill>
                  <a:srgbClr val="1010C4"/>
                </a:solidFill>
                <a:latin typeface="Courier New" panose="02070309020205020404" pitchFamily="49" charset="0"/>
              </a:rPr>
              <a:t>location</a:t>
            </a:r>
            <a:r>
              <a:rPr lang="nl-BE" altLang="nl-NL" sz="1500" dirty="0">
                <a:latin typeface="Courier New" panose="02070309020205020404" pitchFamily="49" charset="0"/>
              </a:rPr>
              <a:t>;</a:t>
            </a:r>
          </a:p>
          <a:p>
            <a:pPr>
              <a:lnSpc>
                <a:spcPct val="93000"/>
              </a:lnSpc>
              <a:buClr>
                <a:srgbClr val="000000"/>
              </a:buClr>
              <a:buSzPct val="100000"/>
            </a:pPr>
            <a:r>
              <a:rPr lang="nl-BE" sz="1500" dirty="0">
                <a:solidFill>
                  <a:srgbClr val="005032"/>
                </a:solidFill>
                <a:latin typeface="Courier New"/>
                <a:ea typeface="ＭＳ Ｐゴシック"/>
                <a:cs typeface="Courier New"/>
              </a:rPr>
              <a:t>    //de hoek van een spotlicht</a:t>
            </a:r>
            <a:endParaRPr lang="nl-BE" dirty="0"/>
          </a:p>
          <a:p>
            <a:pPr>
              <a:lnSpc>
                <a:spcPct val="93000"/>
              </a:lnSpc>
              <a:buClr>
                <a:srgbClr val="000000"/>
              </a:buClr>
              <a:buSzPct val="100000"/>
            </a:pPr>
            <a:r>
              <a:rPr lang="nl-BE" altLang="nl-NL" sz="1500" dirty="0">
                <a:latin typeface="Courier New"/>
                <a:ea typeface="ＭＳ Ｐゴシック"/>
              </a:rPr>
              <a:t>    </a:t>
            </a:r>
            <a:r>
              <a:rPr lang="nl-BE" sz="1500" b="1" dirty="0">
                <a:solidFill>
                  <a:srgbClr val="7F0055"/>
                </a:solidFill>
                <a:latin typeface="Courier New"/>
                <a:ea typeface="ＭＳ Ｐゴシック"/>
                <a:cs typeface="Courier New"/>
              </a:rPr>
              <a:t>double</a:t>
            </a:r>
            <a:r>
              <a:rPr lang="nl-BE" sz="1500" dirty="0">
                <a:latin typeface="Courier New"/>
                <a:ea typeface="ＭＳ Ｐゴシック"/>
                <a:cs typeface="Courier New"/>
              </a:rPr>
              <a:t> </a:t>
            </a:r>
            <a:r>
              <a:rPr lang="nl-BE" sz="1500" dirty="0">
                <a:solidFill>
                  <a:srgbClr val="1010C4"/>
                </a:solidFill>
                <a:latin typeface="Courier New"/>
                <a:ea typeface="ＭＳ Ｐゴシック"/>
                <a:cs typeface="Courier New"/>
              </a:rPr>
              <a:t>spotAngle</a:t>
            </a:r>
            <a:r>
              <a:rPr lang="nl-BE" sz="1500" dirty="0">
                <a:latin typeface="Courier New"/>
                <a:ea typeface="ＭＳ Ｐゴシック"/>
                <a:cs typeface="Courier New"/>
              </a:rPr>
              <a:t>;</a:t>
            </a:r>
            <a:endParaRPr lang="en-US" sz="1500" dirty="0">
              <a:latin typeface="Arial"/>
              <a:ea typeface="ＭＳ Ｐゴシック"/>
              <a:cs typeface="Arial"/>
            </a:endParaRPr>
          </a:p>
          <a:p>
            <a:pPr eaLnBrk="1">
              <a:lnSpc>
                <a:spcPct val="93000"/>
              </a:lnSpc>
              <a:buClr>
                <a:srgbClr val="000000"/>
              </a:buClr>
              <a:buSzPct val="100000"/>
              <a:buFont typeface="Times New Roman" panose="02020603050405020304" pitchFamily="18" charset="0"/>
              <a:buNone/>
            </a:pPr>
            <a:r>
              <a:rPr lang="nl-BE" altLang="nl-NL" sz="1500" dirty="0">
                <a:latin typeface="Courier New" panose="02070309020205020404" pitchFamily="49" charset="0"/>
              </a:rPr>
              <a:t>};</a:t>
            </a:r>
          </a:p>
        </p:txBody>
      </p:sp>
      <p:sp>
        <p:nvSpPr>
          <p:cNvPr id="19464" name="Rechthoek 1">
            <a:extLst>
              <a:ext uri="{FF2B5EF4-FFF2-40B4-BE49-F238E27FC236}">
                <a16:creationId xmlns:a16="http://schemas.microsoft.com/office/drawing/2014/main" id="{624A6383-B133-44C1-8785-45CA265697A4}"/>
              </a:ext>
            </a:extLst>
          </p:cNvPr>
          <p:cNvSpPr>
            <a:spLocks noChangeArrowheads="1"/>
          </p:cNvSpPr>
          <p:nvPr/>
        </p:nvSpPr>
        <p:spPr bwMode="auto">
          <a:xfrm>
            <a:off x="503238" y="5940425"/>
            <a:ext cx="50387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a:lnSpc>
                <a:spcPct val="93000"/>
              </a:lnSpc>
              <a:buClr>
                <a:srgbClr val="000000"/>
              </a:buClr>
              <a:buSzPct val="100000"/>
              <a:buFont typeface="Times New Roman" panose="02020603050405020304" pitchFamily="18" charset="0"/>
              <a:buNone/>
            </a:pPr>
            <a:endParaRPr lang="nl-BE" altLang="nl-NL" sz="1500">
              <a:latin typeface="Courier New" panose="02070309020205020404" pitchFamily="49" charset="0"/>
            </a:endParaRPr>
          </a:p>
          <a:p>
            <a:pPr eaLnBrk="1">
              <a:lnSpc>
                <a:spcPct val="93000"/>
              </a:lnSpc>
              <a:buClr>
                <a:srgbClr val="000000"/>
              </a:buClr>
              <a:buSzPct val="100000"/>
              <a:buFont typeface="Times New Roman" panose="02020603050405020304" pitchFamily="18" charset="0"/>
              <a:buNone/>
            </a:pPr>
            <a:r>
              <a:rPr lang="nl-BE" altLang="nl-NL" sz="1500" b="1">
                <a:solidFill>
                  <a:srgbClr val="7F0055"/>
                </a:solidFill>
                <a:latin typeface="Courier New" panose="02070309020205020404" pitchFamily="49" charset="0"/>
              </a:rPr>
              <a:t>typedef</a:t>
            </a:r>
            <a:r>
              <a:rPr lang="nl-BE" altLang="nl-NL" sz="1500">
                <a:latin typeface="Courier New" panose="02070309020205020404" pitchFamily="49" charset="0"/>
              </a:rPr>
              <a:t> std::</a:t>
            </a:r>
            <a:r>
              <a:rPr lang="nl-BE" altLang="nl-NL" sz="1500">
                <a:solidFill>
                  <a:srgbClr val="005032"/>
                </a:solidFill>
                <a:latin typeface="Courier New" panose="02070309020205020404" pitchFamily="49" charset="0"/>
              </a:rPr>
              <a:t>list</a:t>
            </a:r>
            <a:r>
              <a:rPr lang="nl-BE" altLang="nl-NL" sz="1500">
                <a:latin typeface="Courier New" panose="02070309020205020404" pitchFamily="49" charset="0"/>
              </a:rPr>
              <a:t>&lt;</a:t>
            </a:r>
            <a:r>
              <a:rPr lang="nl-BE" altLang="nl-NL" sz="1500">
                <a:solidFill>
                  <a:srgbClr val="005032"/>
                </a:solidFill>
                <a:latin typeface="Courier New" panose="02070309020205020404" pitchFamily="49" charset="0"/>
              </a:rPr>
              <a:t>Light</a:t>
            </a:r>
            <a:r>
              <a:rPr lang="nl-BE" altLang="nl-NL" sz="1500">
                <a:latin typeface="Courier New" panose="02070309020205020404" pitchFamily="49" charset="0"/>
              </a:rPr>
              <a:t>&gt; </a:t>
            </a:r>
            <a:r>
              <a:rPr lang="nl-BE" altLang="nl-NL" sz="1500">
                <a:solidFill>
                  <a:srgbClr val="005032"/>
                </a:solidFill>
                <a:latin typeface="Courier New" panose="02070309020205020404" pitchFamily="49" charset="0"/>
              </a:rPr>
              <a:t>Lights3D</a:t>
            </a:r>
            <a:r>
              <a:rPr lang="nl-BE" altLang="nl-NL" sz="1500">
                <a:latin typeface="Courier New" panose="02070309020205020404" pitchFamily="49" charset="0"/>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CC5EDF71-ACCC-4651-8C83-14984F7DA632}"/>
              </a:ext>
            </a:extLst>
          </p:cNvPr>
          <p:cNvSpPr>
            <a:spLocks noGrp="1"/>
          </p:cNvSpPr>
          <p:nvPr>
            <p:ph type="title"/>
          </p:nvPr>
        </p:nvSpPr>
        <p:spPr/>
        <p:txBody>
          <a:bodyPr/>
          <a:lstStyle/>
          <a:p>
            <a:r>
              <a:rPr lang="nl-BE" altLang="nl-NL">
                <a:ea typeface="ＭＳ Ｐゴシック" panose="020B0600070205080204" pitchFamily="34" charset="-128"/>
              </a:rPr>
              <a:t>Toepassen van belichting</a:t>
            </a:r>
          </a:p>
        </p:txBody>
      </p:sp>
      <p:sp>
        <p:nvSpPr>
          <p:cNvPr id="3" name="Content Placeholder 2">
            <a:extLst>
              <a:ext uri="{FF2B5EF4-FFF2-40B4-BE49-F238E27FC236}">
                <a16:creationId xmlns:a16="http://schemas.microsoft.com/office/drawing/2014/main" id="{7036F0BC-4106-40E1-AC17-B936ADFA6685}"/>
              </a:ext>
            </a:extLst>
          </p:cNvPr>
          <p:cNvSpPr>
            <a:spLocks noGrp="1"/>
          </p:cNvSpPr>
          <p:nvPr>
            <p:ph idx="1"/>
          </p:nvPr>
        </p:nvSpPr>
        <p:spPr>
          <a:xfrm>
            <a:off x="503238" y="1260475"/>
            <a:ext cx="9034462" cy="5091113"/>
          </a:xfrm>
        </p:spPr>
        <p:txBody>
          <a:bodyPr/>
          <a:lstStyle/>
          <a:p>
            <a:r>
              <a:rPr lang="nl-BE" altLang="nl-NL" dirty="0">
                <a:ea typeface="ＭＳ Ｐゴシック" panose="020B0600070205080204" pitchFamily="34" charset="-128"/>
              </a:rPr>
              <a:t>Pas je Z-Buffering implementatie aan zodat deze de vereiste vormen van belichting ondersteunt:</a:t>
            </a:r>
          </a:p>
          <a:p>
            <a:pPr lvl="1"/>
            <a:r>
              <a:rPr lang="nl-BE" altLang="nl-NL" dirty="0"/>
              <a:t>Vb:</a:t>
            </a:r>
          </a:p>
          <a:p>
            <a:pPr lvl="1"/>
            <a:endParaRPr lang="nl-BE" altLang="nl-NL" dirty="0"/>
          </a:p>
          <a:p>
            <a:pPr lvl="1"/>
            <a:endParaRPr lang="nl-BE" altLang="nl-NL" dirty="0"/>
          </a:p>
          <a:p>
            <a:pPr lvl="1"/>
            <a:endParaRPr lang="nl-BE" altLang="nl-NL" dirty="0"/>
          </a:p>
          <a:p>
            <a:pPr lvl="1"/>
            <a:endParaRPr lang="nl-BE" altLang="nl-NL" dirty="0"/>
          </a:p>
          <a:p>
            <a:pPr lvl="1"/>
            <a:endParaRPr lang="nl-BE" altLang="nl-NL" dirty="0"/>
          </a:p>
          <a:p>
            <a:pPr lvl="1"/>
            <a:endParaRPr lang="nl-BE" altLang="nl-NL" dirty="0"/>
          </a:p>
          <a:p>
            <a:pPr lvl="1"/>
            <a:r>
              <a:rPr lang="nl-BE" altLang="nl-NL" dirty="0"/>
              <a:t>Implementatie van alle vormen van licht</a:t>
            </a:r>
          </a:p>
          <a:p>
            <a:pPr lvl="2"/>
            <a:r>
              <a:rPr lang="nl-BE" altLang="nl-NL"/>
              <a:t>Zie cursus p.57</a:t>
            </a:r>
          </a:p>
          <a:p>
            <a:pPr lvl="1"/>
            <a:endParaRPr lang="nl-BE" altLang="nl-NL" dirty="0"/>
          </a:p>
          <a:p>
            <a:pPr lvl="1"/>
            <a:endParaRPr lang="nl-BE" altLang="nl-NL" dirty="0"/>
          </a:p>
          <a:p>
            <a:pPr lvl="1"/>
            <a:endParaRPr lang="nl-BE" altLang="nl-NL" dirty="0"/>
          </a:p>
          <a:p>
            <a:pPr lvl="1"/>
            <a:endParaRPr lang="nl-BE" altLang="nl-NL" dirty="0"/>
          </a:p>
        </p:txBody>
      </p:sp>
      <p:sp>
        <p:nvSpPr>
          <p:cNvPr id="4" name="Footer Placeholder 3">
            <a:extLst>
              <a:ext uri="{FF2B5EF4-FFF2-40B4-BE49-F238E27FC236}">
                <a16:creationId xmlns:a16="http://schemas.microsoft.com/office/drawing/2014/main" id="{61C892D2-7ECE-4FD6-978C-9F2CB4354B9C}"/>
              </a:ext>
            </a:extLst>
          </p:cNvPr>
          <p:cNvSpPr>
            <a:spLocks noGrp="1"/>
          </p:cNvSpPr>
          <p:nvPr>
            <p:ph type="ftr" sz="quarter" idx="11"/>
          </p:nvPr>
        </p:nvSpPr>
        <p:spPr/>
        <p:txBody>
          <a:bodyPr/>
          <a:lstStyle/>
          <a:p>
            <a:pPr>
              <a:defRPr/>
            </a:pPr>
            <a:r>
              <a:rPr lang="en-GB"/>
              <a:t>Practicum Computer Graphics: Belichting</a:t>
            </a:r>
            <a:endParaRPr lang="en-GB" dirty="0"/>
          </a:p>
        </p:txBody>
      </p:sp>
      <p:sp>
        <p:nvSpPr>
          <p:cNvPr id="20484" name="Slide Number Placeholder 4">
            <a:extLst>
              <a:ext uri="{FF2B5EF4-FFF2-40B4-BE49-F238E27FC236}">
                <a16:creationId xmlns:a16="http://schemas.microsoft.com/office/drawing/2014/main" id="{3692E707-D52F-444E-8BA7-212FA5DC908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5BFAA3D1-5793-46E6-BDE2-36626C608411}"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5</a:t>
            </a:fld>
            <a:endParaRPr lang="en-GB" altLang="nl-NL" sz="1400" b="0">
              <a:solidFill>
                <a:srgbClr val="FFFFFF"/>
              </a:solidFill>
            </a:endParaRPr>
          </a:p>
        </p:txBody>
      </p:sp>
      <p:sp>
        <p:nvSpPr>
          <p:cNvPr id="6" name="TextBox 5">
            <a:extLst>
              <a:ext uri="{FF2B5EF4-FFF2-40B4-BE49-F238E27FC236}">
                <a16:creationId xmlns:a16="http://schemas.microsoft.com/office/drawing/2014/main" id="{4424ADA6-D11A-4D8B-B57E-5A90A10473EA}"/>
              </a:ext>
            </a:extLst>
          </p:cNvPr>
          <p:cNvSpPr txBox="1">
            <a:spLocks noChangeArrowheads="1"/>
          </p:cNvSpPr>
          <p:nvPr/>
        </p:nvSpPr>
        <p:spPr bwMode="auto">
          <a:xfrm>
            <a:off x="1754188" y="2065338"/>
            <a:ext cx="6664325" cy="215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1000"/>
              </a:lnSpc>
              <a:spcAft>
                <a:spcPts val="1413"/>
              </a:spcAft>
              <a:buClr>
                <a:srgbClr val="053A60"/>
              </a:buClr>
              <a:buSzPct val="100000"/>
              <a:buFont typeface="Arial" panose="020B0604020202020204" pitchFamily="34" charset="0"/>
              <a:buChar char="•"/>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defRPr sz="2000">
                <a:solidFill>
                  <a:srgbClr val="003D64"/>
                </a:solidFill>
                <a:latin typeface="FreeSans" pitchFamily="32" charset="0"/>
                <a:ea typeface="WenQuanYi Zen Hei" charset="0"/>
                <a:cs typeface="WenQuanYi Zen Hei" charset="0"/>
              </a:defRPr>
            </a:lvl9pPr>
          </a:lstStyle>
          <a:p>
            <a:pPr marL="0" lvl="1" indent="0" eaLnBrk="1">
              <a:lnSpc>
                <a:spcPct val="93000"/>
              </a:lnSpc>
              <a:spcAft>
                <a:spcPct val="0"/>
              </a:spcAft>
              <a:buClr>
                <a:srgbClr val="000000"/>
              </a:buClr>
              <a:buFont typeface="Times New Roman" panose="02020603050405020304" pitchFamily="18" charset="0"/>
              <a:buNone/>
            </a:pPr>
            <a:r>
              <a:rPr lang="nl-BE" altLang="nl-NL" sz="1800" b="1">
                <a:solidFill>
                  <a:srgbClr val="7F0055"/>
                </a:solidFill>
                <a:latin typeface="Courier New" panose="02070309020205020404" pitchFamily="49" charset="0"/>
                <a:ea typeface="ＭＳ Ｐゴシック" panose="020B0600070205080204" pitchFamily="34" charset="-128"/>
              </a:rPr>
              <a:t>void</a:t>
            </a:r>
            <a:r>
              <a:rPr lang="nl-BE" altLang="nl-NL" sz="1800" b="1">
                <a:solidFill>
                  <a:schemeClr val="tx1"/>
                </a:solidFill>
                <a:latin typeface="Courier New" panose="02070309020205020404" pitchFamily="49" charset="0"/>
                <a:ea typeface="ＭＳ Ｐゴシック" panose="020B0600070205080204" pitchFamily="34" charset="-128"/>
              </a:rPr>
              <a:t> draw_zbuf_triag(</a:t>
            </a:r>
            <a:r>
              <a:rPr lang="nl-BE" altLang="nl-NL" sz="1800">
                <a:solidFill>
                  <a:srgbClr val="005032"/>
                </a:solidFill>
                <a:latin typeface="Courier New" panose="02070309020205020404" pitchFamily="49" charset="0"/>
                <a:ea typeface="ＭＳ Ｐゴシック" panose="020B0600070205080204" pitchFamily="34" charset="-128"/>
              </a:rPr>
              <a:t>ZBuffer</a:t>
            </a:r>
            <a:r>
              <a:rPr lang="nl-BE" altLang="nl-NL" sz="1800">
                <a:solidFill>
                  <a:schemeClr val="tx1"/>
                </a:solidFill>
                <a:latin typeface="Courier New" panose="02070309020205020404" pitchFamily="49" charset="0"/>
                <a:ea typeface="ＭＳ Ｐゴシック" panose="020B0600070205080204" pitchFamily="34" charset="-128"/>
              </a:rPr>
              <a:t>&amp;, img::</a:t>
            </a:r>
            <a:r>
              <a:rPr lang="nl-BE" altLang="nl-NL" sz="1800">
                <a:solidFill>
                  <a:srgbClr val="005032"/>
                </a:solidFill>
                <a:latin typeface="Courier New" panose="02070309020205020404" pitchFamily="49" charset="0"/>
                <a:ea typeface="ＭＳ Ｐゴシック" panose="020B0600070205080204" pitchFamily="34" charset="-128"/>
              </a:rPr>
              <a:t>EasyImage</a:t>
            </a:r>
            <a:r>
              <a:rPr lang="nl-BE" altLang="nl-NL" sz="1800">
                <a:solidFill>
                  <a:schemeClr val="tx1"/>
                </a:solidFill>
                <a:latin typeface="Courier New" panose="02070309020205020404" pitchFamily="49" charset="0"/>
                <a:ea typeface="ＭＳ Ｐゴシック" panose="020B0600070205080204" pitchFamily="34" charset="-128"/>
              </a:rPr>
              <a:t>&amp;,</a:t>
            </a:r>
            <a:br>
              <a:rPr lang="nl-BE" altLang="nl-NL" sz="1800">
                <a:solidFill>
                  <a:schemeClr val="tx1"/>
                </a:solidFill>
                <a:latin typeface="Courier New" panose="02070309020205020404" pitchFamily="49" charset="0"/>
                <a:ea typeface="ＭＳ Ｐゴシック" panose="020B0600070205080204" pitchFamily="34" charset="-128"/>
              </a:rPr>
            </a:b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a:solidFill>
                  <a:srgbClr val="005032"/>
                </a:solidFill>
                <a:latin typeface="Courier New" panose="02070309020205020404" pitchFamily="49" charset="0"/>
                <a:ea typeface="ＭＳ Ｐゴシック" panose="020B0600070205080204" pitchFamily="34" charset="-128"/>
              </a:rPr>
              <a:t>Vector3D</a:t>
            </a: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b="1">
                <a:solidFill>
                  <a:srgbClr val="7F0055"/>
                </a:solidFill>
                <a:latin typeface="Courier New" panose="02070309020205020404" pitchFamily="49" charset="0"/>
                <a:ea typeface="ＭＳ Ｐゴシック" panose="020B0600070205080204" pitchFamily="34" charset="-128"/>
              </a:rPr>
              <a:t>const</a:t>
            </a:r>
            <a:r>
              <a:rPr lang="nl-BE" altLang="nl-NL" sz="1800">
                <a:solidFill>
                  <a:schemeClr val="tx1"/>
                </a:solidFill>
                <a:latin typeface="Courier New" panose="02070309020205020404" pitchFamily="49" charset="0"/>
                <a:ea typeface="ＭＳ Ｐゴシック" panose="020B0600070205080204" pitchFamily="34" charset="-128"/>
              </a:rPr>
              <a:t>&amp; A,</a:t>
            </a:r>
            <a:br>
              <a:rPr lang="nl-BE" altLang="nl-NL" sz="1800">
                <a:solidFill>
                  <a:schemeClr val="tx1"/>
                </a:solidFill>
                <a:latin typeface="Courier New" panose="02070309020205020404" pitchFamily="49" charset="0"/>
                <a:ea typeface="ＭＳ Ｐゴシック" panose="020B0600070205080204" pitchFamily="34" charset="-128"/>
              </a:rPr>
            </a:b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a:solidFill>
                  <a:srgbClr val="005032"/>
                </a:solidFill>
                <a:latin typeface="Courier New" panose="02070309020205020404" pitchFamily="49" charset="0"/>
                <a:ea typeface="ＭＳ Ｐゴシック" panose="020B0600070205080204" pitchFamily="34" charset="-128"/>
              </a:rPr>
              <a:t>Vector3D</a:t>
            </a: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b="1">
                <a:solidFill>
                  <a:srgbClr val="7F0055"/>
                </a:solidFill>
                <a:latin typeface="Courier New" panose="02070309020205020404" pitchFamily="49" charset="0"/>
                <a:ea typeface="ＭＳ Ｐゴシック" panose="020B0600070205080204" pitchFamily="34" charset="-128"/>
              </a:rPr>
              <a:t>const</a:t>
            </a:r>
            <a:r>
              <a:rPr lang="nl-BE" altLang="nl-NL" sz="1800">
                <a:solidFill>
                  <a:schemeClr val="tx1"/>
                </a:solidFill>
                <a:latin typeface="Courier New" panose="02070309020205020404" pitchFamily="49" charset="0"/>
                <a:ea typeface="ＭＳ Ｐゴシック" panose="020B0600070205080204" pitchFamily="34" charset="-128"/>
              </a:rPr>
              <a:t>&amp; B, </a:t>
            </a:r>
            <a:br>
              <a:rPr lang="nl-BE" altLang="nl-NL" sz="1800">
                <a:solidFill>
                  <a:schemeClr val="tx1"/>
                </a:solidFill>
                <a:latin typeface="Courier New" panose="02070309020205020404" pitchFamily="49" charset="0"/>
                <a:ea typeface="ＭＳ Ｐゴシック" panose="020B0600070205080204" pitchFamily="34" charset="-128"/>
              </a:rPr>
            </a:b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a:solidFill>
                  <a:srgbClr val="005032"/>
                </a:solidFill>
                <a:latin typeface="Courier New" panose="02070309020205020404" pitchFamily="49" charset="0"/>
                <a:ea typeface="ＭＳ Ｐゴシック" panose="020B0600070205080204" pitchFamily="34" charset="-128"/>
              </a:rPr>
              <a:t>Vector3D</a:t>
            </a: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b="1">
                <a:solidFill>
                  <a:srgbClr val="7F0055"/>
                </a:solidFill>
                <a:latin typeface="Courier New" panose="02070309020205020404" pitchFamily="49" charset="0"/>
                <a:ea typeface="ＭＳ Ｐゴシック" panose="020B0600070205080204" pitchFamily="34" charset="-128"/>
              </a:rPr>
              <a:t>const</a:t>
            </a:r>
            <a:r>
              <a:rPr lang="nl-BE" altLang="nl-NL" sz="1800">
                <a:solidFill>
                  <a:schemeClr val="tx1"/>
                </a:solidFill>
                <a:latin typeface="Courier New" panose="02070309020205020404" pitchFamily="49" charset="0"/>
                <a:ea typeface="ＭＳ Ｐゴシック" panose="020B0600070205080204" pitchFamily="34" charset="-128"/>
              </a:rPr>
              <a:t>&amp; C,</a:t>
            </a:r>
            <a:br>
              <a:rPr lang="nl-BE" altLang="nl-NL" sz="1800">
                <a:solidFill>
                  <a:schemeClr val="tx1"/>
                </a:solidFill>
                <a:latin typeface="Courier New" panose="02070309020205020404" pitchFamily="49" charset="0"/>
                <a:ea typeface="ＭＳ Ｐゴシック" panose="020B0600070205080204" pitchFamily="34" charset="-128"/>
              </a:rPr>
            </a:b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b="1">
                <a:solidFill>
                  <a:srgbClr val="7F0055"/>
                </a:solidFill>
                <a:latin typeface="Courier New" panose="02070309020205020404" pitchFamily="49" charset="0"/>
                <a:ea typeface="ＭＳ Ｐゴシック" panose="020B0600070205080204" pitchFamily="34" charset="-128"/>
              </a:rPr>
              <a:t>double</a:t>
            </a:r>
            <a:r>
              <a:rPr lang="nl-BE" altLang="nl-NL" sz="1800">
                <a:solidFill>
                  <a:schemeClr val="tx1"/>
                </a:solidFill>
                <a:latin typeface="Courier New" panose="02070309020205020404" pitchFamily="49" charset="0"/>
                <a:ea typeface="ＭＳ Ｐゴシック" panose="020B0600070205080204" pitchFamily="34" charset="-128"/>
              </a:rPr>
              <a:t> d, </a:t>
            </a:r>
            <a:r>
              <a:rPr lang="nl-BE" altLang="nl-NL" sz="1800" b="1">
                <a:solidFill>
                  <a:srgbClr val="7F0055"/>
                </a:solidFill>
                <a:latin typeface="Courier New" panose="02070309020205020404" pitchFamily="49" charset="0"/>
                <a:ea typeface="ＭＳ Ｐゴシック" panose="020B0600070205080204" pitchFamily="34" charset="-128"/>
              </a:rPr>
              <a:t>double</a:t>
            </a:r>
            <a:r>
              <a:rPr lang="nl-BE" altLang="nl-NL" sz="1800">
                <a:solidFill>
                  <a:schemeClr val="tx1"/>
                </a:solidFill>
                <a:latin typeface="Courier New" panose="02070309020205020404" pitchFamily="49" charset="0"/>
                <a:ea typeface="ＭＳ Ｐゴシック" panose="020B0600070205080204" pitchFamily="34" charset="-128"/>
              </a:rPr>
              <a:t> dx, </a:t>
            </a:r>
            <a:r>
              <a:rPr lang="nl-BE" altLang="nl-NL" sz="1800" b="1">
                <a:solidFill>
                  <a:srgbClr val="7F0055"/>
                </a:solidFill>
                <a:latin typeface="Courier New" panose="02070309020205020404" pitchFamily="49" charset="0"/>
                <a:ea typeface="ＭＳ Ｐゴシック" panose="020B0600070205080204" pitchFamily="34" charset="-128"/>
              </a:rPr>
              <a:t>double</a:t>
            </a:r>
            <a:r>
              <a:rPr lang="nl-BE" altLang="nl-NL" sz="1800">
                <a:solidFill>
                  <a:schemeClr val="tx1"/>
                </a:solidFill>
                <a:latin typeface="Courier New" panose="02070309020205020404" pitchFamily="49" charset="0"/>
                <a:ea typeface="ＭＳ Ｐゴシック" panose="020B0600070205080204" pitchFamily="34" charset="-128"/>
              </a:rPr>
              <a:t> dy, </a:t>
            </a:r>
            <a:br>
              <a:rPr lang="nl-BE" altLang="nl-NL" sz="1800">
                <a:solidFill>
                  <a:schemeClr val="tx1"/>
                </a:solidFill>
                <a:latin typeface="Courier New" panose="02070309020205020404" pitchFamily="49" charset="0"/>
                <a:ea typeface="ＭＳ Ｐゴシック" panose="020B0600070205080204" pitchFamily="34" charset="-128"/>
              </a:rPr>
            </a:br>
            <a:br>
              <a:rPr lang="nl-BE" altLang="nl-NL" sz="1800">
                <a:solidFill>
                  <a:schemeClr val="tx1"/>
                </a:solidFill>
                <a:latin typeface="Courier New" panose="02070309020205020404" pitchFamily="49" charset="0"/>
                <a:ea typeface="ＭＳ Ｐゴシック" panose="020B0600070205080204" pitchFamily="34" charset="-128"/>
              </a:rPr>
            </a:b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a:solidFill>
                  <a:srgbClr val="005032"/>
                </a:solidFill>
                <a:latin typeface="Courier New" panose="02070309020205020404" pitchFamily="49" charset="0"/>
                <a:ea typeface="ＭＳ Ｐゴシック" panose="020B0600070205080204" pitchFamily="34" charset="-128"/>
              </a:rPr>
              <a:t>Color</a:t>
            </a:r>
            <a:r>
              <a:rPr lang="nl-BE" altLang="nl-NL" sz="1800">
                <a:solidFill>
                  <a:schemeClr val="tx1"/>
                </a:solidFill>
                <a:latin typeface="Courier New" panose="02070309020205020404" pitchFamily="49" charset="0"/>
                <a:ea typeface="ＭＳ Ｐゴシック" panose="020B0600070205080204" pitchFamily="34" charset="-128"/>
              </a:rPr>
              <a:t> color</a:t>
            </a:r>
            <a:r>
              <a:rPr lang="nl-BE" altLang="nl-NL" sz="1800" b="1">
                <a:solidFill>
                  <a:schemeClr val="tx1"/>
                </a:solidFill>
                <a:latin typeface="Courier New" panose="02070309020205020404" pitchFamily="49" charset="0"/>
                <a:ea typeface="ＭＳ Ｐゴシック" panose="020B0600070205080204" pitchFamily="34" charset="-128"/>
              </a:rPr>
              <a:t>)</a:t>
            </a:r>
            <a:r>
              <a:rPr lang="nl-BE" altLang="nl-NL" sz="1800">
                <a:solidFill>
                  <a:schemeClr val="tx1"/>
                </a:solidFill>
                <a:latin typeface="Courier New" panose="02070309020205020404" pitchFamily="49" charset="0"/>
                <a:ea typeface="ＭＳ Ｐゴシック" panose="020B0600070205080204" pitchFamily="34" charset="-128"/>
              </a:rPr>
              <a:t>;</a:t>
            </a:r>
            <a:endParaRPr lang="nl-BE" altLang="nl-NL" sz="1800">
              <a:solidFill>
                <a:schemeClr val="tx1"/>
              </a:solidFill>
              <a:latin typeface="Arial" panose="020B0604020202020204" pitchFamily="34" charset="0"/>
              <a:ea typeface="ＭＳ Ｐゴシック" panose="020B0600070205080204" pitchFamily="34" charset="-128"/>
            </a:endParaRPr>
          </a:p>
          <a:p>
            <a:pPr eaLnBrk="1">
              <a:lnSpc>
                <a:spcPct val="93000"/>
              </a:lnSpc>
              <a:spcAft>
                <a:spcPct val="0"/>
              </a:spcAft>
              <a:buClr>
                <a:srgbClr val="000000"/>
              </a:buClr>
              <a:buFont typeface="Times New Roman" panose="02020603050405020304" pitchFamily="18" charset="0"/>
              <a:buNone/>
            </a:pPr>
            <a:endParaRPr lang="nl-BE" altLang="nl-NL" sz="1800" b="0">
              <a:solidFill>
                <a:schemeClr val="tx1"/>
              </a:solidFill>
              <a:latin typeface="Arial" panose="020B0604020202020204" pitchFamily="34" charset="0"/>
            </a:endParaRPr>
          </a:p>
        </p:txBody>
      </p:sp>
      <p:sp>
        <p:nvSpPr>
          <p:cNvPr id="7" name="TextBox 6">
            <a:extLst>
              <a:ext uri="{FF2B5EF4-FFF2-40B4-BE49-F238E27FC236}">
                <a16:creationId xmlns:a16="http://schemas.microsoft.com/office/drawing/2014/main" id="{5F37DE70-4A9F-411B-A5DE-262C2ED80BBF}"/>
              </a:ext>
            </a:extLst>
          </p:cNvPr>
          <p:cNvSpPr txBox="1">
            <a:spLocks noChangeArrowheads="1"/>
          </p:cNvSpPr>
          <p:nvPr/>
        </p:nvSpPr>
        <p:spPr bwMode="auto">
          <a:xfrm>
            <a:off x="1754188" y="2065338"/>
            <a:ext cx="7878762" cy="2928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81000"/>
              </a:lnSpc>
              <a:spcAft>
                <a:spcPts val="1413"/>
              </a:spcAft>
              <a:buClr>
                <a:srgbClr val="053A60"/>
              </a:buClr>
              <a:buSzPct val="100000"/>
              <a:buFont typeface="Arial" panose="020B0604020202020204" pitchFamily="34" charset="0"/>
              <a:buChar char="•"/>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defRPr sz="2000">
                <a:solidFill>
                  <a:srgbClr val="003D64"/>
                </a:solidFill>
                <a:latin typeface="FreeSans" pitchFamily="32" charset="0"/>
                <a:ea typeface="WenQuanYi Zen Hei" charset="0"/>
                <a:cs typeface="WenQuanYi Zen Hei" charset="0"/>
              </a:defRPr>
            </a:lvl9pPr>
          </a:lstStyle>
          <a:p>
            <a:pPr marL="0" lvl="1" indent="0" eaLnBrk="1">
              <a:lnSpc>
                <a:spcPct val="93000"/>
              </a:lnSpc>
              <a:spcAft>
                <a:spcPct val="0"/>
              </a:spcAft>
              <a:buClr>
                <a:srgbClr val="000000"/>
              </a:buClr>
              <a:buFont typeface="Times New Roman" panose="02020603050405020304" pitchFamily="18" charset="0"/>
              <a:buNone/>
            </a:pPr>
            <a:r>
              <a:rPr lang="nl-BE" altLang="nl-NL" sz="1800" b="1">
                <a:solidFill>
                  <a:srgbClr val="7F0055"/>
                </a:solidFill>
                <a:latin typeface="Courier New" panose="02070309020205020404" pitchFamily="49" charset="0"/>
                <a:ea typeface="ＭＳ Ｐゴシック" panose="020B0600070205080204" pitchFamily="34" charset="-128"/>
              </a:rPr>
              <a:t>void</a:t>
            </a:r>
            <a:r>
              <a:rPr lang="nl-BE" altLang="nl-NL" sz="1800" b="1">
                <a:solidFill>
                  <a:schemeClr val="tx1"/>
                </a:solidFill>
                <a:latin typeface="Courier New" panose="02070309020205020404" pitchFamily="49" charset="0"/>
                <a:ea typeface="ＭＳ Ｐゴシック" panose="020B0600070205080204" pitchFamily="34" charset="-128"/>
              </a:rPr>
              <a:t> draw_zbuf_triag(</a:t>
            </a:r>
            <a:r>
              <a:rPr lang="nl-BE" altLang="nl-NL" sz="1800">
                <a:solidFill>
                  <a:srgbClr val="005032"/>
                </a:solidFill>
                <a:latin typeface="Courier New" panose="02070309020205020404" pitchFamily="49" charset="0"/>
                <a:ea typeface="ＭＳ Ｐゴシック" panose="020B0600070205080204" pitchFamily="34" charset="-128"/>
              </a:rPr>
              <a:t>ZBuffer</a:t>
            </a:r>
            <a:r>
              <a:rPr lang="nl-BE" altLang="nl-NL" sz="1800">
                <a:solidFill>
                  <a:schemeClr val="tx1"/>
                </a:solidFill>
                <a:latin typeface="Courier New" panose="02070309020205020404" pitchFamily="49" charset="0"/>
                <a:ea typeface="ＭＳ Ｐゴシック" panose="020B0600070205080204" pitchFamily="34" charset="-128"/>
              </a:rPr>
              <a:t>&amp;, img::</a:t>
            </a:r>
            <a:r>
              <a:rPr lang="nl-BE" altLang="nl-NL" sz="1800">
                <a:solidFill>
                  <a:srgbClr val="005032"/>
                </a:solidFill>
                <a:latin typeface="Courier New" panose="02070309020205020404" pitchFamily="49" charset="0"/>
                <a:ea typeface="ＭＳ Ｐゴシック" panose="020B0600070205080204" pitchFamily="34" charset="-128"/>
              </a:rPr>
              <a:t>EasyImage</a:t>
            </a:r>
            <a:r>
              <a:rPr lang="nl-BE" altLang="nl-NL" sz="1800">
                <a:solidFill>
                  <a:schemeClr val="tx1"/>
                </a:solidFill>
                <a:latin typeface="Courier New" panose="02070309020205020404" pitchFamily="49" charset="0"/>
                <a:ea typeface="ＭＳ Ｐゴシック" panose="020B0600070205080204" pitchFamily="34" charset="-128"/>
              </a:rPr>
              <a:t>&amp;,</a:t>
            </a:r>
            <a:br>
              <a:rPr lang="nl-BE" altLang="nl-NL" sz="1800">
                <a:solidFill>
                  <a:schemeClr val="tx1"/>
                </a:solidFill>
                <a:latin typeface="Courier New" panose="02070309020205020404" pitchFamily="49" charset="0"/>
                <a:ea typeface="ＭＳ Ｐゴシック" panose="020B0600070205080204" pitchFamily="34" charset="-128"/>
              </a:rPr>
            </a:b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a:solidFill>
                  <a:srgbClr val="005032"/>
                </a:solidFill>
                <a:latin typeface="Courier New" panose="02070309020205020404" pitchFamily="49" charset="0"/>
                <a:ea typeface="ＭＳ Ｐゴシック" panose="020B0600070205080204" pitchFamily="34" charset="-128"/>
              </a:rPr>
              <a:t>Vector3D</a:t>
            </a: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b="1">
                <a:solidFill>
                  <a:srgbClr val="7F0055"/>
                </a:solidFill>
                <a:latin typeface="Courier New" panose="02070309020205020404" pitchFamily="49" charset="0"/>
                <a:ea typeface="ＭＳ Ｐゴシック" panose="020B0600070205080204" pitchFamily="34" charset="-128"/>
              </a:rPr>
              <a:t>const</a:t>
            </a:r>
            <a:r>
              <a:rPr lang="nl-BE" altLang="nl-NL" sz="1800">
                <a:solidFill>
                  <a:schemeClr val="tx1"/>
                </a:solidFill>
                <a:latin typeface="Courier New" panose="02070309020205020404" pitchFamily="49" charset="0"/>
                <a:ea typeface="ＭＳ Ｐゴシック" panose="020B0600070205080204" pitchFamily="34" charset="-128"/>
              </a:rPr>
              <a:t>&amp; A, </a:t>
            </a:r>
            <a:br>
              <a:rPr lang="nl-BE" altLang="nl-NL" sz="1800">
                <a:solidFill>
                  <a:schemeClr val="tx1"/>
                </a:solidFill>
                <a:latin typeface="Courier New" panose="02070309020205020404" pitchFamily="49" charset="0"/>
                <a:ea typeface="ＭＳ Ｐゴシック" panose="020B0600070205080204" pitchFamily="34" charset="-128"/>
              </a:rPr>
            </a:b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a:solidFill>
                  <a:srgbClr val="005032"/>
                </a:solidFill>
                <a:latin typeface="Courier New" panose="02070309020205020404" pitchFamily="49" charset="0"/>
                <a:ea typeface="ＭＳ Ｐゴシック" panose="020B0600070205080204" pitchFamily="34" charset="-128"/>
              </a:rPr>
              <a:t>Vector3D</a:t>
            </a: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b="1">
                <a:solidFill>
                  <a:srgbClr val="7F0055"/>
                </a:solidFill>
                <a:latin typeface="Courier New" panose="02070309020205020404" pitchFamily="49" charset="0"/>
                <a:ea typeface="ＭＳ Ｐゴシック" panose="020B0600070205080204" pitchFamily="34" charset="-128"/>
              </a:rPr>
              <a:t>const</a:t>
            </a:r>
            <a:r>
              <a:rPr lang="nl-BE" altLang="nl-NL" sz="1800">
                <a:solidFill>
                  <a:schemeClr val="tx1"/>
                </a:solidFill>
                <a:latin typeface="Courier New" panose="02070309020205020404" pitchFamily="49" charset="0"/>
                <a:ea typeface="ＭＳ Ｐゴシック" panose="020B0600070205080204" pitchFamily="34" charset="-128"/>
              </a:rPr>
              <a:t>&amp; B, </a:t>
            </a:r>
            <a:br>
              <a:rPr lang="nl-BE" altLang="nl-NL" sz="1800">
                <a:solidFill>
                  <a:schemeClr val="tx1"/>
                </a:solidFill>
                <a:latin typeface="Courier New" panose="02070309020205020404" pitchFamily="49" charset="0"/>
                <a:ea typeface="ＭＳ Ｐゴシック" panose="020B0600070205080204" pitchFamily="34" charset="-128"/>
              </a:rPr>
            </a:b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a:solidFill>
                  <a:srgbClr val="005032"/>
                </a:solidFill>
                <a:latin typeface="Courier New" panose="02070309020205020404" pitchFamily="49" charset="0"/>
                <a:ea typeface="ＭＳ Ｐゴシック" panose="020B0600070205080204" pitchFamily="34" charset="-128"/>
              </a:rPr>
              <a:t>Vector3D</a:t>
            </a: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b="1">
                <a:solidFill>
                  <a:srgbClr val="7F0055"/>
                </a:solidFill>
                <a:latin typeface="Courier New" panose="02070309020205020404" pitchFamily="49" charset="0"/>
                <a:ea typeface="ＭＳ Ｐゴシック" panose="020B0600070205080204" pitchFamily="34" charset="-128"/>
              </a:rPr>
              <a:t>const</a:t>
            </a:r>
            <a:r>
              <a:rPr lang="nl-BE" altLang="nl-NL" sz="1800">
                <a:solidFill>
                  <a:schemeClr val="tx1"/>
                </a:solidFill>
                <a:latin typeface="Courier New" panose="02070309020205020404" pitchFamily="49" charset="0"/>
                <a:ea typeface="ＭＳ Ｐゴシック" panose="020B0600070205080204" pitchFamily="34" charset="-128"/>
              </a:rPr>
              <a:t>&amp; C,</a:t>
            </a:r>
            <a:br>
              <a:rPr lang="nl-BE" altLang="nl-NL" sz="1800">
                <a:solidFill>
                  <a:schemeClr val="tx1"/>
                </a:solidFill>
                <a:latin typeface="Courier New" panose="02070309020205020404" pitchFamily="49" charset="0"/>
                <a:ea typeface="ＭＳ Ｐゴシック" panose="020B0600070205080204" pitchFamily="34" charset="-128"/>
              </a:rPr>
            </a:b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b="1">
                <a:solidFill>
                  <a:srgbClr val="7F0055"/>
                </a:solidFill>
                <a:latin typeface="Courier New" panose="02070309020205020404" pitchFamily="49" charset="0"/>
                <a:ea typeface="ＭＳ Ｐゴシック" panose="020B0600070205080204" pitchFamily="34" charset="-128"/>
              </a:rPr>
              <a:t>double</a:t>
            </a:r>
            <a:r>
              <a:rPr lang="nl-BE" altLang="nl-NL" sz="1800">
                <a:solidFill>
                  <a:schemeClr val="tx1"/>
                </a:solidFill>
                <a:latin typeface="Courier New" panose="02070309020205020404" pitchFamily="49" charset="0"/>
                <a:ea typeface="ＭＳ Ｐゴシック" panose="020B0600070205080204" pitchFamily="34" charset="-128"/>
              </a:rPr>
              <a:t> d, </a:t>
            </a:r>
            <a:r>
              <a:rPr lang="nl-BE" altLang="nl-NL" sz="1800" b="1">
                <a:solidFill>
                  <a:srgbClr val="7F0055"/>
                </a:solidFill>
                <a:latin typeface="Courier New" panose="02070309020205020404" pitchFamily="49" charset="0"/>
                <a:ea typeface="ＭＳ Ｐゴシック" panose="020B0600070205080204" pitchFamily="34" charset="-128"/>
              </a:rPr>
              <a:t>double</a:t>
            </a:r>
            <a:r>
              <a:rPr lang="nl-BE" altLang="nl-NL" sz="1800">
                <a:solidFill>
                  <a:schemeClr val="tx1"/>
                </a:solidFill>
                <a:latin typeface="Courier New" panose="02070309020205020404" pitchFamily="49" charset="0"/>
                <a:ea typeface="ＭＳ Ｐゴシック" panose="020B0600070205080204" pitchFamily="34" charset="-128"/>
              </a:rPr>
              <a:t> dx, </a:t>
            </a:r>
            <a:r>
              <a:rPr lang="nl-BE" altLang="nl-NL" sz="1800" b="1">
                <a:solidFill>
                  <a:srgbClr val="7F0055"/>
                </a:solidFill>
                <a:latin typeface="Courier New" panose="02070309020205020404" pitchFamily="49" charset="0"/>
                <a:ea typeface="ＭＳ Ｐゴシック" panose="020B0600070205080204" pitchFamily="34" charset="-128"/>
              </a:rPr>
              <a:t>double</a:t>
            </a:r>
            <a:r>
              <a:rPr lang="nl-BE" altLang="nl-NL" sz="1800">
                <a:solidFill>
                  <a:schemeClr val="tx1"/>
                </a:solidFill>
                <a:latin typeface="Courier New" panose="02070309020205020404" pitchFamily="49" charset="0"/>
                <a:ea typeface="ＭＳ Ｐゴシック" panose="020B0600070205080204" pitchFamily="34" charset="-128"/>
              </a:rPr>
              <a:t> dy, </a:t>
            </a:r>
            <a:br>
              <a:rPr lang="nl-BE" altLang="nl-NL" sz="1800">
                <a:solidFill>
                  <a:schemeClr val="tx1"/>
                </a:solidFill>
                <a:latin typeface="Courier New" panose="02070309020205020404" pitchFamily="49" charset="0"/>
                <a:ea typeface="ＭＳ Ｐゴシック" panose="020B0600070205080204" pitchFamily="34" charset="-128"/>
              </a:rPr>
            </a:br>
            <a:br>
              <a:rPr lang="nl-BE" altLang="nl-NL" sz="1800">
                <a:solidFill>
                  <a:schemeClr val="tx1"/>
                </a:solidFill>
                <a:latin typeface="Courier New" panose="02070309020205020404" pitchFamily="49" charset="0"/>
                <a:ea typeface="ＭＳ Ｐゴシック" panose="020B0600070205080204" pitchFamily="34" charset="-128"/>
              </a:rPr>
            </a:b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a:solidFill>
                  <a:srgbClr val="005032"/>
                </a:solidFill>
                <a:latin typeface="Courier New" panose="02070309020205020404" pitchFamily="49" charset="0"/>
                <a:ea typeface="ＭＳ Ｐゴシック" panose="020B0600070205080204" pitchFamily="34" charset="-128"/>
              </a:rPr>
              <a:t>Color</a:t>
            </a:r>
            <a:r>
              <a:rPr lang="nl-BE" altLang="nl-NL" sz="1800">
                <a:solidFill>
                  <a:schemeClr val="tx1"/>
                </a:solidFill>
                <a:latin typeface="Courier New" panose="02070309020205020404" pitchFamily="49" charset="0"/>
                <a:ea typeface="ＭＳ Ｐゴシック" panose="020B0600070205080204" pitchFamily="34" charset="-128"/>
              </a:rPr>
              <a:t> ambientReflection,</a:t>
            </a:r>
          </a:p>
          <a:p>
            <a:pPr marL="0" lvl="1" indent="0" eaLnBrk="1">
              <a:lnSpc>
                <a:spcPct val="93000"/>
              </a:lnSpc>
              <a:spcAft>
                <a:spcPct val="0"/>
              </a:spcAft>
              <a:buClr>
                <a:srgbClr val="000000"/>
              </a:buClr>
              <a:buFont typeface="Times New Roman" panose="02020603050405020304" pitchFamily="18" charset="0"/>
              <a:buNone/>
            </a:pPr>
            <a:r>
              <a:rPr lang="nl-BE" altLang="nl-NL" sz="1800">
                <a:solidFill>
                  <a:srgbClr val="005032"/>
                </a:solidFill>
                <a:latin typeface="Courier New" panose="02070309020205020404" pitchFamily="49" charset="0"/>
                <a:ea typeface="ＭＳ Ｐゴシック" panose="020B0600070205080204" pitchFamily="34" charset="-128"/>
              </a:rPr>
              <a:t>		Color</a:t>
            </a:r>
            <a:r>
              <a:rPr lang="nl-BE" altLang="nl-NL" sz="1800">
                <a:solidFill>
                  <a:schemeClr val="tx1"/>
                </a:solidFill>
                <a:latin typeface="Courier New" panose="02070309020205020404" pitchFamily="49" charset="0"/>
                <a:ea typeface="ＭＳ Ｐゴシック" panose="020B0600070205080204" pitchFamily="34" charset="-128"/>
              </a:rPr>
              <a:t> diffuseReflection,</a:t>
            </a:r>
          </a:p>
          <a:p>
            <a:pPr marL="0" lvl="1" indent="0" eaLnBrk="1">
              <a:lnSpc>
                <a:spcPct val="93000"/>
              </a:lnSpc>
              <a:spcAft>
                <a:spcPct val="0"/>
              </a:spcAft>
              <a:buClr>
                <a:srgbClr val="000000"/>
              </a:buClr>
              <a:buFont typeface="Times New Roman" panose="02020603050405020304" pitchFamily="18" charset="0"/>
              <a:buNone/>
            </a:pPr>
            <a:r>
              <a:rPr lang="nl-BE" altLang="nl-NL" sz="1800">
                <a:solidFill>
                  <a:schemeClr val="tx1"/>
                </a:solidFill>
                <a:latin typeface="Courier New" panose="02070309020205020404" pitchFamily="49" charset="0"/>
                <a:ea typeface="ＭＳ Ｐゴシック" panose="020B0600070205080204" pitchFamily="34" charset="-128"/>
              </a:rPr>
              <a:t>		</a:t>
            </a:r>
            <a:r>
              <a:rPr lang="nl-BE" altLang="nl-NL" sz="1800">
                <a:solidFill>
                  <a:srgbClr val="005032"/>
                </a:solidFill>
                <a:latin typeface="Courier New" panose="02070309020205020404" pitchFamily="49" charset="0"/>
                <a:ea typeface="ＭＳ Ｐゴシック" panose="020B0600070205080204" pitchFamily="34" charset="-128"/>
              </a:rPr>
              <a:t>Color</a:t>
            </a:r>
            <a:r>
              <a:rPr lang="nl-BE" altLang="nl-NL" sz="1800">
                <a:solidFill>
                  <a:schemeClr val="tx1"/>
                </a:solidFill>
                <a:latin typeface="Courier New" panose="02070309020205020404" pitchFamily="49" charset="0"/>
                <a:ea typeface="ＭＳ Ｐゴシック" panose="020B0600070205080204" pitchFamily="34" charset="-128"/>
              </a:rPr>
              <a:t> specularReflection, </a:t>
            </a:r>
            <a:r>
              <a:rPr lang="nl-BE" altLang="nl-NL" sz="1800" b="1">
                <a:solidFill>
                  <a:srgbClr val="7F0055"/>
                </a:solidFill>
                <a:latin typeface="Courier New" panose="02070309020205020404" pitchFamily="49" charset="0"/>
                <a:ea typeface="ＭＳ Ｐゴシック" panose="020B0600070205080204" pitchFamily="34" charset="-128"/>
              </a:rPr>
              <a:t>double</a:t>
            </a:r>
            <a:r>
              <a:rPr lang="nl-BE" altLang="nl-NL" sz="1800">
                <a:solidFill>
                  <a:schemeClr val="tx1"/>
                </a:solidFill>
                <a:latin typeface="Courier New" panose="02070309020205020404" pitchFamily="49" charset="0"/>
                <a:ea typeface="ＭＳ Ｐゴシック" panose="020B0600070205080204" pitchFamily="34" charset="-128"/>
              </a:rPr>
              <a:t> reflectionCoeff,</a:t>
            </a:r>
          </a:p>
          <a:p>
            <a:pPr marL="0" lvl="1" indent="0" eaLnBrk="1">
              <a:lnSpc>
                <a:spcPct val="93000"/>
              </a:lnSpc>
              <a:spcAft>
                <a:spcPct val="0"/>
              </a:spcAft>
              <a:buClr>
                <a:srgbClr val="000000"/>
              </a:buClr>
              <a:buFont typeface="Times New Roman" panose="02020603050405020304" pitchFamily="18" charset="0"/>
              <a:buNone/>
            </a:pPr>
            <a:r>
              <a:rPr lang="nl-BE" altLang="nl-NL" sz="1800">
                <a:solidFill>
                  <a:srgbClr val="005032"/>
                </a:solidFill>
                <a:latin typeface="Courier New" panose="02070309020205020404" pitchFamily="49" charset="0"/>
                <a:ea typeface="ＭＳ Ｐゴシック" panose="020B0600070205080204" pitchFamily="34" charset="-128"/>
              </a:rPr>
              <a:t>		Lights3D</a:t>
            </a:r>
            <a:r>
              <a:rPr lang="nl-BE" altLang="nl-NL" sz="1800">
                <a:solidFill>
                  <a:schemeClr val="tx1"/>
                </a:solidFill>
                <a:latin typeface="Courier New" panose="02070309020205020404" pitchFamily="49" charset="0"/>
                <a:ea typeface="ＭＳ Ｐゴシック" panose="020B0600070205080204" pitchFamily="34" charset="-128"/>
              </a:rPr>
              <a:t>&amp; lights</a:t>
            </a:r>
            <a:r>
              <a:rPr lang="nl-BE" altLang="nl-NL" sz="1800" b="1">
                <a:solidFill>
                  <a:schemeClr val="tx1"/>
                </a:solidFill>
                <a:latin typeface="Courier New" panose="02070309020205020404" pitchFamily="49" charset="0"/>
                <a:ea typeface="ＭＳ Ｐゴシック" panose="020B0600070205080204" pitchFamily="34" charset="-128"/>
              </a:rPr>
              <a:t>)</a:t>
            </a:r>
            <a:r>
              <a:rPr lang="nl-BE" altLang="nl-NL" sz="1800">
                <a:solidFill>
                  <a:schemeClr val="tx1"/>
                </a:solidFill>
                <a:latin typeface="Courier New" panose="02070309020205020404" pitchFamily="49" charset="0"/>
                <a:ea typeface="ＭＳ Ｐゴシック" panose="020B0600070205080204" pitchFamily="34" charset="-128"/>
              </a:rPr>
              <a:t>;</a:t>
            </a:r>
            <a:endParaRPr lang="nl-BE" altLang="nl-NL" sz="1800">
              <a:solidFill>
                <a:schemeClr val="tx1"/>
              </a:solidFill>
              <a:latin typeface="Arial" panose="020B0604020202020204" pitchFamily="34" charset="0"/>
              <a:ea typeface="ＭＳ Ｐゴシック" panose="020B0600070205080204" pitchFamily="34" charset="-128"/>
            </a:endParaRPr>
          </a:p>
          <a:p>
            <a:pPr eaLnBrk="1">
              <a:lnSpc>
                <a:spcPct val="93000"/>
              </a:lnSpc>
              <a:spcAft>
                <a:spcPct val="0"/>
              </a:spcAft>
              <a:buClr>
                <a:srgbClr val="000000"/>
              </a:buClr>
              <a:buFont typeface="Times New Roman" panose="02020603050405020304" pitchFamily="18" charset="0"/>
              <a:buNone/>
            </a:pPr>
            <a:endParaRPr lang="nl-BE" altLang="nl-NL" sz="1800" b="0">
              <a:solidFill>
                <a:schemeClr val="tx1"/>
              </a:solidFill>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xit" presetSubtype="0" fill="hold" grpId="1" nodeType="clickEffect">
                                  <p:stCondLst>
                                    <p:cond delay="0"/>
                                  </p:stCondLst>
                                  <p:childTnLst>
                                    <p:animEffect transition="out" filter="fade">
                                      <p:cBhvr>
                                        <p:cTn id="16" dur="500"/>
                                        <p:tgtEl>
                                          <p:spTgt spid="6"/>
                                        </p:tgtEl>
                                      </p:cBhvr>
                                    </p:animEffect>
                                    <p:set>
                                      <p:cBhvr>
                                        <p:cTn id="17" dur="1" fill="hold">
                                          <p:stCondLst>
                                            <p:cond delay="499"/>
                                          </p:stCondLst>
                                        </p:cTn>
                                        <p:tgtEl>
                                          <p:spTgt spid="6"/>
                                        </p:tgtEl>
                                        <p:attrNameLst>
                                          <p:attrName>style.visibility</p:attrName>
                                        </p:attrNameLst>
                                      </p:cBhvr>
                                      <p:to>
                                        <p:strVal val="hidden"/>
                                      </p:to>
                                    </p:se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6" grpId="1"/>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a:extLst>
              <a:ext uri="{FF2B5EF4-FFF2-40B4-BE49-F238E27FC236}">
                <a16:creationId xmlns:a16="http://schemas.microsoft.com/office/drawing/2014/main" id="{F6317235-20F7-4737-8D39-AA7D9F263CE6}"/>
              </a:ext>
            </a:extLst>
          </p:cNvPr>
          <p:cNvSpPr>
            <a:spLocks noGrp="1"/>
          </p:cNvSpPr>
          <p:nvPr>
            <p:ph type="title"/>
          </p:nvPr>
        </p:nvSpPr>
        <p:spPr/>
        <p:txBody>
          <a:bodyPr/>
          <a:lstStyle/>
          <a:p>
            <a:r>
              <a:rPr lang="nl-BE" altLang="nl-NL">
                <a:ea typeface="ＭＳ Ｐゴシック" panose="020B0600070205080204" pitchFamily="34" charset="-128"/>
              </a:rPr>
              <a:t>Toepassen van belichting</a:t>
            </a:r>
          </a:p>
        </p:txBody>
      </p:sp>
      <p:sp>
        <p:nvSpPr>
          <p:cNvPr id="5123" name="Content Placeholder 2">
            <a:extLst>
              <a:ext uri="{FF2B5EF4-FFF2-40B4-BE49-F238E27FC236}">
                <a16:creationId xmlns:a16="http://schemas.microsoft.com/office/drawing/2014/main" id="{780470D9-F6AA-4D19-B0A0-4889BEBC0483}"/>
              </a:ext>
            </a:extLst>
          </p:cNvPr>
          <p:cNvSpPr>
            <a:spLocks noGrp="1"/>
          </p:cNvSpPr>
          <p:nvPr>
            <p:ph idx="1"/>
          </p:nvPr>
        </p:nvSpPr>
        <p:spPr>
          <a:xfrm>
            <a:off x="503238" y="1260475"/>
            <a:ext cx="7894637" cy="4987925"/>
          </a:xfrm>
        </p:spPr>
        <p:txBody>
          <a:bodyPr/>
          <a:lstStyle/>
          <a:p>
            <a:r>
              <a:rPr lang="nl-BE" altLang="nl-NL" dirty="0">
                <a:ea typeface="ＭＳ Ｐゴシック" panose="020B0600070205080204" pitchFamily="34" charset="-128"/>
              </a:rPr>
              <a:t>Normaal op een vlak berekenen</a:t>
            </a:r>
          </a:p>
          <a:p>
            <a:pPr lvl="1"/>
            <a:r>
              <a:rPr lang="nl-BE" altLang="nl-NL" dirty="0"/>
              <a:t>Diffuus licht berekenen: vereist de normaal op het vlak</a:t>
            </a:r>
          </a:p>
          <a:p>
            <a:pPr lvl="1"/>
            <a:r>
              <a:rPr lang="nl-BE" altLang="nl-NL" dirty="0"/>
              <a:t>Reeds berekend tijdens Z-Buffering:</a:t>
            </a:r>
          </a:p>
          <a:p>
            <a:pPr lvl="2"/>
            <a:r>
              <a:rPr lang="nl-BE" altLang="nl-NL" dirty="0"/>
              <a:t> </a:t>
            </a:r>
          </a:p>
          <a:p>
            <a:pPr lvl="1"/>
            <a:endParaRPr lang="nl-BE" altLang="nl-NL" dirty="0"/>
          </a:p>
          <a:p>
            <a:pPr lvl="1"/>
            <a:r>
              <a:rPr lang="nl-BE" altLang="nl-NL" dirty="0"/>
              <a:t>Belichting: genormaliseerde vector nodig</a:t>
            </a:r>
          </a:p>
          <a:p>
            <a:pPr lvl="2"/>
            <a:endParaRPr lang="nl-BE" altLang="nl-NL" sz="400" dirty="0"/>
          </a:p>
          <a:p>
            <a:pPr lvl="2"/>
            <a:r>
              <a:rPr lang="nl-BE" altLang="nl-NL" dirty="0"/>
              <a:t>                                  met  </a:t>
            </a:r>
          </a:p>
          <a:p>
            <a:pPr lvl="1"/>
            <a:endParaRPr lang="nl-BE" altLang="nl-NL" b="1" dirty="0"/>
          </a:p>
          <a:p>
            <a:pPr lvl="1"/>
            <a:r>
              <a:rPr lang="nl-BE" altLang="nl-NL" dirty="0"/>
              <a:t>Gebruik:</a:t>
            </a:r>
          </a:p>
          <a:p>
            <a:pPr lvl="2"/>
            <a:r>
              <a:rPr lang="nl-BE" altLang="nl-NL" dirty="0">
                <a:solidFill>
                  <a:srgbClr val="005032"/>
                </a:solidFill>
                <a:latin typeface="Courier New" panose="02070309020205020404" pitchFamily="49" charset="0"/>
                <a:ea typeface="ＭＳ Ｐゴシック" panose="020B0600070205080204" pitchFamily="34" charset="-128"/>
              </a:rPr>
              <a:t>Vector3D</a:t>
            </a:r>
            <a:r>
              <a:rPr lang="nl-BE" altLang="nl-NL" dirty="0">
                <a:solidFill>
                  <a:schemeClr val="tx1"/>
                </a:solidFill>
                <a:latin typeface="Courier New" panose="02070309020205020404" pitchFamily="49" charset="0"/>
                <a:ea typeface="ＭＳ Ｐゴシック" panose="020B0600070205080204" pitchFamily="34" charset="-128"/>
              </a:rPr>
              <a:t>::cross(…)</a:t>
            </a:r>
          </a:p>
          <a:p>
            <a:pPr lvl="2"/>
            <a:r>
              <a:rPr lang="nl-BE" altLang="nl-NL" dirty="0">
                <a:solidFill>
                  <a:srgbClr val="005032"/>
                </a:solidFill>
                <a:latin typeface="Courier New" panose="02070309020205020404" pitchFamily="49" charset="0"/>
                <a:ea typeface="ＭＳ Ｐゴシック" panose="020B0600070205080204" pitchFamily="34" charset="-128"/>
              </a:rPr>
              <a:t>Vector3D</a:t>
            </a:r>
            <a:r>
              <a:rPr lang="nl-BE" altLang="nl-NL" dirty="0">
                <a:solidFill>
                  <a:schemeClr val="tx1"/>
                </a:solidFill>
                <a:latin typeface="Courier New" panose="02070309020205020404" pitchFamily="49" charset="0"/>
                <a:ea typeface="ＭＳ Ｐゴシック" panose="020B0600070205080204" pitchFamily="34" charset="-128"/>
              </a:rPr>
              <a:t>::normalise()</a:t>
            </a:r>
          </a:p>
          <a:p>
            <a:pPr lvl="1"/>
            <a:endParaRPr lang="nl-BE" altLang="nl-NL" b="1" dirty="0"/>
          </a:p>
          <a:p>
            <a:pPr lvl="1"/>
            <a:r>
              <a:rPr lang="nl-BE" altLang="nl-NL" b="1" dirty="0"/>
              <a:t>Let op</a:t>
            </a:r>
            <a:r>
              <a:rPr lang="nl-BE" altLang="nl-NL" dirty="0"/>
              <a:t>: de punten moeten in </a:t>
            </a:r>
            <a:r>
              <a:rPr lang="nl-BE" altLang="nl-NL" b="1" dirty="0"/>
              <a:t>tegenwijzerzin</a:t>
            </a:r>
            <a:r>
              <a:rPr lang="nl-BE" altLang="nl-NL" dirty="0"/>
              <a:t> </a:t>
            </a:r>
            <a:br>
              <a:rPr lang="nl-BE" altLang="nl-NL" dirty="0"/>
            </a:br>
            <a:r>
              <a:rPr lang="nl-BE" altLang="nl-NL" dirty="0"/>
              <a:t>	opgegeven zijn!!</a:t>
            </a:r>
          </a:p>
          <a:p>
            <a:pPr lvl="1"/>
            <a:endParaRPr lang="nl-BE" altLang="nl-NL" dirty="0"/>
          </a:p>
        </p:txBody>
      </p:sp>
      <p:sp>
        <p:nvSpPr>
          <p:cNvPr id="4" name="Footer Placeholder 3">
            <a:extLst>
              <a:ext uri="{FF2B5EF4-FFF2-40B4-BE49-F238E27FC236}">
                <a16:creationId xmlns:a16="http://schemas.microsoft.com/office/drawing/2014/main" id="{18972E8B-E57A-4B90-8FEE-525BC4615CB7}"/>
              </a:ext>
            </a:extLst>
          </p:cNvPr>
          <p:cNvSpPr>
            <a:spLocks noGrp="1"/>
          </p:cNvSpPr>
          <p:nvPr>
            <p:ph type="ftr" sz="quarter" idx="11"/>
          </p:nvPr>
        </p:nvSpPr>
        <p:spPr/>
        <p:txBody>
          <a:bodyPr/>
          <a:lstStyle/>
          <a:p>
            <a:pPr>
              <a:defRPr/>
            </a:pPr>
            <a:r>
              <a:rPr lang="en-GB"/>
              <a:t>Practicum Computer Graphics: Belichting</a:t>
            </a:r>
            <a:endParaRPr lang="en-GB" dirty="0"/>
          </a:p>
        </p:txBody>
      </p:sp>
      <p:sp>
        <p:nvSpPr>
          <p:cNvPr id="21508" name="Slide Number Placeholder 4">
            <a:extLst>
              <a:ext uri="{FF2B5EF4-FFF2-40B4-BE49-F238E27FC236}">
                <a16:creationId xmlns:a16="http://schemas.microsoft.com/office/drawing/2014/main" id="{54575486-106C-4627-900B-7B1D094DD7C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696E0BF0-36CE-465A-BC93-E5743BCD594C}"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6</a:t>
            </a:fld>
            <a:endParaRPr lang="en-GB" altLang="nl-NL" sz="1400" b="0">
              <a:solidFill>
                <a:srgbClr val="FFFFFF"/>
              </a:solidFill>
            </a:endParaRPr>
          </a:p>
        </p:txBody>
      </p:sp>
      <p:cxnSp>
        <p:nvCxnSpPr>
          <p:cNvPr id="21509" name="Straight Connector 6">
            <a:extLst>
              <a:ext uri="{FF2B5EF4-FFF2-40B4-BE49-F238E27FC236}">
                <a16:creationId xmlns:a16="http://schemas.microsoft.com/office/drawing/2014/main" id="{9DBC85F6-987C-455D-9B41-BCE46B26D293}"/>
              </a:ext>
            </a:extLst>
          </p:cNvPr>
          <p:cNvCxnSpPr>
            <a:cxnSpLocks noChangeShapeType="1"/>
          </p:cNvCxnSpPr>
          <p:nvPr/>
        </p:nvCxnSpPr>
        <p:spPr bwMode="auto">
          <a:xfrm rot="10800000">
            <a:off x="7254875" y="2779713"/>
            <a:ext cx="1285875" cy="1143000"/>
          </a:xfrm>
          <a:prstGeom prst="line">
            <a:avLst/>
          </a:prstGeom>
          <a:noFill/>
          <a:ln w="28575" cap="rnd">
            <a:solidFill>
              <a:schemeClr val="tx1"/>
            </a:solidFill>
            <a:round/>
            <a:headEnd/>
            <a:tailEnd/>
          </a:ln>
          <a:extLst>
            <a:ext uri="{909E8E84-426E-40DD-AFC4-6F175D3DCCD1}">
              <a14:hiddenFill xmlns:a14="http://schemas.microsoft.com/office/drawing/2010/main">
                <a:noFill/>
              </a14:hiddenFill>
            </a:ext>
          </a:extLst>
        </p:spPr>
      </p:cxnSp>
      <p:cxnSp>
        <p:nvCxnSpPr>
          <p:cNvPr id="21510" name="Straight Connector 7">
            <a:extLst>
              <a:ext uri="{FF2B5EF4-FFF2-40B4-BE49-F238E27FC236}">
                <a16:creationId xmlns:a16="http://schemas.microsoft.com/office/drawing/2014/main" id="{362D3E01-89E1-4D50-9CE1-C73B1AE70FDB}"/>
              </a:ext>
            </a:extLst>
          </p:cNvPr>
          <p:cNvCxnSpPr>
            <a:cxnSpLocks noChangeShapeType="1"/>
          </p:cNvCxnSpPr>
          <p:nvPr/>
        </p:nvCxnSpPr>
        <p:spPr bwMode="auto">
          <a:xfrm rot="5400000">
            <a:off x="8076406" y="2743994"/>
            <a:ext cx="1643063" cy="714375"/>
          </a:xfrm>
          <a:prstGeom prst="line">
            <a:avLst/>
          </a:prstGeom>
          <a:noFill/>
          <a:ln w="28575" cap="rnd">
            <a:solidFill>
              <a:schemeClr val="tx1"/>
            </a:solidFill>
            <a:round/>
            <a:headEnd/>
            <a:tailEnd/>
          </a:ln>
          <a:extLst>
            <a:ext uri="{909E8E84-426E-40DD-AFC4-6F175D3DCCD1}">
              <a14:hiddenFill xmlns:a14="http://schemas.microsoft.com/office/drawing/2010/main">
                <a:noFill/>
              </a14:hiddenFill>
            </a:ext>
          </a:extLst>
        </p:spPr>
      </p:cxnSp>
      <p:cxnSp>
        <p:nvCxnSpPr>
          <p:cNvPr id="21511" name="Straight Connector 15">
            <a:extLst>
              <a:ext uri="{FF2B5EF4-FFF2-40B4-BE49-F238E27FC236}">
                <a16:creationId xmlns:a16="http://schemas.microsoft.com/office/drawing/2014/main" id="{FC42641F-EEAC-4D79-80F0-A1D30CE2F566}"/>
              </a:ext>
            </a:extLst>
          </p:cNvPr>
          <p:cNvCxnSpPr>
            <a:cxnSpLocks noChangeShapeType="1"/>
          </p:cNvCxnSpPr>
          <p:nvPr/>
        </p:nvCxnSpPr>
        <p:spPr bwMode="auto">
          <a:xfrm rot="10800000" flipV="1">
            <a:off x="7254875" y="2279650"/>
            <a:ext cx="2000250" cy="500063"/>
          </a:xfrm>
          <a:prstGeom prst="line">
            <a:avLst/>
          </a:prstGeom>
          <a:noFill/>
          <a:ln w="28575" cap="rnd">
            <a:solidFill>
              <a:schemeClr val="tx1"/>
            </a:solidFill>
            <a:round/>
            <a:headEnd/>
            <a:tailEnd/>
          </a:ln>
          <a:extLst>
            <a:ext uri="{909E8E84-426E-40DD-AFC4-6F175D3DCCD1}">
              <a14:hiddenFill xmlns:a14="http://schemas.microsoft.com/office/drawing/2010/main">
                <a:noFill/>
              </a14:hiddenFill>
            </a:ext>
          </a:extLst>
        </p:spPr>
      </p:cxnSp>
      <p:cxnSp>
        <p:nvCxnSpPr>
          <p:cNvPr id="22" name="Straight Arrow Connector 21">
            <a:extLst>
              <a:ext uri="{FF2B5EF4-FFF2-40B4-BE49-F238E27FC236}">
                <a16:creationId xmlns:a16="http://schemas.microsoft.com/office/drawing/2014/main" id="{35F4FA21-D7BD-4297-949C-E56F1D446F74}"/>
              </a:ext>
            </a:extLst>
          </p:cNvPr>
          <p:cNvCxnSpPr>
            <a:cxnSpLocks noChangeShapeType="1"/>
          </p:cNvCxnSpPr>
          <p:nvPr/>
        </p:nvCxnSpPr>
        <p:spPr bwMode="auto">
          <a:xfrm rot="5400000" flipH="1" flipV="1">
            <a:off x="7433469" y="2029619"/>
            <a:ext cx="1928812" cy="0"/>
          </a:xfrm>
          <a:prstGeom prst="straightConnector1">
            <a:avLst/>
          </a:prstGeom>
          <a:noFill/>
          <a:ln w="38100">
            <a:solidFill>
              <a:schemeClr val="tx1"/>
            </a:solidFill>
            <a:prstDash val="sysDash"/>
            <a:round/>
            <a:headEnd/>
            <a:tailEnd type="arrow" w="med" len="med"/>
          </a:ln>
          <a:extLst>
            <a:ext uri="{909E8E84-426E-40DD-AFC4-6F175D3DCCD1}">
              <a14:hiddenFill xmlns:a14="http://schemas.microsoft.com/office/drawing/2010/main">
                <a:noFill/>
              </a14:hiddenFill>
            </a:ext>
          </a:extLst>
        </p:spPr>
      </p:cxnSp>
      <p:grpSp>
        <p:nvGrpSpPr>
          <p:cNvPr id="2" name="Group 78">
            <a:extLst>
              <a:ext uri="{FF2B5EF4-FFF2-40B4-BE49-F238E27FC236}">
                <a16:creationId xmlns:a16="http://schemas.microsoft.com/office/drawing/2014/main" id="{AC9A18F8-AD6E-4A76-BCF9-5D0D8626C89D}"/>
              </a:ext>
            </a:extLst>
          </p:cNvPr>
          <p:cNvGrpSpPr>
            <a:grpSpLocks/>
          </p:cNvGrpSpPr>
          <p:nvPr/>
        </p:nvGrpSpPr>
        <p:grpSpPr bwMode="auto">
          <a:xfrm>
            <a:off x="8469313" y="2851150"/>
            <a:ext cx="142875" cy="144463"/>
            <a:chOff x="8468542" y="2851937"/>
            <a:chExt cx="143670" cy="143670"/>
          </a:xfrm>
        </p:grpSpPr>
        <p:cxnSp>
          <p:nvCxnSpPr>
            <p:cNvPr id="21535" name="Straight Connector 29">
              <a:extLst>
                <a:ext uri="{FF2B5EF4-FFF2-40B4-BE49-F238E27FC236}">
                  <a16:creationId xmlns:a16="http://schemas.microsoft.com/office/drawing/2014/main" id="{8E53E961-9713-4379-85E8-6DC24FEF4AE7}"/>
                </a:ext>
              </a:extLst>
            </p:cNvPr>
            <p:cNvCxnSpPr>
              <a:cxnSpLocks noChangeShapeType="1"/>
            </p:cNvCxnSpPr>
            <p:nvPr/>
          </p:nvCxnSpPr>
          <p:spPr bwMode="auto">
            <a:xfrm>
              <a:off x="8469336" y="2994019"/>
              <a:ext cx="142876" cy="1588"/>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cxnSp>
        <p:cxnSp>
          <p:nvCxnSpPr>
            <p:cNvPr id="21536" name="Straight Connector 31">
              <a:extLst>
                <a:ext uri="{FF2B5EF4-FFF2-40B4-BE49-F238E27FC236}">
                  <a16:creationId xmlns:a16="http://schemas.microsoft.com/office/drawing/2014/main" id="{E1285229-1D46-4F51-A8A5-90043C9F3872}"/>
                </a:ext>
              </a:extLst>
            </p:cNvPr>
            <p:cNvCxnSpPr>
              <a:cxnSpLocks noChangeShapeType="1"/>
            </p:cNvCxnSpPr>
            <p:nvPr/>
          </p:nvCxnSpPr>
          <p:spPr bwMode="auto">
            <a:xfrm rot="5400000" flipH="1" flipV="1">
              <a:off x="8397898" y="2922581"/>
              <a:ext cx="142876" cy="1588"/>
            </a:xfrm>
            <a:prstGeom prst="line">
              <a:avLst/>
            </a:prstGeom>
            <a:noFill/>
            <a:ln w="9525" cap="rnd">
              <a:solidFill>
                <a:schemeClr val="tx1"/>
              </a:solidFill>
              <a:round/>
              <a:headEnd/>
              <a:tailEnd/>
            </a:ln>
            <a:extLst>
              <a:ext uri="{909E8E84-426E-40DD-AFC4-6F175D3DCCD1}">
                <a14:hiddenFill xmlns:a14="http://schemas.microsoft.com/office/drawing/2010/main">
                  <a:noFill/>
                </a14:hiddenFill>
              </a:ext>
            </a:extLst>
          </p:spPr>
        </p:cxnSp>
      </p:grpSp>
      <p:sp>
        <p:nvSpPr>
          <p:cNvPr id="21514" name="TextBox 36">
            <a:extLst>
              <a:ext uri="{FF2B5EF4-FFF2-40B4-BE49-F238E27FC236}">
                <a16:creationId xmlns:a16="http://schemas.microsoft.com/office/drawing/2014/main" id="{0C885D9E-409B-4695-9D1E-C988383B9DCE}"/>
              </a:ext>
            </a:extLst>
          </p:cNvPr>
          <p:cNvSpPr txBox="1">
            <a:spLocks noChangeArrowheads="1"/>
          </p:cNvSpPr>
          <p:nvPr/>
        </p:nvSpPr>
        <p:spPr bwMode="auto">
          <a:xfrm>
            <a:off x="8469313" y="3851275"/>
            <a:ext cx="3381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A</a:t>
            </a:r>
          </a:p>
        </p:txBody>
      </p:sp>
      <p:sp>
        <p:nvSpPr>
          <p:cNvPr id="21515" name="TextBox 38">
            <a:extLst>
              <a:ext uri="{FF2B5EF4-FFF2-40B4-BE49-F238E27FC236}">
                <a16:creationId xmlns:a16="http://schemas.microsoft.com/office/drawing/2014/main" id="{640497AA-4035-4F13-B59A-75576D98C159}"/>
              </a:ext>
            </a:extLst>
          </p:cNvPr>
          <p:cNvSpPr txBox="1">
            <a:spLocks noChangeArrowheads="1"/>
          </p:cNvSpPr>
          <p:nvPr/>
        </p:nvSpPr>
        <p:spPr bwMode="auto">
          <a:xfrm>
            <a:off x="9255125" y="2065338"/>
            <a:ext cx="338138"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B</a:t>
            </a:r>
          </a:p>
        </p:txBody>
      </p:sp>
      <p:sp>
        <p:nvSpPr>
          <p:cNvPr id="21516" name="TextBox 39">
            <a:extLst>
              <a:ext uri="{FF2B5EF4-FFF2-40B4-BE49-F238E27FC236}">
                <a16:creationId xmlns:a16="http://schemas.microsoft.com/office/drawing/2014/main" id="{8DA3C723-0B6B-4E66-9938-B0903A8D3BBB}"/>
              </a:ext>
            </a:extLst>
          </p:cNvPr>
          <p:cNvSpPr txBox="1">
            <a:spLocks noChangeArrowheads="1"/>
          </p:cNvSpPr>
          <p:nvPr/>
        </p:nvSpPr>
        <p:spPr bwMode="auto">
          <a:xfrm>
            <a:off x="7040563" y="2493963"/>
            <a:ext cx="350837"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C</a:t>
            </a:r>
          </a:p>
        </p:txBody>
      </p:sp>
      <p:cxnSp>
        <p:nvCxnSpPr>
          <p:cNvPr id="42" name="Straight Arrow Connector 41">
            <a:extLst>
              <a:ext uri="{FF2B5EF4-FFF2-40B4-BE49-F238E27FC236}">
                <a16:creationId xmlns:a16="http://schemas.microsoft.com/office/drawing/2014/main" id="{96888412-EFD2-4074-AC10-BFCD5D1662EC}"/>
              </a:ext>
            </a:extLst>
          </p:cNvPr>
          <p:cNvCxnSpPr>
            <a:cxnSpLocks noChangeShapeType="1"/>
          </p:cNvCxnSpPr>
          <p:nvPr/>
        </p:nvCxnSpPr>
        <p:spPr bwMode="auto">
          <a:xfrm rot="16200000" flipV="1">
            <a:off x="7897813" y="2493962"/>
            <a:ext cx="1009650" cy="9525"/>
          </a:xfrm>
          <a:prstGeom prst="straightConnector1">
            <a:avLst/>
          </a:prstGeom>
          <a:noFill/>
          <a:ln w="38100">
            <a:solidFill>
              <a:schemeClr val="tx1"/>
            </a:solidFill>
            <a:prstDash val="sysDash"/>
            <a:round/>
            <a:headEnd/>
            <a:tailEnd type="arrow" w="med" len="med"/>
          </a:ln>
          <a:extLst>
            <a:ext uri="{909E8E84-426E-40DD-AFC4-6F175D3DCCD1}">
              <a14:hiddenFill xmlns:a14="http://schemas.microsoft.com/office/drawing/2010/main">
                <a:noFill/>
              </a14:hiddenFill>
            </a:ext>
          </a:extLst>
        </p:spPr>
      </p:cxnSp>
      <p:sp>
        <p:nvSpPr>
          <p:cNvPr id="21518" name="Rectangle 7">
            <a:extLst>
              <a:ext uri="{FF2B5EF4-FFF2-40B4-BE49-F238E27FC236}">
                <a16:creationId xmlns:a16="http://schemas.microsoft.com/office/drawing/2014/main" id="{2C646416-889E-413E-A456-4A87EAD27610}"/>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pic>
        <p:nvPicPr>
          <p:cNvPr id="5126" name="Picture 6">
            <a:extLst>
              <a:ext uri="{FF2B5EF4-FFF2-40B4-BE49-F238E27FC236}">
                <a16:creationId xmlns:a16="http://schemas.microsoft.com/office/drawing/2014/main" id="{7D1E158B-A1B2-41F4-85C2-EF0CC0F6CC82}"/>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69313" y="1279525"/>
            <a:ext cx="71437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20" name="Rectangle 8">
            <a:extLst>
              <a:ext uri="{FF2B5EF4-FFF2-40B4-BE49-F238E27FC236}">
                <a16:creationId xmlns:a16="http://schemas.microsoft.com/office/drawing/2014/main" id="{B91C8EE1-67DF-47B0-9F7F-E9825AC44B65}"/>
              </a:ext>
            </a:extLst>
          </p:cNvPr>
          <p:cNvSpPr>
            <a:spLocks noChangeArrowheads="1"/>
          </p:cNvSpPr>
          <p:nvPr/>
        </p:nvSpPr>
        <p:spPr bwMode="auto">
          <a:xfrm>
            <a:off x="0" y="904875"/>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sp>
        <p:nvSpPr>
          <p:cNvPr id="21521" name="Rectangle 10">
            <a:extLst>
              <a:ext uri="{FF2B5EF4-FFF2-40B4-BE49-F238E27FC236}">
                <a16:creationId xmlns:a16="http://schemas.microsoft.com/office/drawing/2014/main" id="{AE91CFE7-544F-48F5-958E-D221B3A99C8A}"/>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pic>
        <p:nvPicPr>
          <p:cNvPr id="5129" name="Picture 9">
            <a:extLst>
              <a:ext uri="{FF2B5EF4-FFF2-40B4-BE49-F238E27FC236}">
                <a16:creationId xmlns:a16="http://schemas.microsoft.com/office/drawing/2014/main" id="{0EF7BF6F-CC09-480F-A9B8-850222F6160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469313" y="2136775"/>
            <a:ext cx="1619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23" name="Rectangle 11">
            <a:extLst>
              <a:ext uri="{FF2B5EF4-FFF2-40B4-BE49-F238E27FC236}">
                <a16:creationId xmlns:a16="http://schemas.microsoft.com/office/drawing/2014/main" id="{9CDEAC75-9F2E-402B-87BE-C7F574AD0A4A}"/>
              </a:ext>
            </a:extLst>
          </p:cNvPr>
          <p:cNvSpPr>
            <a:spLocks noChangeArrowheads="1"/>
          </p:cNvSpPr>
          <p:nvPr/>
        </p:nvSpPr>
        <p:spPr bwMode="auto">
          <a:xfrm>
            <a:off x="0" y="83820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sp>
        <p:nvSpPr>
          <p:cNvPr id="21524" name="Rectangle 13">
            <a:extLst>
              <a:ext uri="{FF2B5EF4-FFF2-40B4-BE49-F238E27FC236}">
                <a16:creationId xmlns:a16="http://schemas.microsoft.com/office/drawing/2014/main" id="{26CDA551-5683-44E0-9B5D-9069F61C86FD}"/>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pic>
        <p:nvPicPr>
          <p:cNvPr id="5132" name="Picture 12">
            <a:extLst>
              <a:ext uri="{FF2B5EF4-FFF2-40B4-BE49-F238E27FC236}">
                <a16:creationId xmlns:a16="http://schemas.microsoft.com/office/drawing/2014/main" id="{2A92B238-E873-4C96-8A85-FB2D4E91DB62}"/>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11313" y="2493963"/>
            <a:ext cx="22383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26" name="Rectangle 14">
            <a:extLst>
              <a:ext uri="{FF2B5EF4-FFF2-40B4-BE49-F238E27FC236}">
                <a16:creationId xmlns:a16="http://schemas.microsoft.com/office/drawing/2014/main" id="{4ADEA0E9-8F7B-4631-8658-8935B05B6ED8}"/>
              </a:ext>
            </a:extLst>
          </p:cNvPr>
          <p:cNvSpPr>
            <a:spLocks noChangeArrowheads="1"/>
          </p:cNvSpPr>
          <p:nvPr/>
        </p:nvSpPr>
        <p:spPr bwMode="auto">
          <a:xfrm>
            <a:off x="0" y="904875"/>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sp>
        <p:nvSpPr>
          <p:cNvPr id="21527" name="Rectangle 16">
            <a:extLst>
              <a:ext uri="{FF2B5EF4-FFF2-40B4-BE49-F238E27FC236}">
                <a16:creationId xmlns:a16="http://schemas.microsoft.com/office/drawing/2014/main" id="{886DB4C8-7CD0-4AE5-AB4C-6B50EAAA4621}"/>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pic>
        <p:nvPicPr>
          <p:cNvPr id="5135" name="Picture 15">
            <a:extLst>
              <a:ext uri="{FF2B5EF4-FFF2-40B4-BE49-F238E27FC236}">
                <a16:creationId xmlns:a16="http://schemas.microsoft.com/office/drawing/2014/main" id="{FB8808C5-6C13-4C1F-B140-DE2F07EEA579}"/>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32641" y="3603625"/>
            <a:ext cx="1781175"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29" name="Rectangle 17">
            <a:extLst>
              <a:ext uri="{FF2B5EF4-FFF2-40B4-BE49-F238E27FC236}">
                <a16:creationId xmlns:a16="http://schemas.microsoft.com/office/drawing/2014/main" id="{66F60B7B-5EE1-4343-A139-208E0C13A2CC}"/>
              </a:ext>
            </a:extLst>
          </p:cNvPr>
          <p:cNvSpPr>
            <a:spLocks noChangeArrowheads="1"/>
          </p:cNvSpPr>
          <p:nvPr/>
        </p:nvSpPr>
        <p:spPr bwMode="auto">
          <a:xfrm>
            <a:off x="0" y="1476375"/>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sp>
        <p:nvSpPr>
          <p:cNvPr id="21530" name="Rectangle 19">
            <a:extLst>
              <a:ext uri="{FF2B5EF4-FFF2-40B4-BE49-F238E27FC236}">
                <a16:creationId xmlns:a16="http://schemas.microsoft.com/office/drawing/2014/main" id="{079BEC54-9A7C-4893-91B0-609B262D68D8}"/>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21531" name="Rectangle 20">
            <a:extLst>
              <a:ext uri="{FF2B5EF4-FFF2-40B4-BE49-F238E27FC236}">
                <a16:creationId xmlns:a16="http://schemas.microsoft.com/office/drawing/2014/main" id="{A3304B63-809A-4BEF-9F5C-24AADF1575A7}"/>
              </a:ext>
            </a:extLst>
          </p:cNvPr>
          <p:cNvSpPr>
            <a:spLocks noChangeArrowheads="1"/>
          </p:cNvSpPr>
          <p:nvPr/>
        </p:nvSpPr>
        <p:spPr bwMode="auto">
          <a:xfrm>
            <a:off x="0" y="83820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sp>
        <p:nvSpPr>
          <p:cNvPr id="21532" name="Rectangle 22">
            <a:extLst>
              <a:ext uri="{FF2B5EF4-FFF2-40B4-BE49-F238E27FC236}">
                <a16:creationId xmlns:a16="http://schemas.microsoft.com/office/drawing/2014/main" id="{6D9284E8-7633-4741-9017-F444189875A4}"/>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pic>
        <p:nvPicPr>
          <p:cNvPr id="5141" name="Picture 21">
            <a:extLst>
              <a:ext uri="{FF2B5EF4-FFF2-40B4-BE49-F238E27FC236}">
                <a16:creationId xmlns:a16="http://schemas.microsoft.com/office/drawing/2014/main" id="{37F56816-85A0-4C56-BC0B-EF30583F3EC0}"/>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25938" y="3922713"/>
            <a:ext cx="98107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34" name="Rectangle 23">
            <a:extLst>
              <a:ext uri="{FF2B5EF4-FFF2-40B4-BE49-F238E27FC236}">
                <a16:creationId xmlns:a16="http://schemas.microsoft.com/office/drawing/2014/main" id="{8D4E8047-4867-47D8-98F9-5C9B85A84B15}"/>
              </a:ext>
            </a:extLst>
          </p:cNvPr>
          <p:cNvSpPr>
            <a:spLocks noChangeArrowheads="1"/>
          </p:cNvSpPr>
          <p:nvPr/>
        </p:nvSpPr>
        <p:spPr bwMode="auto">
          <a:xfrm>
            <a:off x="0" y="83820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sp>
        <p:nvSpPr>
          <p:cNvPr id="3" name="TextBox 2">
            <a:extLst>
              <a:ext uri="{FF2B5EF4-FFF2-40B4-BE49-F238E27FC236}">
                <a16:creationId xmlns:a16="http://schemas.microsoft.com/office/drawing/2014/main" id="{92A3A3F8-4239-452C-8E24-7D39BBE477C6}"/>
              </a:ext>
            </a:extLst>
          </p:cNvPr>
          <p:cNvSpPr txBox="1"/>
          <p:nvPr/>
        </p:nvSpPr>
        <p:spPr>
          <a:xfrm>
            <a:off x="6283331" y="4725987"/>
            <a:ext cx="3309932" cy="1200329"/>
          </a:xfrm>
          <a:prstGeom prst="rect">
            <a:avLst/>
          </a:prstGeom>
          <a:noFill/>
        </p:spPr>
        <p:txBody>
          <a:bodyPr wrap="square" rtlCol="0">
            <a:spAutoFit/>
          </a:bodyPr>
          <a:lstStyle/>
          <a:p>
            <a:r>
              <a:rPr lang="nl-BE" dirty="0">
                <a:solidFill>
                  <a:srgbClr val="003D64"/>
                </a:solidFill>
                <a:latin typeface="+mn-lt"/>
                <a:ea typeface="+mn-ea"/>
              </a:rPr>
              <a:t>Clipping geïmplementeerd?</a:t>
            </a:r>
            <a:br>
              <a:rPr lang="nl-BE" dirty="0">
                <a:solidFill>
                  <a:srgbClr val="003D64"/>
                </a:solidFill>
                <a:latin typeface="+mn-lt"/>
                <a:ea typeface="+mn-ea"/>
              </a:rPr>
            </a:br>
            <a:r>
              <a:rPr lang="nl-BE" dirty="0">
                <a:solidFill>
                  <a:srgbClr val="003D64"/>
                </a:solidFill>
                <a:latin typeface="+mn-lt"/>
                <a:ea typeface="+mn-ea"/>
              </a:rPr>
              <a:t>Keer voor backfaces de richting van de normaal om!</a:t>
            </a:r>
            <a:br>
              <a:rPr lang="nl-BE" sz="2200" dirty="0">
                <a:solidFill>
                  <a:srgbClr val="003D64"/>
                </a:solidFill>
                <a:latin typeface="+mn-lt"/>
                <a:ea typeface="+mn-ea"/>
              </a:rPr>
            </a:br>
            <a:r>
              <a:rPr lang="nl-BE" sz="1400" dirty="0">
                <a:solidFill>
                  <a:srgbClr val="003D64"/>
                </a:solidFill>
                <a:latin typeface="+mn-lt"/>
                <a:ea typeface="+mn-ea"/>
              </a:rPr>
              <a:t>(Backfaces detecteren -&gt; backface culling)</a:t>
            </a:r>
          </a:p>
        </p:txBody>
      </p:sp>
      <p:sp>
        <p:nvSpPr>
          <p:cNvPr id="5" name="Rectangle 4">
            <a:extLst>
              <a:ext uri="{FF2B5EF4-FFF2-40B4-BE49-F238E27FC236}">
                <a16:creationId xmlns:a16="http://schemas.microsoft.com/office/drawing/2014/main" id="{8364670E-707D-48E0-B340-4EA47A34B892}"/>
              </a:ext>
            </a:extLst>
          </p:cNvPr>
          <p:cNvSpPr/>
          <p:nvPr/>
        </p:nvSpPr>
        <p:spPr bwMode="auto">
          <a:xfrm>
            <a:off x="6257249" y="4695050"/>
            <a:ext cx="3309932" cy="1303325"/>
          </a:xfrm>
          <a:prstGeom prst="rect">
            <a:avLst/>
          </a:prstGeom>
          <a:noFill/>
          <a:ln>
            <a:headEnd type="none" w="med" len="med"/>
            <a:tailEnd type="none" w="med" len="me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pPr>
            <a:endParaRPr kumimoji="0" lang="nl-BE" sz="1800" b="0" i="0" u="none" strike="noStrike" cap="none" normalizeH="0" baseline="0">
              <a:ln>
                <a:noFill/>
              </a:ln>
              <a:effectLst/>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0" presetClass="entr" presetSubtype="0" fill="hold" nodeType="click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fade">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123">
                                            <p:txEl>
                                              <p:pRg st="2" end="2"/>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123">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132"/>
                                        </p:tgtEl>
                                        <p:attrNameLst>
                                          <p:attrName>style.visibility</p:attrName>
                                        </p:attrNameLst>
                                      </p:cBhvr>
                                      <p:to>
                                        <p:strVal val="visible"/>
                                      </p:to>
                                    </p:set>
                                  </p:childTnLst>
                                </p:cTn>
                              </p:par>
                              <p:par>
                                <p:cTn id="25" presetID="10" presetClass="entr" presetSubtype="0" fill="hold" nodeType="withEffect">
                                  <p:stCondLst>
                                    <p:cond delay="0"/>
                                  </p:stCondLst>
                                  <p:childTnLst>
                                    <p:set>
                                      <p:cBhvr>
                                        <p:cTn id="26" dur="1" fill="hold">
                                          <p:stCondLst>
                                            <p:cond delay="0"/>
                                          </p:stCondLst>
                                        </p:cTn>
                                        <p:tgtEl>
                                          <p:spTgt spid="5126"/>
                                        </p:tgtEl>
                                        <p:attrNameLst>
                                          <p:attrName>style.visibility</p:attrName>
                                        </p:attrNameLst>
                                      </p:cBhvr>
                                      <p:to>
                                        <p:strVal val="visible"/>
                                      </p:to>
                                    </p:set>
                                    <p:animEffect transition="in" filter="fade">
                                      <p:cBhvr>
                                        <p:cTn id="27" dur="500"/>
                                        <p:tgtEl>
                                          <p:spTgt spid="512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xit" presetSubtype="0" fill="hold" nodeType="clickEffect">
                                  <p:stCondLst>
                                    <p:cond delay="0"/>
                                  </p:stCondLst>
                                  <p:childTnLst>
                                    <p:animEffect transition="out" filter="fade">
                                      <p:cBhvr>
                                        <p:cTn id="35" dur="500"/>
                                        <p:tgtEl>
                                          <p:spTgt spid="22"/>
                                        </p:tgtEl>
                                      </p:cBhvr>
                                    </p:animEffect>
                                    <p:set>
                                      <p:cBhvr>
                                        <p:cTn id="36" dur="1" fill="hold">
                                          <p:stCondLst>
                                            <p:cond delay="499"/>
                                          </p:stCondLst>
                                        </p:cTn>
                                        <p:tgtEl>
                                          <p:spTgt spid="22"/>
                                        </p:tgtEl>
                                        <p:attrNameLst>
                                          <p:attrName>style.visibility</p:attrName>
                                        </p:attrNameLst>
                                      </p:cBhvr>
                                      <p:to>
                                        <p:strVal val="hidden"/>
                                      </p:to>
                                    </p:set>
                                  </p:childTnLst>
                                </p:cTn>
                              </p:par>
                              <p:par>
                                <p:cTn id="37" presetID="10" presetClass="exit" presetSubtype="0" fill="hold" nodeType="withEffect">
                                  <p:stCondLst>
                                    <p:cond delay="0"/>
                                  </p:stCondLst>
                                  <p:childTnLst>
                                    <p:animEffect transition="out" filter="fade">
                                      <p:cBhvr>
                                        <p:cTn id="38" dur="500"/>
                                        <p:tgtEl>
                                          <p:spTgt spid="5126"/>
                                        </p:tgtEl>
                                      </p:cBhvr>
                                    </p:animEffect>
                                    <p:set>
                                      <p:cBhvr>
                                        <p:cTn id="39" dur="1" fill="hold">
                                          <p:stCondLst>
                                            <p:cond delay="499"/>
                                          </p:stCondLst>
                                        </p:cTn>
                                        <p:tgtEl>
                                          <p:spTgt spid="5126"/>
                                        </p:tgtEl>
                                        <p:attrNameLst>
                                          <p:attrName>style.visibility</p:attrName>
                                        </p:attrNameLst>
                                      </p:cBhvr>
                                      <p:to>
                                        <p:strVal val="hidden"/>
                                      </p:to>
                                    </p:set>
                                  </p:childTnLst>
                                </p:cTn>
                              </p:par>
                              <p:par>
                                <p:cTn id="40" presetID="10" presetClass="entr" presetSubtype="0" fill="hold"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500"/>
                                        <p:tgtEl>
                                          <p:spTgt spid="42"/>
                                        </p:tgtEl>
                                      </p:cBhvr>
                                    </p:animEffect>
                                  </p:childTnLst>
                                </p:cTn>
                              </p:par>
                              <p:par>
                                <p:cTn id="43" presetID="10" presetClass="entr" presetSubtype="0" fill="hold" nodeType="withEffect">
                                  <p:stCondLst>
                                    <p:cond delay="0"/>
                                  </p:stCondLst>
                                  <p:childTnLst>
                                    <p:set>
                                      <p:cBhvr>
                                        <p:cTn id="44" dur="1" fill="hold">
                                          <p:stCondLst>
                                            <p:cond delay="0"/>
                                          </p:stCondLst>
                                        </p:cTn>
                                        <p:tgtEl>
                                          <p:spTgt spid="5129"/>
                                        </p:tgtEl>
                                        <p:attrNameLst>
                                          <p:attrName>style.visibility</p:attrName>
                                        </p:attrNameLst>
                                      </p:cBhvr>
                                      <p:to>
                                        <p:strVal val="visible"/>
                                      </p:to>
                                    </p:set>
                                    <p:animEffect transition="in" filter="fade">
                                      <p:cBhvr>
                                        <p:cTn id="45" dur="500"/>
                                        <p:tgtEl>
                                          <p:spTgt spid="5129"/>
                                        </p:tgtEl>
                                      </p:cBhvr>
                                    </p:animEffect>
                                  </p:childTnLst>
                                </p:cTn>
                              </p:par>
                              <p:par>
                                <p:cTn id="46" presetID="1" presetClass="entr" presetSubtype="0" fill="hold" grpId="0" nodeType="withEffect">
                                  <p:stCondLst>
                                    <p:cond delay="0"/>
                                  </p:stCondLst>
                                  <p:childTnLst>
                                    <p:set>
                                      <p:cBhvr>
                                        <p:cTn id="47" dur="1" fill="hold">
                                          <p:stCondLst>
                                            <p:cond delay="0"/>
                                          </p:stCondLst>
                                        </p:cTn>
                                        <p:tgtEl>
                                          <p:spTgt spid="5123">
                                            <p:txEl>
                                              <p:pRg st="7" end="7"/>
                                            </p:txEl>
                                          </p:spTgt>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5135"/>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5141"/>
                                        </p:tgtEl>
                                        <p:attrNameLst>
                                          <p:attrName>style.visibility</p:attrName>
                                        </p:attrNameLst>
                                      </p:cBhvr>
                                      <p:to>
                                        <p:strVal val="visible"/>
                                      </p:to>
                                    </p:set>
                                  </p:childTnLst>
                                </p:cTn>
                              </p:par>
                            </p:childTnLst>
                          </p:cTn>
                        </p:par>
                      </p:childTnLst>
                    </p:cTn>
                  </p:par>
                  <p:par>
                    <p:cTn id="52" fill="hold" nodeType="clickPar">
                      <p:stCondLst>
                        <p:cond delay="indefinite"/>
                      </p:stCondLst>
                      <p:childTnLst>
                        <p:par>
                          <p:cTn id="53" fill="hold" nodeType="withGroup">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5123">
                                            <p:txEl>
                                              <p:pRg st="9" end="9"/>
                                            </p:txEl>
                                          </p:spTgt>
                                        </p:tgtEl>
                                        <p:attrNameLst>
                                          <p:attrName>style.visibility</p:attrName>
                                        </p:attrNameLst>
                                      </p:cBhvr>
                                      <p:to>
                                        <p:strVal val="visible"/>
                                      </p:to>
                                    </p:set>
                                  </p:childTnLst>
                                </p:cTn>
                              </p:par>
                              <p:par>
                                <p:cTn id="56" presetID="1" presetClass="entr" presetSubtype="0" fill="hold" nodeType="withEffect">
                                  <p:stCondLst>
                                    <p:cond delay="0"/>
                                  </p:stCondLst>
                                  <p:childTnLst>
                                    <p:set>
                                      <p:cBhvr>
                                        <p:cTn id="57" dur="1" fill="hold">
                                          <p:stCondLst>
                                            <p:cond delay="0"/>
                                          </p:stCondLst>
                                        </p:cTn>
                                        <p:tgtEl>
                                          <p:spTgt spid="5123">
                                            <p:txEl>
                                              <p:pRg st="10" end="10"/>
                                            </p:txEl>
                                          </p:spTgt>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5123">
                                            <p:txEl>
                                              <p:pRg st="11" end="11"/>
                                            </p:txEl>
                                          </p:spTgt>
                                        </p:tgtEl>
                                        <p:attrNameLst>
                                          <p:attrName>style.visibility</p:attrName>
                                        </p:attrNameLst>
                                      </p:cBhvr>
                                      <p:to>
                                        <p:strVal val="visible"/>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5123">
                                            <p:txEl>
                                              <p:pRg st="13" end="13"/>
                                            </p:txEl>
                                          </p:spTgt>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3"/>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P spid="3" grpId="0"/>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0ED489E2-7B82-4234-8519-FD94C3F37D5E}"/>
              </a:ext>
            </a:extLst>
          </p:cNvPr>
          <p:cNvSpPr>
            <a:spLocks noGrp="1"/>
          </p:cNvSpPr>
          <p:nvPr>
            <p:ph type="title"/>
          </p:nvPr>
        </p:nvSpPr>
        <p:spPr/>
        <p:txBody>
          <a:bodyPr/>
          <a:lstStyle/>
          <a:p>
            <a:r>
              <a:rPr lang="nl-BE" altLang="nl-NL">
                <a:ea typeface="ＭＳ Ｐゴシック" panose="020B0600070205080204" pitchFamily="34" charset="-128"/>
              </a:rPr>
              <a:t>Toepassen van belichting</a:t>
            </a:r>
          </a:p>
        </p:txBody>
      </p:sp>
      <p:sp>
        <p:nvSpPr>
          <p:cNvPr id="3" name="Content Placeholder 2">
            <a:extLst>
              <a:ext uri="{FF2B5EF4-FFF2-40B4-BE49-F238E27FC236}">
                <a16:creationId xmlns:a16="http://schemas.microsoft.com/office/drawing/2014/main" id="{30919E73-EC39-492B-A3C7-E53798CA7A83}"/>
              </a:ext>
            </a:extLst>
          </p:cNvPr>
          <p:cNvSpPr>
            <a:spLocks noGrp="1"/>
          </p:cNvSpPr>
          <p:nvPr>
            <p:ph idx="1"/>
          </p:nvPr>
        </p:nvSpPr>
        <p:spPr>
          <a:xfrm>
            <a:off x="503238" y="1260475"/>
            <a:ext cx="5751512" cy="3876675"/>
          </a:xfrm>
        </p:spPr>
        <p:txBody>
          <a:bodyPr/>
          <a:lstStyle/>
          <a:p>
            <a:r>
              <a:rPr lang="nl-BE" altLang="nl-NL">
                <a:ea typeface="ＭＳ Ｐゴシック" panose="020B0600070205080204" pitchFamily="34" charset="-128"/>
              </a:rPr>
              <a:t>De vector L</a:t>
            </a:r>
            <a:r>
              <a:rPr lang="nl-BE" altLang="nl-NL" baseline="-25000">
                <a:ea typeface="ＭＳ Ｐゴシック" panose="020B0600070205080204" pitchFamily="34" charset="-128"/>
              </a:rPr>
              <a:t>d</a:t>
            </a:r>
            <a:r>
              <a:rPr lang="nl-BE" altLang="nl-NL">
                <a:ea typeface="ＭＳ Ｐゴシック" panose="020B0600070205080204" pitchFamily="34" charset="-128"/>
              </a:rPr>
              <a:t> en de vector l</a:t>
            </a:r>
          </a:p>
          <a:p>
            <a:pPr lvl="1"/>
            <a:r>
              <a:rPr lang="nl-BE" altLang="nl-NL"/>
              <a:t>     is de vector die in het ini-bestand wordt gespecificeerd</a:t>
            </a:r>
          </a:p>
          <a:p>
            <a:pPr lvl="2"/>
            <a:r>
              <a:rPr lang="nl-BE" altLang="nl-NL"/>
              <a:t>Deze wijst </a:t>
            </a:r>
            <a:r>
              <a:rPr lang="nl-BE" altLang="nl-NL" b="1"/>
              <a:t>van</a:t>
            </a:r>
            <a:r>
              <a:rPr lang="nl-BE" altLang="nl-NL"/>
              <a:t> de lichtbron </a:t>
            </a:r>
            <a:r>
              <a:rPr lang="nl-BE" altLang="nl-NL" b="1"/>
              <a:t>naar</a:t>
            </a:r>
            <a:r>
              <a:rPr lang="nl-BE" altLang="nl-NL"/>
              <a:t> de oorsprong</a:t>
            </a:r>
          </a:p>
          <a:p>
            <a:pPr lvl="2"/>
            <a:endParaRPr lang="nl-BE" altLang="nl-NL"/>
          </a:p>
          <a:p>
            <a:pPr lvl="1"/>
            <a:r>
              <a:rPr lang="nl-BE" altLang="nl-NL"/>
              <a:t>   is de vector die nodig is om de lichtopbrengst te berekenen</a:t>
            </a:r>
          </a:p>
          <a:p>
            <a:pPr lvl="2"/>
            <a:r>
              <a:rPr lang="nl-BE" altLang="nl-NL"/>
              <a:t>Deze wijst </a:t>
            </a:r>
            <a:r>
              <a:rPr lang="nl-BE" altLang="nl-NL" b="1"/>
              <a:t>naar</a:t>
            </a:r>
            <a:r>
              <a:rPr lang="nl-BE" altLang="nl-NL"/>
              <a:t> de lichtbron</a:t>
            </a:r>
          </a:p>
          <a:p>
            <a:pPr lvl="2"/>
            <a:r>
              <a:rPr lang="nl-BE" altLang="nl-NL"/>
              <a:t>Deze heeft lengte 1: </a:t>
            </a:r>
          </a:p>
          <a:p>
            <a:pPr lvl="3"/>
            <a:endParaRPr lang="nl-BE" altLang="nl-NL"/>
          </a:p>
          <a:p>
            <a:pPr lvl="3"/>
            <a:r>
              <a:rPr lang="nl-BE" altLang="nl-NL"/>
              <a:t> </a:t>
            </a:r>
          </a:p>
        </p:txBody>
      </p:sp>
      <p:sp>
        <p:nvSpPr>
          <p:cNvPr id="4" name="Footer Placeholder 3">
            <a:extLst>
              <a:ext uri="{FF2B5EF4-FFF2-40B4-BE49-F238E27FC236}">
                <a16:creationId xmlns:a16="http://schemas.microsoft.com/office/drawing/2014/main" id="{B2140934-0A97-4669-8AE0-72FFBE9ECC43}"/>
              </a:ext>
            </a:extLst>
          </p:cNvPr>
          <p:cNvSpPr>
            <a:spLocks noGrp="1"/>
          </p:cNvSpPr>
          <p:nvPr>
            <p:ph type="ftr" sz="quarter" idx="11"/>
          </p:nvPr>
        </p:nvSpPr>
        <p:spPr/>
        <p:txBody>
          <a:bodyPr/>
          <a:lstStyle/>
          <a:p>
            <a:pPr>
              <a:defRPr/>
            </a:pPr>
            <a:r>
              <a:rPr lang="en-GB"/>
              <a:t>Practicum Computer Graphics: Belichting</a:t>
            </a:r>
            <a:endParaRPr lang="en-GB" dirty="0"/>
          </a:p>
        </p:txBody>
      </p:sp>
      <p:sp>
        <p:nvSpPr>
          <p:cNvPr id="22532" name="Slide Number Placeholder 4">
            <a:extLst>
              <a:ext uri="{FF2B5EF4-FFF2-40B4-BE49-F238E27FC236}">
                <a16:creationId xmlns:a16="http://schemas.microsoft.com/office/drawing/2014/main" id="{B82C0537-F832-4E09-A0F7-8D34AAE2635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E6067A3C-2F83-4C72-8AB8-948A4D3F82EE}"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7</a:t>
            </a:fld>
            <a:endParaRPr lang="en-GB" altLang="nl-NL" sz="1400" b="0">
              <a:solidFill>
                <a:srgbClr val="FFFFFF"/>
              </a:solidFill>
            </a:endParaRPr>
          </a:p>
        </p:txBody>
      </p:sp>
      <p:grpSp>
        <p:nvGrpSpPr>
          <p:cNvPr id="22533" name="Group 48">
            <a:extLst>
              <a:ext uri="{FF2B5EF4-FFF2-40B4-BE49-F238E27FC236}">
                <a16:creationId xmlns:a16="http://schemas.microsoft.com/office/drawing/2014/main" id="{3BE27729-57FB-4C40-A33E-F6BC3871E4EB}"/>
              </a:ext>
            </a:extLst>
          </p:cNvPr>
          <p:cNvGrpSpPr>
            <a:grpSpLocks/>
          </p:cNvGrpSpPr>
          <p:nvPr/>
        </p:nvGrpSpPr>
        <p:grpSpPr bwMode="auto">
          <a:xfrm>
            <a:off x="6254750" y="2351088"/>
            <a:ext cx="2214563" cy="2492375"/>
            <a:chOff x="6254759" y="2351077"/>
            <a:chExt cx="2214577" cy="2492390"/>
          </a:xfrm>
        </p:grpSpPr>
        <p:cxnSp>
          <p:nvCxnSpPr>
            <p:cNvPr id="22565" name="Straight Arrow Connector 40">
              <a:extLst>
                <a:ext uri="{FF2B5EF4-FFF2-40B4-BE49-F238E27FC236}">
                  <a16:creationId xmlns:a16="http://schemas.microsoft.com/office/drawing/2014/main" id="{8B3FF073-D672-494E-8F60-F50FFF1479FE}"/>
                </a:ext>
              </a:extLst>
            </p:cNvPr>
            <p:cNvCxnSpPr>
              <a:cxnSpLocks noChangeShapeType="1"/>
            </p:cNvCxnSpPr>
            <p:nvPr/>
          </p:nvCxnSpPr>
          <p:spPr bwMode="auto">
            <a:xfrm>
              <a:off x="6897700" y="3779837"/>
              <a:ext cx="1571636" cy="1588"/>
            </a:xfrm>
            <a:prstGeom prst="straightConnector1">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sp>
          <p:nvSpPr>
            <p:cNvPr id="22566" name="TextBox 52">
              <a:extLst>
                <a:ext uri="{FF2B5EF4-FFF2-40B4-BE49-F238E27FC236}">
                  <a16:creationId xmlns:a16="http://schemas.microsoft.com/office/drawing/2014/main" id="{99E7F145-D5C2-463E-9BB7-0E2999649B02}"/>
                </a:ext>
              </a:extLst>
            </p:cNvPr>
            <p:cNvSpPr txBox="1">
              <a:spLocks noChangeArrowheads="1"/>
            </p:cNvSpPr>
            <p:nvPr/>
          </p:nvSpPr>
          <p:spPr bwMode="auto">
            <a:xfrm>
              <a:off x="6326196" y="4494217"/>
              <a:ext cx="300080"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x</a:t>
              </a:r>
            </a:p>
          </p:txBody>
        </p:sp>
        <p:cxnSp>
          <p:nvCxnSpPr>
            <p:cNvPr id="22567" name="Straight Arrow Connector 41">
              <a:extLst>
                <a:ext uri="{FF2B5EF4-FFF2-40B4-BE49-F238E27FC236}">
                  <a16:creationId xmlns:a16="http://schemas.microsoft.com/office/drawing/2014/main" id="{69054A1B-3368-4B2B-930B-48A7DB50779B}"/>
                </a:ext>
              </a:extLst>
            </p:cNvPr>
            <p:cNvCxnSpPr>
              <a:cxnSpLocks noChangeShapeType="1"/>
            </p:cNvCxnSpPr>
            <p:nvPr/>
          </p:nvCxnSpPr>
          <p:spPr bwMode="auto">
            <a:xfrm rot="5400000" flipH="1" flipV="1">
              <a:off x="6183321" y="3065457"/>
              <a:ext cx="1428761" cy="2"/>
            </a:xfrm>
            <a:prstGeom prst="straightConnector1">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sp>
          <p:nvSpPr>
            <p:cNvPr id="22568" name="TextBox 53">
              <a:extLst>
                <a:ext uri="{FF2B5EF4-FFF2-40B4-BE49-F238E27FC236}">
                  <a16:creationId xmlns:a16="http://schemas.microsoft.com/office/drawing/2014/main" id="{68675ECA-8C16-4D0D-BFA8-78EEEF2611C1}"/>
                </a:ext>
              </a:extLst>
            </p:cNvPr>
            <p:cNvSpPr txBox="1">
              <a:spLocks noChangeArrowheads="1"/>
            </p:cNvSpPr>
            <p:nvPr/>
          </p:nvSpPr>
          <p:spPr bwMode="auto">
            <a:xfrm>
              <a:off x="8112146" y="3779837"/>
              <a:ext cx="300038" cy="349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y</a:t>
              </a:r>
            </a:p>
          </p:txBody>
        </p:sp>
        <p:cxnSp>
          <p:nvCxnSpPr>
            <p:cNvPr id="22569" name="Straight Arrow Connector 46">
              <a:extLst>
                <a:ext uri="{FF2B5EF4-FFF2-40B4-BE49-F238E27FC236}">
                  <a16:creationId xmlns:a16="http://schemas.microsoft.com/office/drawing/2014/main" id="{2A78A29D-5DEE-4AE3-B022-FDE99A365208}"/>
                </a:ext>
              </a:extLst>
            </p:cNvPr>
            <p:cNvCxnSpPr>
              <a:cxnSpLocks noChangeShapeType="1"/>
            </p:cNvCxnSpPr>
            <p:nvPr/>
          </p:nvCxnSpPr>
          <p:spPr bwMode="auto">
            <a:xfrm rot="5400000">
              <a:off x="6111883" y="3922713"/>
              <a:ext cx="928695" cy="642944"/>
            </a:xfrm>
            <a:prstGeom prst="straightConnector1">
              <a:avLst/>
            </a:prstGeom>
            <a:noFill/>
            <a:ln w="25400">
              <a:solidFill>
                <a:schemeClr val="tx1"/>
              </a:solidFill>
              <a:round/>
              <a:headEnd/>
              <a:tailEnd type="arrow" w="med" len="med"/>
            </a:ln>
            <a:extLst>
              <a:ext uri="{909E8E84-426E-40DD-AFC4-6F175D3DCCD1}">
                <a14:hiddenFill xmlns:a14="http://schemas.microsoft.com/office/drawing/2010/main">
                  <a:noFill/>
                </a14:hiddenFill>
              </a:ext>
            </a:extLst>
          </p:spPr>
        </p:cxnSp>
        <p:sp>
          <p:nvSpPr>
            <p:cNvPr id="22570" name="TextBox 54">
              <a:extLst>
                <a:ext uri="{FF2B5EF4-FFF2-40B4-BE49-F238E27FC236}">
                  <a16:creationId xmlns:a16="http://schemas.microsoft.com/office/drawing/2014/main" id="{41979605-BCEC-4E2F-8567-87A155C3C425}"/>
                </a:ext>
              </a:extLst>
            </p:cNvPr>
            <p:cNvSpPr txBox="1">
              <a:spLocks noChangeArrowheads="1"/>
            </p:cNvSpPr>
            <p:nvPr/>
          </p:nvSpPr>
          <p:spPr bwMode="auto">
            <a:xfrm>
              <a:off x="6897700" y="2422515"/>
              <a:ext cx="300080" cy="3499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1">
                <a:lnSpc>
                  <a:spcPct val="93000"/>
                </a:lnSpc>
                <a:buClr>
                  <a:srgbClr val="000000"/>
                </a:buClr>
                <a:buSzPct val="100000"/>
                <a:buFont typeface="Times New Roman" panose="02020603050405020304" pitchFamily="18" charset="0"/>
                <a:buNone/>
              </a:pPr>
              <a:r>
                <a:rPr lang="nl-BE" altLang="nl-NL"/>
                <a:t>z</a:t>
              </a:r>
            </a:p>
          </p:txBody>
        </p:sp>
      </p:grpSp>
      <p:sp>
        <p:nvSpPr>
          <p:cNvPr id="22534" name="Sun 20">
            <a:extLst>
              <a:ext uri="{FF2B5EF4-FFF2-40B4-BE49-F238E27FC236}">
                <a16:creationId xmlns:a16="http://schemas.microsoft.com/office/drawing/2014/main" id="{2C8A4F3F-5690-4826-BC5E-A28BB917CC95}"/>
              </a:ext>
            </a:extLst>
          </p:cNvPr>
          <p:cNvSpPr>
            <a:spLocks noChangeArrowheads="1"/>
          </p:cNvSpPr>
          <p:nvPr/>
        </p:nvSpPr>
        <p:spPr bwMode="auto">
          <a:xfrm>
            <a:off x="8540750" y="1708150"/>
            <a:ext cx="414338" cy="414338"/>
          </a:xfrm>
          <a:prstGeom prst="sun">
            <a:avLst>
              <a:gd name="adj" fmla="val 25000"/>
            </a:avLst>
          </a:prstGeom>
          <a:solidFill>
            <a:srgbClr val="FFC000"/>
          </a:solidFill>
          <a:ln w="9525">
            <a:solidFill>
              <a:schemeClr val="tx1"/>
            </a:solidFill>
            <a:round/>
            <a:headEnd/>
            <a:tailEnd/>
          </a:ln>
        </p:spPr>
        <p:txBody>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22535" name="Rectangle 2">
            <a:extLst>
              <a:ext uri="{FF2B5EF4-FFF2-40B4-BE49-F238E27FC236}">
                <a16:creationId xmlns:a16="http://schemas.microsoft.com/office/drawing/2014/main" id="{64BAA28B-864F-4153-9EE0-0C545CF1BE7C}"/>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22536" name="Rectangle 3">
            <a:extLst>
              <a:ext uri="{FF2B5EF4-FFF2-40B4-BE49-F238E27FC236}">
                <a16:creationId xmlns:a16="http://schemas.microsoft.com/office/drawing/2014/main" id="{8674664D-DF3B-4422-AD64-6B8A16FD662C}"/>
              </a:ext>
            </a:extLst>
          </p:cNvPr>
          <p:cNvSpPr>
            <a:spLocks noChangeArrowheads="1"/>
          </p:cNvSpPr>
          <p:nvPr/>
        </p:nvSpPr>
        <p:spPr bwMode="auto">
          <a:xfrm>
            <a:off x="0" y="885825"/>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grpSp>
        <p:nvGrpSpPr>
          <p:cNvPr id="6" name="Group 78">
            <a:extLst>
              <a:ext uri="{FF2B5EF4-FFF2-40B4-BE49-F238E27FC236}">
                <a16:creationId xmlns:a16="http://schemas.microsoft.com/office/drawing/2014/main" id="{627D4123-A1DE-4358-878A-D3468A66B7BB}"/>
              </a:ext>
            </a:extLst>
          </p:cNvPr>
          <p:cNvGrpSpPr>
            <a:grpSpLocks/>
          </p:cNvGrpSpPr>
          <p:nvPr/>
        </p:nvGrpSpPr>
        <p:grpSpPr bwMode="auto">
          <a:xfrm>
            <a:off x="7040563" y="2565400"/>
            <a:ext cx="1214437" cy="785813"/>
            <a:chOff x="7112014" y="2565391"/>
            <a:chExt cx="1214446" cy="785818"/>
          </a:xfrm>
        </p:grpSpPr>
        <p:cxnSp>
          <p:nvCxnSpPr>
            <p:cNvPr id="22562" name="Straight Connector 31">
              <a:extLst>
                <a:ext uri="{FF2B5EF4-FFF2-40B4-BE49-F238E27FC236}">
                  <a16:creationId xmlns:a16="http://schemas.microsoft.com/office/drawing/2014/main" id="{4B341F25-3388-44AE-8AD7-FEB94333115C}"/>
                </a:ext>
              </a:extLst>
            </p:cNvPr>
            <p:cNvCxnSpPr>
              <a:cxnSpLocks noChangeShapeType="1"/>
            </p:cNvCxnSpPr>
            <p:nvPr/>
          </p:nvCxnSpPr>
          <p:spPr bwMode="auto">
            <a:xfrm rot="5400000">
              <a:off x="6933419" y="2743986"/>
              <a:ext cx="785818" cy="42862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2563" name="Straight Connector 32">
              <a:extLst>
                <a:ext uri="{FF2B5EF4-FFF2-40B4-BE49-F238E27FC236}">
                  <a16:creationId xmlns:a16="http://schemas.microsoft.com/office/drawing/2014/main" id="{12D2C0D5-DDC7-49D0-B0B0-0EE2372DEBE4}"/>
                </a:ext>
              </a:extLst>
            </p:cNvPr>
            <p:cNvCxnSpPr>
              <a:cxnSpLocks noChangeShapeType="1"/>
            </p:cNvCxnSpPr>
            <p:nvPr/>
          </p:nvCxnSpPr>
          <p:spPr bwMode="auto">
            <a:xfrm>
              <a:off x="7540642" y="2565391"/>
              <a:ext cx="785818" cy="71438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cxnSp>
          <p:nvCxnSpPr>
            <p:cNvPr id="22564" name="Straight Connector 35">
              <a:extLst>
                <a:ext uri="{FF2B5EF4-FFF2-40B4-BE49-F238E27FC236}">
                  <a16:creationId xmlns:a16="http://schemas.microsoft.com/office/drawing/2014/main" id="{D10D3F65-C4A8-4771-BE84-FE00A9015694}"/>
                </a:ext>
              </a:extLst>
            </p:cNvPr>
            <p:cNvCxnSpPr>
              <a:cxnSpLocks noChangeShapeType="1"/>
            </p:cNvCxnSpPr>
            <p:nvPr/>
          </p:nvCxnSpPr>
          <p:spPr bwMode="auto">
            <a:xfrm flipV="1">
              <a:off x="7112014" y="3279771"/>
              <a:ext cx="1214446" cy="714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grpSp>
      <p:sp>
        <p:nvSpPr>
          <p:cNvPr id="22538" name="Rectangle 5">
            <a:extLst>
              <a:ext uri="{FF2B5EF4-FFF2-40B4-BE49-F238E27FC236}">
                <a16:creationId xmlns:a16="http://schemas.microsoft.com/office/drawing/2014/main" id="{6F9C9B42-9579-4782-B2D3-4D0AA778CCAA}"/>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22539" name="Rectangle 6">
            <a:extLst>
              <a:ext uri="{FF2B5EF4-FFF2-40B4-BE49-F238E27FC236}">
                <a16:creationId xmlns:a16="http://schemas.microsoft.com/office/drawing/2014/main" id="{9A4CC0DF-BE1F-482C-AA62-802131F62BF4}"/>
              </a:ext>
            </a:extLst>
          </p:cNvPr>
          <p:cNvSpPr>
            <a:spLocks noChangeArrowheads="1"/>
          </p:cNvSpPr>
          <p:nvPr/>
        </p:nvSpPr>
        <p:spPr bwMode="auto">
          <a:xfrm>
            <a:off x="0" y="89535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sp>
        <p:nvSpPr>
          <p:cNvPr id="22540" name="Rectangle 8">
            <a:extLst>
              <a:ext uri="{FF2B5EF4-FFF2-40B4-BE49-F238E27FC236}">
                <a16:creationId xmlns:a16="http://schemas.microsoft.com/office/drawing/2014/main" id="{A53AA6F3-01B8-4AE9-94D5-937AD6C53F49}"/>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grpSp>
        <p:nvGrpSpPr>
          <p:cNvPr id="7" name="Group 57">
            <a:extLst>
              <a:ext uri="{FF2B5EF4-FFF2-40B4-BE49-F238E27FC236}">
                <a16:creationId xmlns:a16="http://schemas.microsoft.com/office/drawing/2014/main" id="{C241CCAE-1AD0-44F6-BB81-93127988AB86}"/>
              </a:ext>
            </a:extLst>
          </p:cNvPr>
          <p:cNvGrpSpPr>
            <a:grpSpLocks/>
          </p:cNvGrpSpPr>
          <p:nvPr/>
        </p:nvGrpSpPr>
        <p:grpSpPr bwMode="auto">
          <a:xfrm>
            <a:off x="7612063" y="2565400"/>
            <a:ext cx="500062" cy="652463"/>
            <a:chOff x="7612080" y="1136631"/>
            <a:chExt cx="500066" cy="652464"/>
          </a:xfrm>
        </p:grpSpPr>
        <p:cxnSp>
          <p:nvCxnSpPr>
            <p:cNvPr id="22560" name="Straight Arrow Connector 44">
              <a:extLst>
                <a:ext uri="{FF2B5EF4-FFF2-40B4-BE49-F238E27FC236}">
                  <a16:creationId xmlns:a16="http://schemas.microsoft.com/office/drawing/2014/main" id="{36E1C807-95B8-439F-A0C4-77102B1C93A6}"/>
                </a:ext>
              </a:extLst>
            </p:cNvPr>
            <p:cNvCxnSpPr>
              <a:cxnSpLocks noChangeShapeType="1"/>
            </p:cNvCxnSpPr>
            <p:nvPr/>
          </p:nvCxnSpPr>
          <p:spPr bwMode="auto">
            <a:xfrm rot="5400000" flipH="1" flipV="1">
              <a:off x="7612080" y="1136631"/>
              <a:ext cx="500066" cy="500066"/>
            </a:xfrm>
            <a:prstGeom prst="straightConnector1">
              <a:avLst/>
            </a:prstGeom>
            <a:noFill/>
            <a:ln w="38100">
              <a:solidFill>
                <a:schemeClr val="tx1"/>
              </a:solidFill>
              <a:prstDash val="dash"/>
              <a:round/>
              <a:headEnd/>
              <a:tailEnd type="arrow" w="med" len="med"/>
            </a:ln>
            <a:extLst>
              <a:ext uri="{909E8E84-426E-40DD-AFC4-6F175D3DCCD1}">
                <a14:hiddenFill xmlns:a14="http://schemas.microsoft.com/office/drawing/2010/main">
                  <a:noFill/>
                </a14:hiddenFill>
              </a:ext>
            </a:extLst>
          </p:spPr>
        </p:cxnSp>
        <p:pic>
          <p:nvPicPr>
            <p:cNvPr id="22561" name="Picture 7">
              <a:extLst>
                <a:ext uri="{FF2B5EF4-FFF2-40B4-BE49-F238E27FC236}">
                  <a16:creationId xmlns:a16="http://schemas.microsoft.com/office/drawing/2014/main" id="{F2BD4084-3A9B-4F77-9070-95C10FED10BB}"/>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897832" y="1350945"/>
              <a:ext cx="16192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542" name="Rectangle 9">
            <a:extLst>
              <a:ext uri="{FF2B5EF4-FFF2-40B4-BE49-F238E27FC236}">
                <a16:creationId xmlns:a16="http://schemas.microsoft.com/office/drawing/2014/main" id="{3FA5ECEA-F9FC-4637-B669-305651F3D595}"/>
              </a:ext>
            </a:extLst>
          </p:cNvPr>
          <p:cNvSpPr>
            <a:spLocks noChangeArrowheads="1"/>
          </p:cNvSpPr>
          <p:nvPr/>
        </p:nvSpPr>
        <p:spPr bwMode="auto">
          <a:xfrm>
            <a:off x="0" y="89535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sp>
        <p:nvSpPr>
          <p:cNvPr id="22543" name="Rectangle 11">
            <a:extLst>
              <a:ext uri="{FF2B5EF4-FFF2-40B4-BE49-F238E27FC236}">
                <a16:creationId xmlns:a16="http://schemas.microsoft.com/office/drawing/2014/main" id="{E035C607-3DE3-424F-9645-C5F24786B02B}"/>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sp>
        <p:nvSpPr>
          <p:cNvPr id="22544" name="Rectangle 12">
            <a:extLst>
              <a:ext uri="{FF2B5EF4-FFF2-40B4-BE49-F238E27FC236}">
                <a16:creationId xmlns:a16="http://schemas.microsoft.com/office/drawing/2014/main" id="{3BABFEF7-8D2D-483C-B5C1-7279DFC082C1}"/>
              </a:ext>
            </a:extLst>
          </p:cNvPr>
          <p:cNvSpPr>
            <a:spLocks noChangeArrowheads="1"/>
          </p:cNvSpPr>
          <p:nvPr/>
        </p:nvSpPr>
        <p:spPr bwMode="auto">
          <a:xfrm>
            <a:off x="0" y="91440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sp>
        <p:nvSpPr>
          <p:cNvPr id="22545" name="Rectangle 14">
            <a:extLst>
              <a:ext uri="{FF2B5EF4-FFF2-40B4-BE49-F238E27FC236}">
                <a16:creationId xmlns:a16="http://schemas.microsoft.com/office/drawing/2014/main" id="{AD3F62F0-5930-4121-ACE9-CD6A58B49024}"/>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pic>
        <p:nvPicPr>
          <p:cNvPr id="37901" name="Picture 13">
            <a:extLst>
              <a:ext uri="{FF2B5EF4-FFF2-40B4-BE49-F238E27FC236}">
                <a16:creationId xmlns:a16="http://schemas.microsoft.com/office/drawing/2014/main" id="{0D4FA5D4-A6EF-4DCA-9017-408E22F7FCFA}"/>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11375" y="4922838"/>
            <a:ext cx="1304925"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47" name="Rectangle 15">
            <a:extLst>
              <a:ext uri="{FF2B5EF4-FFF2-40B4-BE49-F238E27FC236}">
                <a16:creationId xmlns:a16="http://schemas.microsoft.com/office/drawing/2014/main" id="{03EB1C58-A767-43DD-A1C0-050D003CEC52}"/>
              </a:ext>
            </a:extLst>
          </p:cNvPr>
          <p:cNvSpPr>
            <a:spLocks noChangeArrowheads="1"/>
          </p:cNvSpPr>
          <p:nvPr/>
        </p:nvSpPr>
        <p:spPr bwMode="auto">
          <a:xfrm>
            <a:off x="0" y="1362075"/>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sp>
        <p:nvSpPr>
          <p:cNvPr id="22548" name="Rectangle 17">
            <a:extLst>
              <a:ext uri="{FF2B5EF4-FFF2-40B4-BE49-F238E27FC236}">
                <a16:creationId xmlns:a16="http://schemas.microsoft.com/office/drawing/2014/main" id="{64EF9DDC-0146-4532-9199-9C99485F9649}"/>
              </a:ext>
            </a:extLst>
          </p:cNvPr>
          <p:cNvSpPr>
            <a:spLocks noChangeArrowheads="1"/>
          </p:cNvSpPr>
          <p:nvPr/>
        </p:nvSpPr>
        <p:spPr bwMode="auto">
          <a:xfrm>
            <a:off x="0" y="0"/>
            <a:ext cx="10080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pic>
        <p:nvPicPr>
          <p:cNvPr id="37904" name="Picture 16">
            <a:extLst>
              <a:ext uri="{FF2B5EF4-FFF2-40B4-BE49-F238E27FC236}">
                <a16:creationId xmlns:a16="http://schemas.microsoft.com/office/drawing/2014/main" id="{5DD4BD93-6B7B-45C5-BE9A-FDCB3C952B1D}"/>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968750" y="4351338"/>
            <a:ext cx="971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50" name="Rectangle 18">
            <a:extLst>
              <a:ext uri="{FF2B5EF4-FFF2-40B4-BE49-F238E27FC236}">
                <a16:creationId xmlns:a16="http://schemas.microsoft.com/office/drawing/2014/main" id="{1207B400-E7E8-45FC-A215-AB537A945510}"/>
              </a:ext>
            </a:extLst>
          </p:cNvPr>
          <p:cNvSpPr>
            <a:spLocks noChangeArrowheads="1"/>
          </p:cNvSpPr>
          <p:nvPr/>
        </p:nvSpPr>
        <p:spPr bwMode="auto">
          <a:xfrm>
            <a:off x="0" y="91440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a:lnSpc>
                <a:spcPct val="93000"/>
              </a:lnSpc>
              <a:buClr>
                <a:srgbClr val="000000"/>
              </a:buClr>
              <a:buSzPct val="100000"/>
              <a:buFont typeface="Times New Roman" panose="02020603050405020304" pitchFamily="18" charset="0"/>
              <a:buNone/>
            </a:pPr>
            <a:endParaRPr lang="nl-BE" altLang="nl-NL"/>
          </a:p>
        </p:txBody>
      </p:sp>
      <p:sp>
        <p:nvSpPr>
          <p:cNvPr id="22551" name="Rectangle 20">
            <a:extLst>
              <a:ext uri="{FF2B5EF4-FFF2-40B4-BE49-F238E27FC236}">
                <a16:creationId xmlns:a16="http://schemas.microsoft.com/office/drawing/2014/main" id="{F67C52CB-8FD6-4283-811C-8E53A2614752}"/>
              </a:ext>
            </a:extLst>
          </p:cNvPr>
          <p:cNvSpPr>
            <a:spLocks noChangeArrowheads="1"/>
          </p:cNvSpPr>
          <p:nvPr/>
        </p:nvSpPr>
        <p:spPr bwMode="auto">
          <a:xfrm>
            <a:off x="0" y="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pic>
        <p:nvPicPr>
          <p:cNvPr id="37907" name="Picture 19">
            <a:extLst>
              <a:ext uri="{FF2B5EF4-FFF2-40B4-BE49-F238E27FC236}">
                <a16:creationId xmlns:a16="http://schemas.microsoft.com/office/drawing/2014/main" id="{02A0D386-A0E1-4400-B6C2-E9DBA502A06E}"/>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54125" y="3351213"/>
            <a:ext cx="161925"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53" name="Rectangle 22">
            <a:extLst>
              <a:ext uri="{FF2B5EF4-FFF2-40B4-BE49-F238E27FC236}">
                <a16:creationId xmlns:a16="http://schemas.microsoft.com/office/drawing/2014/main" id="{616A9F25-7679-4377-AD24-BD30DAFDEEC1}"/>
              </a:ext>
            </a:extLst>
          </p:cNvPr>
          <p:cNvSpPr>
            <a:spLocks noChangeArrowheads="1"/>
          </p:cNvSpPr>
          <p:nvPr/>
        </p:nvSpPr>
        <p:spPr bwMode="auto">
          <a:xfrm>
            <a:off x="0" y="0"/>
            <a:ext cx="10080625"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1">
              <a:lnSpc>
                <a:spcPct val="93000"/>
              </a:lnSpc>
              <a:buClr>
                <a:srgbClr val="000000"/>
              </a:buClr>
              <a:buSzPct val="100000"/>
              <a:buFont typeface="Times New Roman" panose="02020603050405020304" pitchFamily="18" charset="0"/>
              <a:buNone/>
            </a:pPr>
            <a:endParaRPr lang="nl-BE" altLang="nl-NL"/>
          </a:p>
        </p:txBody>
      </p:sp>
      <p:pic>
        <p:nvPicPr>
          <p:cNvPr id="37909" name="Picture 21">
            <a:extLst>
              <a:ext uri="{FF2B5EF4-FFF2-40B4-BE49-F238E27FC236}">
                <a16:creationId xmlns:a16="http://schemas.microsoft.com/office/drawing/2014/main" id="{9F075594-662B-406A-A6C8-9EB1591AEC2B}"/>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54125" y="1708150"/>
            <a:ext cx="2952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83">
            <a:extLst>
              <a:ext uri="{FF2B5EF4-FFF2-40B4-BE49-F238E27FC236}">
                <a16:creationId xmlns:a16="http://schemas.microsoft.com/office/drawing/2014/main" id="{EC0E1AE6-945F-4A1E-AA46-27502E6909BB}"/>
              </a:ext>
            </a:extLst>
          </p:cNvPr>
          <p:cNvGrpSpPr>
            <a:grpSpLocks/>
          </p:cNvGrpSpPr>
          <p:nvPr/>
        </p:nvGrpSpPr>
        <p:grpSpPr bwMode="auto">
          <a:xfrm>
            <a:off x="6897688" y="1922463"/>
            <a:ext cx="1857375" cy="1857375"/>
            <a:chOff x="6897700" y="1922449"/>
            <a:chExt cx="1857388" cy="1857388"/>
          </a:xfrm>
        </p:grpSpPr>
        <p:cxnSp>
          <p:nvCxnSpPr>
            <p:cNvPr id="22557" name="Straight Arrow Connector 22">
              <a:extLst>
                <a:ext uri="{FF2B5EF4-FFF2-40B4-BE49-F238E27FC236}">
                  <a16:creationId xmlns:a16="http://schemas.microsoft.com/office/drawing/2014/main" id="{7728E57D-7EF1-4E6B-83F6-6A9EC95123D1}"/>
                </a:ext>
              </a:extLst>
            </p:cNvPr>
            <p:cNvCxnSpPr>
              <a:cxnSpLocks noChangeShapeType="1"/>
            </p:cNvCxnSpPr>
            <p:nvPr/>
          </p:nvCxnSpPr>
          <p:spPr bwMode="auto">
            <a:xfrm rot="5400000">
              <a:off x="6897700" y="3351209"/>
              <a:ext cx="428628" cy="428628"/>
            </a:xfrm>
            <a:prstGeom prst="straightConnector1">
              <a:avLst/>
            </a:prstGeom>
            <a:noFill/>
            <a:ln w="38100">
              <a:solidFill>
                <a:schemeClr val="tx1"/>
              </a:solidFill>
              <a:prstDash val="dash"/>
              <a:round/>
              <a:headEnd/>
              <a:tailEnd type="arrow" w="med" len="med"/>
            </a:ln>
            <a:extLst>
              <a:ext uri="{909E8E84-426E-40DD-AFC4-6F175D3DCCD1}">
                <a14:hiddenFill xmlns:a14="http://schemas.microsoft.com/office/drawing/2010/main">
                  <a:noFill/>
                </a14:hiddenFill>
              </a:ext>
            </a:extLst>
          </p:spPr>
        </p:cxnSp>
        <p:pic>
          <p:nvPicPr>
            <p:cNvPr id="22558" name="Picture 1">
              <a:extLst>
                <a:ext uri="{FF2B5EF4-FFF2-40B4-BE49-F238E27FC236}">
                  <a16:creationId xmlns:a16="http://schemas.microsoft.com/office/drawing/2014/main" id="{A45191FB-8434-47C0-B22C-20D3CD741035}"/>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83584" y="2493953"/>
              <a:ext cx="295275"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2559" name="Straight Connector 73">
              <a:extLst>
                <a:ext uri="{FF2B5EF4-FFF2-40B4-BE49-F238E27FC236}">
                  <a16:creationId xmlns:a16="http://schemas.microsoft.com/office/drawing/2014/main" id="{D455FC94-69BB-4EED-AC04-CF870B8A424F}"/>
                </a:ext>
              </a:extLst>
            </p:cNvPr>
            <p:cNvCxnSpPr>
              <a:cxnSpLocks noChangeShapeType="1"/>
            </p:cNvCxnSpPr>
            <p:nvPr/>
          </p:nvCxnSpPr>
          <p:spPr bwMode="auto">
            <a:xfrm rot="5400000">
              <a:off x="7612080" y="1922449"/>
              <a:ext cx="1143008" cy="1143008"/>
            </a:xfrm>
            <a:prstGeom prst="line">
              <a:avLst/>
            </a:prstGeom>
            <a:noFill/>
            <a:ln w="38100">
              <a:solidFill>
                <a:schemeClr val="tx1"/>
              </a:solidFill>
              <a:prstDash val="dash"/>
              <a:round/>
              <a:headEnd/>
              <a:tailEnd/>
            </a:ln>
            <a:extLst>
              <a:ext uri="{909E8E84-426E-40DD-AFC4-6F175D3DCCD1}">
                <a14:hiddenFill xmlns:a14="http://schemas.microsoft.com/office/drawing/2010/main">
                  <a:noFill/>
                </a14:hiddenFill>
              </a:ext>
            </a:extLst>
          </p:spPr>
        </p:cxnSp>
      </p:grpSp>
      <p:cxnSp>
        <p:nvCxnSpPr>
          <p:cNvPr id="88" name="Straight Connector 87">
            <a:extLst>
              <a:ext uri="{FF2B5EF4-FFF2-40B4-BE49-F238E27FC236}">
                <a16:creationId xmlns:a16="http://schemas.microsoft.com/office/drawing/2014/main" id="{F0010830-FEC5-4BB4-9E8C-7623A4D3966B}"/>
              </a:ext>
            </a:extLst>
          </p:cNvPr>
          <p:cNvCxnSpPr>
            <a:cxnSpLocks noChangeShapeType="1"/>
          </p:cNvCxnSpPr>
          <p:nvPr/>
        </p:nvCxnSpPr>
        <p:spPr bwMode="auto">
          <a:xfrm rot="5400000" flipH="1" flipV="1">
            <a:off x="7396956" y="3137694"/>
            <a:ext cx="142875" cy="141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90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par>
                                <p:cTn id="18" presetID="10" presetClass="entr" presetSubtype="0" fill="hold" nodeType="withEffect">
                                  <p:stCondLst>
                                    <p:cond delay="0"/>
                                  </p:stCondLst>
                                  <p:childTnLst>
                                    <p:set>
                                      <p:cBhvr>
                                        <p:cTn id="19" dur="1" fill="hold">
                                          <p:stCondLst>
                                            <p:cond delay="0"/>
                                          </p:stCondLst>
                                        </p:cTn>
                                        <p:tgtEl>
                                          <p:spTgt spid="88"/>
                                        </p:tgtEl>
                                        <p:attrNameLst>
                                          <p:attrName>style.visibility</p:attrName>
                                        </p:attrNameLst>
                                      </p:cBhvr>
                                      <p:to>
                                        <p:strVal val="visible"/>
                                      </p:to>
                                    </p:set>
                                    <p:animEffect transition="in" filter="fade">
                                      <p:cBhvr>
                                        <p:cTn id="20" dur="500"/>
                                        <p:tgtEl>
                                          <p:spTgt spid="88"/>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0"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xit" presetSubtype="0" fill="hold" nodeType="withEffect">
                                  <p:stCondLst>
                                    <p:cond delay="0"/>
                                  </p:stCondLst>
                                  <p:childTnLst>
                                    <p:animEffect transition="out" filter="fade">
                                      <p:cBhvr>
                                        <p:cTn id="31" dur="500"/>
                                        <p:tgtEl>
                                          <p:spTgt spid="88"/>
                                        </p:tgtEl>
                                      </p:cBhvr>
                                    </p:animEffect>
                                    <p:set>
                                      <p:cBhvr>
                                        <p:cTn id="32" dur="1" fill="hold">
                                          <p:stCondLst>
                                            <p:cond delay="499"/>
                                          </p:stCondLst>
                                        </p:cTn>
                                        <p:tgtEl>
                                          <p:spTgt spid="88"/>
                                        </p:tgtEl>
                                        <p:attrNameLst>
                                          <p:attrName>style.visibility</p:attrName>
                                        </p:attrNameLst>
                                      </p:cBhvr>
                                      <p:to>
                                        <p:strVal val="hidden"/>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790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0" presetClass="entr" presetSubtype="0"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par>
                                <p:cTn id="44" presetID="10" presetClass="exit" presetSubtype="0" fill="hold" nodeType="withEffect">
                                  <p:stCondLst>
                                    <p:cond delay="0"/>
                                  </p:stCondLst>
                                  <p:childTnLst>
                                    <p:animEffect transition="out" filter="fade">
                                      <p:cBhvr>
                                        <p:cTn id="45" dur="500"/>
                                        <p:tgtEl>
                                          <p:spTgt spid="8"/>
                                        </p:tgtEl>
                                      </p:cBhvr>
                                    </p:animEffect>
                                    <p:set>
                                      <p:cBhvr>
                                        <p:cTn id="46" dur="1" fill="hold">
                                          <p:stCondLst>
                                            <p:cond delay="499"/>
                                          </p:stCondLst>
                                        </p:cTn>
                                        <p:tgtEl>
                                          <p:spTgt spid="8"/>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6" end="6"/>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790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790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E0137EED-4F46-43E3-A9CE-C173A6594699}"/>
              </a:ext>
            </a:extLst>
          </p:cNvPr>
          <p:cNvSpPr>
            <a:spLocks noGrp="1"/>
          </p:cNvSpPr>
          <p:nvPr>
            <p:ph type="title"/>
          </p:nvPr>
        </p:nvSpPr>
        <p:spPr/>
        <p:txBody>
          <a:bodyPr/>
          <a:lstStyle/>
          <a:p>
            <a:r>
              <a:rPr lang="nl-BE" altLang="nl-NL">
                <a:ea typeface="ＭＳ Ｐゴシック" panose="020B0600070205080204" pitchFamily="34" charset="-128"/>
              </a:rPr>
              <a:t>Toepassen van belichting</a:t>
            </a:r>
          </a:p>
        </p:txBody>
      </p:sp>
      <p:sp>
        <p:nvSpPr>
          <p:cNvPr id="23554" name="Content Placeholder 2">
            <a:extLst>
              <a:ext uri="{FF2B5EF4-FFF2-40B4-BE49-F238E27FC236}">
                <a16:creationId xmlns:a16="http://schemas.microsoft.com/office/drawing/2014/main" id="{A46DBEF8-ADE9-40E1-9EBD-C4D0D99DBA68}"/>
              </a:ext>
            </a:extLst>
          </p:cNvPr>
          <p:cNvSpPr>
            <a:spLocks noGrp="1"/>
          </p:cNvSpPr>
          <p:nvPr>
            <p:ph idx="1"/>
          </p:nvPr>
        </p:nvSpPr>
        <p:spPr/>
        <p:txBody>
          <a:bodyPr/>
          <a:lstStyle/>
          <a:p>
            <a:r>
              <a:rPr lang="nl-BE" altLang="nl-NL">
                <a:ea typeface="ＭＳ Ｐゴシック" panose="020B0600070205080204" pitchFamily="34" charset="-128"/>
              </a:rPr>
              <a:t>Backwards compatibility</a:t>
            </a:r>
          </a:p>
          <a:p>
            <a:pPr lvl="1"/>
            <a:r>
              <a:rPr lang="nl-BE" altLang="nl-NL"/>
              <a:t>Z-Buffering moet na het implementeren van belichting </a:t>
            </a:r>
            <a:r>
              <a:rPr lang="nl-BE" altLang="nl-NL" b="1" i="1"/>
              <a:t>nog altijd</a:t>
            </a:r>
            <a:r>
              <a:rPr lang="nl-BE" altLang="nl-NL" i="1"/>
              <a:t> </a:t>
            </a:r>
            <a:r>
              <a:rPr lang="nl-BE" altLang="nl-NL" b="1" i="1"/>
              <a:t>zonder belichting</a:t>
            </a:r>
            <a:r>
              <a:rPr lang="nl-BE" altLang="nl-NL" b="1"/>
              <a:t> </a:t>
            </a:r>
            <a:r>
              <a:rPr lang="nl-BE" altLang="nl-NL"/>
              <a:t>kunnen worden uitgevoerd.</a:t>
            </a:r>
          </a:p>
          <a:p>
            <a:pPr lvl="1"/>
            <a:endParaRPr lang="nl-BE" altLang="nl-NL"/>
          </a:p>
          <a:p>
            <a:pPr lvl="1"/>
            <a:r>
              <a:rPr lang="nl-BE" altLang="nl-NL"/>
              <a:t>Z-Buffering zonder belichting is een speciaal geval van Z-Buffering mét belichting:</a:t>
            </a:r>
          </a:p>
          <a:p>
            <a:pPr lvl="2"/>
            <a:r>
              <a:rPr lang="nl-BE" altLang="nl-NL"/>
              <a:t>De Color van de figuur is gelijk aan de ambiënte reflectiecoëfficiënt</a:t>
            </a:r>
          </a:p>
          <a:p>
            <a:pPr lvl="2"/>
            <a:r>
              <a:rPr lang="nl-BE" altLang="nl-NL"/>
              <a:t>Er is één licht in de ruimte aanwezig: </a:t>
            </a:r>
          </a:p>
          <a:p>
            <a:pPr lvl="3"/>
            <a:r>
              <a:rPr lang="nl-BE" altLang="nl-NL"/>
              <a:t>Met ambiënte component: (1.0, 1.0, 1.0)</a:t>
            </a:r>
          </a:p>
          <a:p>
            <a:pPr lvl="3"/>
            <a:r>
              <a:rPr lang="nl-BE" altLang="nl-NL"/>
              <a:t>En diffuse/speculaire component (0.0, 0.0, 0.0)</a:t>
            </a:r>
          </a:p>
          <a:p>
            <a:pPr lvl="1"/>
            <a:endParaRPr lang="nl-BE" altLang="nl-NL"/>
          </a:p>
          <a:p>
            <a:pPr lvl="1">
              <a:buFont typeface="Wingdings" panose="05000000000000000000" pitchFamily="2" charset="2"/>
              <a:buChar char="à"/>
            </a:pPr>
            <a:r>
              <a:rPr lang="nl-BE" altLang="nl-NL"/>
              <a:t>Het is </a:t>
            </a:r>
            <a:r>
              <a:rPr lang="nl-BE" altLang="nl-NL" b="1"/>
              <a:t>niet</a:t>
            </a:r>
            <a:r>
              <a:rPr lang="nl-BE" altLang="nl-NL"/>
              <a:t> nodig om twee Z-Buffering implementaties te voorzien</a:t>
            </a:r>
          </a:p>
        </p:txBody>
      </p:sp>
      <p:sp>
        <p:nvSpPr>
          <p:cNvPr id="4" name="Footer Placeholder 3">
            <a:extLst>
              <a:ext uri="{FF2B5EF4-FFF2-40B4-BE49-F238E27FC236}">
                <a16:creationId xmlns:a16="http://schemas.microsoft.com/office/drawing/2014/main" id="{06250ECD-A46E-4A6A-A90B-0BC837B282FE}"/>
              </a:ext>
            </a:extLst>
          </p:cNvPr>
          <p:cNvSpPr>
            <a:spLocks noGrp="1"/>
          </p:cNvSpPr>
          <p:nvPr>
            <p:ph type="ftr" sz="quarter" idx="11"/>
          </p:nvPr>
        </p:nvSpPr>
        <p:spPr/>
        <p:txBody>
          <a:bodyPr/>
          <a:lstStyle/>
          <a:p>
            <a:pPr>
              <a:defRPr/>
            </a:pPr>
            <a:r>
              <a:rPr lang="en-GB"/>
              <a:t>Practicum Computer Graphics: Belichting</a:t>
            </a:r>
            <a:endParaRPr lang="en-GB" dirty="0"/>
          </a:p>
        </p:txBody>
      </p:sp>
      <p:sp>
        <p:nvSpPr>
          <p:cNvPr id="23556" name="Slide Number Placeholder 4">
            <a:extLst>
              <a:ext uri="{FF2B5EF4-FFF2-40B4-BE49-F238E27FC236}">
                <a16:creationId xmlns:a16="http://schemas.microsoft.com/office/drawing/2014/main" id="{49F58B81-1D7F-4FD8-8C5F-1884A43D97CF}"/>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EB6672FC-62EA-4907-AFC1-2A9DD56A9A1F}"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8</a:t>
            </a:fld>
            <a:endParaRPr lang="en-GB" altLang="nl-NL" sz="1400" b="0">
              <a:solidFill>
                <a:srgbClr val="FFFF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33B4F322-D2E4-4402-BC4A-FB07B4C0C981}"/>
              </a:ext>
            </a:extLst>
          </p:cNvPr>
          <p:cNvSpPr>
            <a:spLocks noGrp="1"/>
          </p:cNvSpPr>
          <p:nvPr>
            <p:ph type="title"/>
          </p:nvPr>
        </p:nvSpPr>
        <p:spPr/>
        <p:txBody>
          <a:bodyPr/>
          <a:lstStyle/>
          <a:p>
            <a:r>
              <a:rPr lang="nl-BE" altLang="nl-NL">
                <a:ea typeface="ＭＳ Ｐゴシック" panose="020B0600070205080204" pitchFamily="34" charset="-128"/>
              </a:rPr>
              <a:t>Belichting</a:t>
            </a:r>
          </a:p>
        </p:txBody>
      </p:sp>
      <p:sp>
        <p:nvSpPr>
          <p:cNvPr id="24578" name="Content Placeholder 2">
            <a:extLst>
              <a:ext uri="{FF2B5EF4-FFF2-40B4-BE49-F238E27FC236}">
                <a16:creationId xmlns:a16="http://schemas.microsoft.com/office/drawing/2014/main" id="{292C8484-5FD4-4372-A740-01D6605DE7FF}"/>
              </a:ext>
            </a:extLst>
          </p:cNvPr>
          <p:cNvSpPr>
            <a:spLocks noGrp="1"/>
          </p:cNvSpPr>
          <p:nvPr>
            <p:ph idx="1"/>
          </p:nvPr>
        </p:nvSpPr>
        <p:spPr>
          <a:xfrm>
            <a:off x="504826" y="1077913"/>
            <a:ext cx="9034462" cy="4987925"/>
          </a:xfrm>
        </p:spPr>
        <p:txBody>
          <a:bodyPr/>
          <a:lstStyle/>
          <a:p>
            <a:r>
              <a:rPr lang="nl-BE" altLang="nl-NL" dirty="0">
                <a:ea typeface="ＭＳ Ｐゴシック" panose="020B0600070205080204" pitchFamily="34" charset="-128"/>
              </a:rPr>
              <a:t>Tips</a:t>
            </a:r>
            <a:endParaRPr lang="nl-BE" altLang="nl-NL" dirty="0"/>
          </a:p>
          <a:p>
            <a:pPr lvl="1"/>
            <a:r>
              <a:rPr lang="nl-BE" altLang="nl-NL" dirty="0"/>
              <a:t>Implementeer en test één variant van licht tegelijk. Begin pas aan de volgende vorm van belichting eens je zeker bent dat de vorige variant correct geïmplementeerd is. </a:t>
            </a:r>
          </a:p>
          <a:p>
            <a:pPr lvl="1"/>
            <a:endParaRPr lang="nl-BE" altLang="nl-NL" dirty="0"/>
          </a:p>
          <a:p>
            <a:pPr lvl="1"/>
            <a:r>
              <a:rPr lang="nl-BE" altLang="nl-NL" dirty="0"/>
              <a:t>Begin eerst met het implementeren van </a:t>
            </a:r>
            <a:r>
              <a:rPr lang="nl-BE" altLang="en-GB" dirty="0"/>
              <a:t>‘</a:t>
            </a:r>
            <a:r>
              <a:rPr lang="nl-BE" altLang="nl-NL" dirty="0"/>
              <a:t>ambient</a:t>
            </a:r>
            <a:r>
              <a:rPr lang="nl-BE" altLang="en-GB" dirty="0"/>
              <a:t>’</a:t>
            </a:r>
            <a:r>
              <a:rPr lang="nl-BE" altLang="nl-NL" dirty="0"/>
              <a:t> licht: dit is de meest eenvoudige variant. Implementeer vervolgens diffuus licht met lichtbron op oneindig, diffuus licht met puntbronnen en glanzend licht.</a:t>
            </a:r>
          </a:p>
          <a:p>
            <a:pPr lvl="1"/>
            <a:endParaRPr lang="nl-BE" altLang="nl-NL" dirty="0"/>
          </a:p>
          <a:p>
            <a:pPr lvl="1"/>
            <a:r>
              <a:rPr lang="nl-BE" altLang="nl-NL" dirty="0"/>
              <a:t>Als je </a:t>
            </a:r>
            <a:r>
              <a:rPr lang="nl-BE" altLang="en-GB" dirty="0"/>
              <a:t>‘</a:t>
            </a:r>
            <a:r>
              <a:rPr lang="nl-BE" altLang="nl-NL" dirty="0"/>
              <a:t>rare</a:t>
            </a:r>
            <a:r>
              <a:rPr lang="nl-BE" altLang="en-GB" dirty="0"/>
              <a:t>’</a:t>
            </a:r>
            <a:r>
              <a:rPr lang="nl-BE" altLang="nl-NL" dirty="0"/>
              <a:t> fouten tegenkomt bij het implementeren van deze opdracht, kijk dan ook je Z-Buffering implementatie na. Veel typische fouten die met Z-Buffering worden gemaakt worden pas tijdens het implementeren van belichting zichtbaar.</a:t>
            </a:r>
          </a:p>
          <a:p>
            <a:pPr lvl="1"/>
            <a:endParaRPr lang="nl-BE" altLang="nl-NL" dirty="0"/>
          </a:p>
          <a:p>
            <a:pPr lvl="1"/>
            <a:r>
              <a:rPr lang="nl-BE" altLang="nl-NL" dirty="0"/>
              <a:t>Ontbrekende vlakken in je figuur en problemen met punten die niet in tegenwijzerzin staan, duiken ook soms pas hier op. Als je met een specifieke figuur problemen ondervindt, kijk dan het aanmaken van die figuur na.</a:t>
            </a:r>
          </a:p>
          <a:p>
            <a:pPr lvl="1"/>
            <a:endParaRPr lang="nl-BE" altLang="nl-NL" dirty="0"/>
          </a:p>
          <a:p>
            <a:pPr lvl="1"/>
            <a:endParaRPr lang="nl-BE" altLang="nl-NL" dirty="0"/>
          </a:p>
          <a:p>
            <a:pPr lvl="1"/>
            <a:endParaRPr lang="nl-BE" altLang="nl-NL" dirty="0"/>
          </a:p>
          <a:p>
            <a:pPr lvl="1"/>
            <a:endParaRPr lang="nl-BE" altLang="nl-NL" dirty="0"/>
          </a:p>
        </p:txBody>
      </p:sp>
      <p:sp>
        <p:nvSpPr>
          <p:cNvPr id="4" name="Footer Placeholder 3">
            <a:extLst>
              <a:ext uri="{FF2B5EF4-FFF2-40B4-BE49-F238E27FC236}">
                <a16:creationId xmlns:a16="http://schemas.microsoft.com/office/drawing/2014/main" id="{302250AF-C380-491C-95FB-DBF816D31ED5}"/>
              </a:ext>
            </a:extLst>
          </p:cNvPr>
          <p:cNvSpPr>
            <a:spLocks noGrp="1"/>
          </p:cNvSpPr>
          <p:nvPr>
            <p:ph type="ftr" sz="quarter" idx="11"/>
          </p:nvPr>
        </p:nvSpPr>
        <p:spPr/>
        <p:txBody>
          <a:bodyPr/>
          <a:lstStyle/>
          <a:p>
            <a:pPr>
              <a:defRPr/>
            </a:pPr>
            <a:r>
              <a:rPr lang="en-GB"/>
              <a:t>Practicum Computer Graphics: Belichting</a:t>
            </a:r>
            <a:endParaRPr lang="en-GB" dirty="0"/>
          </a:p>
        </p:txBody>
      </p:sp>
      <p:sp>
        <p:nvSpPr>
          <p:cNvPr id="24580" name="Slide Number Placeholder 4">
            <a:extLst>
              <a:ext uri="{FF2B5EF4-FFF2-40B4-BE49-F238E27FC236}">
                <a16:creationId xmlns:a16="http://schemas.microsoft.com/office/drawing/2014/main" id="{DE47316F-AA98-4EDE-9AAD-EFAC8D6196A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lnSpc>
                <a:spcPct val="81000"/>
              </a:lnSpc>
              <a:spcAft>
                <a:spcPts val="1413"/>
              </a:spcAft>
              <a:buClr>
                <a:srgbClr val="053A60"/>
              </a:buClr>
              <a:buSzPct val="100000"/>
              <a:buFont typeface="Arial" panose="020B0604020202020204" pitchFamily="34" charset="0"/>
              <a:buChar char="•"/>
              <a:tabLst>
                <a:tab pos="723900" algn="l"/>
              </a:tabLst>
              <a:defRPr sz="2400" b="1">
                <a:solidFill>
                  <a:srgbClr val="003D64"/>
                </a:solidFill>
                <a:latin typeface="FreeSans" pitchFamily="32" charset="0"/>
                <a:ea typeface="ＭＳ Ｐゴシック" panose="020B0600070205080204" pitchFamily="34" charset="-128"/>
                <a:cs typeface="WenQuanYi Zen Hei" charset="0"/>
              </a:defRPr>
            </a:lvl1pPr>
            <a:lvl2pPr>
              <a:lnSpc>
                <a:spcPct val="81000"/>
              </a:lnSpc>
              <a:spcAft>
                <a:spcPts val="1138"/>
              </a:spcAft>
              <a:buClr>
                <a:srgbClr val="053A60"/>
              </a:buClr>
              <a:buSzPct val="100000"/>
              <a:buFont typeface="Times New Roman" panose="02020603050405020304" pitchFamily="18" charset="0"/>
              <a:buChar char="–"/>
              <a:tabLst>
                <a:tab pos="723900" algn="l"/>
              </a:tabLst>
              <a:defRPr sz="2200">
                <a:solidFill>
                  <a:srgbClr val="003D64"/>
                </a:solidFill>
                <a:latin typeface="FreeSans" pitchFamily="32" charset="0"/>
                <a:ea typeface="WenQuanYi Zen Hei" charset="0"/>
                <a:cs typeface="WenQuanYi Zen Hei" charset="0"/>
              </a:defRPr>
            </a:lvl2pPr>
            <a:lvl3pPr>
              <a:lnSpc>
                <a:spcPct val="81000"/>
              </a:lnSpc>
              <a:spcAft>
                <a:spcPts val="850"/>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3pPr>
            <a:lvl4pPr>
              <a:lnSpc>
                <a:spcPct val="81000"/>
              </a:lnSpc>
              <a:spcAft>
                <a:spcPts val="575"/>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4pPr>
            <a:lvl5pPr>
              <a:lnSpc>
                <a:spcPct val="81000"/>
              </a:lnSpc>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5pPr>
            <a:lvl6pPr marL="25146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6pPr>
            <a:lvl7pPr marL="29718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7pPr>
            <a:lvl8pPr marL="34290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8pPr>
            <a:lvl9pPr marL="3886200" indent="-228600" defTabSz="449263" eaLnBrk="0" fontAlgn="base" hangingPunct="0">
              <a:lnSpc>
                <a:spcPct val="81000"/>
              </a:lnSpc>
              <a:spcBef>
                <a:spcPct val="0"/>
              </a:spcBef>
              <a:spcAft>
                <a:spcPts val="288"/>
              </a:spcAft>
              <a:buClr>
                <a:srgbClr val="053A60"/>
              </a:buClr>
              <a:buSzPct val="100000"/>
              <a:buFont typeface="Times New Roman" panose="02020603050405020304" pitchFamily="18" charset="0"/>
              <a:buChar char="»"/>
              <a:tabLst>
                <a:tab pos="723900" algn="l"/>
              </a:tabLst>
              <a:defRPr sz="2000">
                <a:solidFill>
                  <a:srgbClr val="003D64"/>
                </a:solidFill>
                <a:latin typeface="FreeSans" pitchFamily="32" charset="0"/>
                <a:ea typeface="WenQuanYi Zen Hei" charset="0"/>
                <a:cs typeface="WenQuanYi Zen Hei" charset="0"/>
              </a:defRPr>
            </a:lvl9pPr>
          </a:lstStyle>
          <a:p>
            <a:pPr>
              <a:lnSpc>
                <a:spcPct val="108000"/>
              </a:lnSpc>
              <a:spcAft>
                <a:spcPct val="0"/>
              </a:spcAft>
              <a:buClr>
                <a:srgbClr val="000000"/>
              </a:buClr>
              <a:buFont typeface="Times New Roman" panose="02020603050405020304" pitchFamily="18" charset="0"/>
              <a:buNone/>
            </a:pPr>
            <a:fld id="{A75C6ED2-656E-4398-A060-67E6077F3F53}" type="slidenum">
              <a:rPr lang="en-GB" altLang="nl-NL" sz="1400" b="0">
                <a:solidFill>
                  <a:srgbClr val="FFFFFF"/>
                </a:solidFill>
              </a:rPr>
              <a:pPr>
                <a:lnSpc>
                  <a:spcPct val="108000"/>
                </a:lnSpc>
                <a:spcAft>
                  <a:spcPct val="0"/>
                </a:spcAft>
                <a:buClr>
                  <a:srgbClr val="000000"/>
                </a:buClr>
                <a:buFont typeface="Times New Roman" panose="02020603050405020304" pitchFamily="18" charset="0"/>
                <a:buNone/>
              </a:pPr>
              <a:t>9</a:t>
            </a:fld>
            <a:endParaRPr lang="en-GB" altLang="nl-NL" sz="1400" b="0">
              <a:solidFill>
                <a:srgbClr val="FFFFFF"/>
              </a:solidFill>
            </a:endParaRPr>
          </a:p>
        </p:txBody>
      </p:sp>
    </p:spTree>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FreeSans"/>
        <a:ea typeface="WenQuanYi Zen Hei"/>
        <a:cs typeface="WenQuanYi Zen Hei"/>
      </a:majorFont>
      <a:minorFont>
        <a:latin typeface="FreeSans"/>
        <a:ea typeface="WenQuanYi Zen Hei"/>
        <a:cs typeface="WenQuanYi Zen He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Verdana"/>
        <a:ea typeface=""/>
        <a:cs typeface="DejaVu Sans"/>
      </a:majorFont>
      <a:minorFont>
        <a:latin typeface="Verdana"/>
        <a:ea typeface=""/>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449263" rtl="0" eaLnBrk="1" fontAlgn="base" latinLnBrk="0" hangingPunct="0">
          <a:lnSpc>
            <a:spcPct val="93000"/>
          </a:lnSpc>
          <a:spcBef>
            <a:spcPct val="0"/>
          </a:spcBef>
          <a:spcAft>
            <a:spcPct val="0"/>
          </a:spcAft>
          <a:buClr>
            <a:srgbClr val="000000"/>
          </a:buClr>
          <a:buSzPct val="100000"/>
          <a:buFont typeface="Times New Roman" pitchFamily="16" charset="0"/>
          <a:buNone/>
          <a:tabLst/>
          <a:defRPr kumimoji="0" lang="en-GB" sz="1800" b="0" i="0" u="none" strike="noStrike" cap="none" normalizeH="0" baseline="0" smtClean="0">
            <a:ln>
              <a:noFill/>
            </a:ln>
            <a:effectLst/>
            <a:latin typeface="Arial"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884</Words>
  <Application>Microsoft Macintosh PowerPoint</Application>
  <PresentationFormat>Custom</PresentationFormat>
  <Paragraphs>161</Paragraphs>
  <Slides>9</Slides>
  <Notes>1</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9</vt:i4>
      </vt:variant>
    </vt:vector>
  </HeadingPairs>
  <TitlesOfParts>
    <vt:vector size="19" baseType="lpstr">
      <vt:lpstr>ＭＳ Ｐゴシック</vt:lpstr>
      <vt:lpstr>Arial</vt:lpstr>
      <vt:lpstr>Courier New</vt:lpstr>
      <vt:lpstr>FreeSans</vt:lpstr>
      <vt:lpstr>Times New Roman</vt:lpstr>
      <vt:lpstr>Verdana</vt:lpstr>
      <vt:lpstr>WenQuanYi Zen Hei</vt:lpstr>
      <vt:lpstr>Wingdings</vt:lpstr>
      <vt:lpstr>Office Theme</vt:lpstr>
      <vt:lpstr>1_Office Theme</vt:lpstr>
      <vt:lpstr>Opdracht Belichting</vt:lpstr>
      <vt:lpstr>Belichting</vt:lpstr>
      <vt:lpstr>Datastructuren</vt:lpstr>
      <vt:lpstr>Datastructuren</vt:lpstr>
      <vt:lpstr>Toepassen van belichting</vt:lpstr>
      <vt:lpstr>Toepassen van belichting</vt:lpstr>
      <vt:lpstr>Toepassen van belichting</vt:lpstr>
      <vt:lpstr>Toepassen van belichting</vt:lpstr>
      <vt:lpstr>Belichting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goes here</dc:title>
  <dc:creator/>
  <cp:lastModifiedBy>Tim Apers</cp:lastModifiedBy>
  <cp:revision>367</cp:revision>
  <cp:lastPrinted>1601-01-01T00:00:00Z</cp:lastPrinted>
  <dcterms:created xsi:type="dcterms:W3CDTF">2011-10-06T12:04:05Z</dcterms:created>
  <dcterms:modified xsi:type="dcterms:W3CDTF">2026-04-28T13:08:52Z</dcterms:modified>
</cp:coreProperties>
</file>