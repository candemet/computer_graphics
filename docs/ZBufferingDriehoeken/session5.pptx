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  <p:sldMasterId id="2147483649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70" r:id="rId15"/>
    <p:sldId id="274" r:id="rId16"/>
    <p:sldId id="276" r:id="rId17"/>
  </p:sldIdLst>
  <p:sldSz cx="10080625" cy="7559675"/>
  <p:notesSz cx="7772400" cy="10058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109" d="100"/>
          <a:sy n="109" d="100"/>
        </p:scale>
        <p:origin x="1944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49C446-E064-8F45-BA8A-986098ACE9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9B06B-0845-614B-9830-D44624F33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BBC77338-82A4-8544-AE7D-490140122858}" type="datetimeFigureOut">
              <a:rPr lang="en-US"/>
              <a:pPr>
                <a:defRPr/>
              </a:pPr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926FD-1CA9-D143-8A60-3C29047A8F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AACA0-7FB8-934E-9F47-89D00EADB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E475C77-0816-8F4B-8C7E-D0324A49C61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>
            <a:extLst>
              <a:ext uri="{FF2B5EF4-FFF2-40B4-BE49-F238E27FC236}">
                <a16:creationId xmlns:a16="http://schemas.microsoft.com/office/drawing/2014/main" id="{04CC130F-20C8-397E-82FC-71D90523C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2D0F647E-01A9-F797-EF03-30B411E61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18DAC8E1-E1E2-BEF8-4C92-91C99CD08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3BAB0554-B2FD-9044-082A-5B412863F12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95400" y="754063"/>
            <a:ext cx="5180013" cy="37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1528965-8F47-464E-821F-EE21F241A27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noProof="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4E523143-5527-E03C-F433-A7AEAD624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ADD7E08-9795-384F-8E6F-B05FD8057E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220F3074-D62F-A846-B494-5F8A1F4E64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6418B840-F5B2-84D8-88D9-B005C6678E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AE112002-DD8E-6048-89C5-0CE162BBDAC6}" type="slidenum">
              <a:rPr lang="en-US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/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CED483B9-13F6-F900-F773-E2426C9DF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spcBef>
                <a:spcPct val="0"/>
              </a:spcBef>
              <a:buSzPct val="45000"/>
              <a:buFont typeface="Wingdings" pitchFamily="2" charset="2"/>
              <a:buNone/>
            </a:pPr>
            <a:fld id="{812510F2-E0BF-5543-917D-97494BDAF5A7}" type="slidenum">
              <a:rPr lang="en-US" altLang="en-US">
                <a:latin typeface="Arial" panose="020B0604020202020204" pitchFamily="34" charset="0"/>
              </a:rPr>
              <a:pPr algn="r" eaLnBrk="1"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23DA4654-94D2-4C32-1E2C-EF5A467E85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EDD3BA57-5A9F-8E35-6412-DD406234A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6638" y="4776788"/>
            <a:ext cx="5699125" cy="452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CAB8A917-C2C5-11C3-02D6-7E7214760F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7613" cy="3770312"/>
          </a:xfrm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CF595DF4-BB99-314D-5E6C-34F65A36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41CDF116-465A-A7DC-C802-A121F8722121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10383346-F142-0549-AC24-D17FDDABBB74}" type="slidenum">
              <a:rPr lang="en-US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AB6AA-1027-9998-6A97-99CA88E8A99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AE5D56-B89A-90EF-902F-3516E95C1B0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414A35-8A07-FE9C-88B0-04466ACD966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D2DF6-0922-FD49-B691-BE27C534C24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211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432981-F166-4066-2300-6764DE1D80C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EB945C-4134-B041-6399-CAA2BA91E63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xfrm>
            <a:off x="4319588" y="7199313"/>
            <a:ext cx="5221287" cy="35877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247071-69CF-3556-6BF0-2AE3DCBA62A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9EF4DB1-4772-5545-9624-57AD54836BB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937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7CDF3B-4E39-A973-7FDF-BE37BC220DD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B666AB-A74E-E778-35DF-AB8EA056F07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8F19DF-47CD-D300-DB86-8BC8EBC5C9E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CB739-47D5-FA4E-9ABC-9A70152BDE9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028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4023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875" y="1260475"/>
            <a:ext cx="4441825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3ADA4-ADA0-56F0-8837-CAA6895D172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7DCEB-2D29-A26E-AC48-52AB3E16829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CA440-F862-AB8C-27F7-F272E737040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E17D67-C856-EE47-941D-293F928781B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02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753C28-F9BE-9921-21F6-1D0AFB82E9C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335424-617A-A537-4478-C395BA5F0B6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33BC9C9-8B59-0DE1-13D2-42A2A61A905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F1989-C3AF-2740-AEF9-99E080363EB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79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44FE58-9C62-9137-8EA5-62E206A6147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239241-AF30-7B5E-E5EA-4CE3FFF48C0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5216D8-63C2-98B0-A3AC-B0C7F0FBE7B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BA519-77E3-F444-A554-5E1AB199A1E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977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3F24564-3C33-A999-FB49-B93CF3E5C2E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770890-B523-3368-35AD-FA5146FB24F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89E209-EC8E-4A01-8A50-18D2381559E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0DFE1-6499-674F-93D8-4652D2B36B3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373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DAF4D-53E7-60BD-5BDB-C14E6AF9D04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34A36-6B98-A62F-70E5-3C3D1D3D448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4CB7E-D1C5-24EB-6B24-2F14253FC00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BE6E0-24C1-5A4C-A728-5AA412F134B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920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96EBF-67C0-EA7C-7C75-F248F9C7ED1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A44CC-3BBF-61D0-E79A-4DE33E4A3A1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CB2A1F-2D49-F65A-8D10-04252AD592C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352042-8AFB-9049-B1A3-9118BA11EB0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7422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C536F0-80D4-AAA7-0A93-EFF1A1FD303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38308E-5D74-F104-1138-B29F4B3F686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ECD408-4FBF-BEF4-8FD2-F036601D5B2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FE9557-AF46-DE46-8263-FC8EC65B6AB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1611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0275" y="179388"/>
            <a:ext cx="2259013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4637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282381-1E22-645E-980D-497DE1A4AED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07EEC8-7B2E-2475-0CA7-8C1375F80CE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1AB457-7B98-86BB-EAFA-BF566A710F5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B115E0-4448-1948-846E-E4885D52872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12726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0215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4884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8920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6085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1750" y="1181100"/>
            <a:ext cx="426243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4896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9618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7605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416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34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4585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2084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600" y="76200"/>
            <a:ext cx="2170113" cy="6092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62700" cy="6092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724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76200"/>
            <a:ext cx="7729538" cy="1174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0670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ECAB2905-81B3-81B9-3CE0-1E85001FB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9610798-13EF-F379-F346-23D22D066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AAB92E0-FAF7-2207-6CEA-D1A1AAEBD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574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5DF4511-5B10-A14B-AD4E-A1B2531C8E21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CDED36-6E08-8B4C-A1EF-4A050755C9F5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49926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400" i="1">
                <a:solidFill>
                  <a:srgbClr val="FFFFFF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r>
              <a:rPr lang="nl-BE"/>
              <a:t>Practicum Computer Graphics: Z-Buffering met driehoeken</a:t>
            </a: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4598F60-5C2F-1C49-81B9-D860D1945F5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400">
                <a:solidFill>
                  <a:srgbClr val="FFFFFF"/>
                </a:solidFill>
                <a:latin typeface="FreeSans" pitchFamily="32" charset="0"/>
              </a:defRPr>
            </a:lvl1pPr>
          </a:lstStyle>
          <a:p>
            <a:fld id="{719B91E0-56A7-C041-A819-5E6860D0AEDB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1032" name="Picture 7">
            <a:extLst>
              <a:ext uri="{FF2B5EF4-FFF2-40B4-BE49-F238E27FC236}">
                <a16:creationId xmlns:a16="http://schemas.microsoft.com/office/drawing/2014/main" id="{8C41B10B-6809-B2AE-F61B-475D2F266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33" name="Picture 8">
            <a:extLst>
              <a:ext uri="{FF2B5EF4-FFF2-40B4-BE49-F238E27FC236}">
                <a16:creationId xmlns:a16="http://schemas.microsoft.com/office/drawing/2014/main" id="{9C5EDD7E-69CB-B9AA-36F6-39B55B886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68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</p:sldLayoutIdLst>
  <p:hf hdr="0" dt="0"/>
  <p:txStyles>
    <p:titleStyle>
      <a:lvl1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2pPr>
      <a:lvl3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3pPr>
      <a:lvl4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4pPr>
      <a:lvl5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5pPr>
      <a:lvl6pPr marL="25146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6pPr>
      <a:lvl7pPr marL="29718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7pPr>
      <a:lvl8pPr marL="34290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8pPr>
      <a:lvl9pPr marL="38862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9pPr>
    </p:titleStyle>
    <p:bodyStyle>
      <a:lvl1pPr marL="342900" indent="-342900" algn="l" defTabSz="449263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53A60"/>
        </a:buClr>
        <a:buSzPct val="100000"/>
        <a:buFont typeface="Arial" panose="020B0604020202020204" pitchFamily="34" charset="0"/>
        <a:buChar char="•"/>
        <a:defRPr sz="2400" b="1">
          <a:solidFill>
            <a:srgbClr val="003D64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200">
          <a:solidFill>
            <a:srgbClr val="003D64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53A60"/>
        </a:buClr>
        <a:buSzPct val="100000"/>
        <a:buFont typeface="Times New Roman" panose="02020603050405020304" pitchFamily="18" charset="0"/>
        <a:buChar char="•"/>
        <a:defRPr sz="2000">
          <a:solidFill>
            <a:srgbClr val="003D64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4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53A6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4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>
            <a:extLst>
              <a:ext uri="{FF2B5EF4-FFF2-40B4-BE49-F238E27FC236}">
                <a16:creationId xmlns:a16="http://schemas.microsoft.com/office/drawing/2014/main" id="{CC7030EA-6C2E-8B2C-187A-927D46D51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55C46FF7-E342-A52C-3E15-B225F321C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953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52FDAB9-2508-0FE7-EE48-223EBA4B8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5688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</p:sldLayoutIdLst>
  <p:hf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800">
          <a:solidFill>
            <a:srgbClr val="003D62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3D62"/>
          </a:solidFill>
          <a:latin typeface="+mn-lt"/>
          <a:ea typeface="DejaVu Sans" charset="0"/>
          <a:cs typeface="+mn-cs"/>
        </a:defRPr>
      </a:lvl2pPr>
      <a:lvl3pPr marL="1143000" indent="-228600" algn="l" defTabSz="449263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700">
          <a:solidFill>
            <a:srgbClr val="003D62"/>
          </a:solidFill>
          <a:latin typeface="+mn-lt"/>
          <a:ea typeface="DejaVu Sans" charset="0"/>
          <a:cs typeface="+mn-cs"/>
        </a:defRPr>
      </a:lvl3pPr>
      <a:lvl4pPr marL="16002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4pPr>
      <a:lvl5pPr marL="20574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5pPr>
      <a:lvl6pPr marL="25146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6C11C5BE-4517-0AB2-AECF-8DD5647E1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625" y="1422400"/>
            <a:ext cx="8677275" cy="500063"/>
          </a:xfrm>
        </p:spPr>
        <p:txBody>
          <a:bodyPr anchor="b"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 b="1">
                <a:ea typeface="ＭＳ Ｐゴシック" panose="020B0600070205080204" pitchFamily="34" charset="-128"/>
              </a:rPr>
              <a:t>Z-buffering met driehoeken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1FD87FAB-D856-2E24-BA9F-353FDF776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22463"/>
            <a:ext cx="86772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6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3D62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DejaVu Sans" charset="0"/>
              </a:defRPr>
            </a:lvl1pPr>
            <a:lvl2pPr>
              <a:spcBef>
                <a:spcPts val="6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7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GB" altLang="en-US" sz="2000" dirty="0">
                <a:solidFill>
                  <a:srgbClr val="7E002F"/>
                </a:solidFill>
              </a:rPr>
              <a:t>Tim Apers</a:t>
            </a:r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D2F09AC1-ACCC-EB73-E098-D302CBE96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88" name="Picture 5" descr="5_zbuffering.bmp">
            <a:extLst>
              <a:ext uri="{FF2B5EF4-FFF2-40B4-BE49-F238E27FC236}">
                <a16:creationId xmlns:a16="http://schemas.microsoft.com/office/drawing/2014/main" id="{0D058129-3B3C-3C31-66B5-C5D558C4E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2851150"/>
            <a:ext cx="3363913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3">
            <a:extLst>
              <a:ext uri="{FF2B5EF4-FFF2-40B4-BE49-F238E27FC236}">
                <a16:creationId xmlns:a16="http://schemas.microsoft.com/office/drawing/2014/main" id="{4DFC97D0-C31F-75F8-3BEA-C8D6C3EF01E9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422775"/>
            <a:ext cx="2270125" cy="2249488"/>
            <a:chOff x="7683500" y="4422775"/>
            <a:chExt cx="2270125" cy="2249488"/>
          </a:xfrm>
        </p:grpSpPr>
        <p:cxnSp>
          <p:nvCxnSpPr>
            <p:cNvPr id="18578" name="Straight Connector 2191">
              <a:extLst>
                <a:ext uri="{FF2B5EF4-FFF2-40B4-BE49-F238E27FC236}">
                  <a16:creationId xmlns:a16="http://schemas.microsoft.com/office/drawing/2014/main" id="{1480D6C3-BF92-DB61-FB97-DE67A5D46F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755526" y="5493993"/>
              <a:ext cx="1572281" cy="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79" name="Straight Connector 2037">
              <a:extLst>
                <a:ext uri="{FF2B5EF4-FFF2-40B4-BE49-F238E27FC236}">
                  <a16:creationId xmlns:a16="http://schemas.microsoft.com/office/drawing/2014/main" id="{38626BCD-5CA8-62D5-618A-BE72EC4F93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826840" y="5493996"/>
              <a:ext cx="1572279" cy="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0" name="Straight Connector 2053">
              <a:extLst>
                <a:ext uri="{FF2B5EF4-FFF2-40B4-BE49-F238E27FC236}">
                  <a16:creationId xmlns:a16="http://schemas.microsoft.com/office/drawing/2014/main" id="{4BA0E5AB-345A-6CED-1A93-538FCFB20B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898278" y="5493996"/>
              <a:ext cx="1572281" cy="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1" name="Straight Connector 2054">
              <a:extLst>
                <a:ext uri="{FF2B5EF4-FFF2-40B4-BE49-F238E27FC236}">
                  <a16:creationId xmlns:a16="http://schemas.microsoft.com/office/drawing/2014/main" id="{D127278C-B9BD-79A6-AB3B-CC43EDC08B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969715" y="5493995"/>
              <a:ext cx="1572280" cy="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2" name="Straight Connector 2055">
              <a:extLst>
                <a:ext uri="{FF2B5EF4-FFF2-40B4-BE49-F238E27FC236}">
                  <a16:creationId xmlns:a16="http://schemas.microsoft.com/office/drawing/2014/main" id="{E95015D8-D6A4-1CB2-3F50-0398B2C59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041152" y="5493995"/>
              <a:ext cx="1572281" cy="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3" name="Straight Connector 2056">
              <a:extLst>
                <a:ext uri="{FF2B5EF4-FFF2-40B4-BE49-F238E27FC236}">
                  <a16:creationId xmlns:a16="http://schemas.microsoft.com/office/drawing/2014/main" id="{1FEFD8BE-49B5-DB3B-C99E-940D250F1A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12590" y="5493995"/>
              <a:ext cx="1572279" cy="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4" name="Straight Connector 2057">
              <a:extLst>
                <a:ext uri="{FF2B5EF4-FFF2-40B4-BE49-F238E27FC236}">
                  <a16:creationId xmlns:a16="http://schemas.microsoft.com/office/drawing/2014/main" id="{F501EF6E-F123-325B-7111-845FC2D9E8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84027" y="5493995"/>
              <a:ext cx="1572281" cy="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5" name="Straight Connector 2058">
              <a:extLst>
                <a:ext uri="{FF2B5EF4-FFF2-40B4-BE49-F238E27FC236}">
                  <a16:creationId xmlns:a16="http://schemas.microsoft.com/office/drawing/2014/main" id="{AB98FDF8-8647-0A7F-C007-E635AC4894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255465" y="5493995"/>
              <a:ext cx="1572279" cy="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6" name="Straight Connector 2059">
              <a:extLst>
                <a:ext uri="{FF2B5EF4-FFF2-40B4-BE49-F238E27FC236}">
                  <a16:creationId xmlns:a16="http://schemas.microsoft.com/office/drawing/2014/main" id="{4AA2EF37-356D-A251-EFE9-A4AAF5B813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26901" y="5493994"/>
              <a:ext cx="1572281" cy="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7" name="Straight Connector 2060">
              <a:extLst>
                <a:ext uri="{FF2B5EF4-FFF2-40B4-BE49-F238E27FC236}">
                  <a16:creationId xmlns:a16="http://schemas.microsoft.com/office/drawing/2014/main" id="{2C8E7101-4E63-CF32-FF06-B8B3FE05F4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98339" y="5493994"/>
              <a:ext cx="1572279" cy="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8" name="Straight Connector 2061">
              <a:extLst>
                <a:ext uri="{FF2B5EF4-FFF2-40B4-BE49-F238E27FC236}">
                  <a16:creationId xmlns:a16="http://schemas.microsoft.com/office/drawing/2014/main" id="{2A7F0F2C-AF78-875D-A59A-1D0BA34C40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469777" y="5493994"/>
              <a:ext cx="1572281" cy="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89" name="Straight Connector 2062">
              <a:extLst>
                <a:ext uri="{FF2B5EF4-FFF2-40B4-BE49-F238E27FC236}">
                  <a16:creationId xmlns:a16="http://schemas.microsoft.com/office/drawing/2014/main" id="{21C2D4D6-7B36-5839-B7A5-9C240475C8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541214" y="5493994"/>
              <a:ext cx="1572279" cy="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0" name="Straight Connector 2063">
              <a:extLst>
                <a:ext uri="{FF2B5EF4-FFF2-40B4-BE49-F238E27FC236}">
                  <a16:creationId xmlns:a16="http://schemas.microsoft.com/office/drawing/2014/main" id="{461210D2-72EC-7829-14A8-8708A8DA5F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612651" y="5493993"/>
              <a:ext cx="1572281" cy="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1" name="Straight Connector 2064">
              <a:extLst>
                <a:ext uri="{FF2B5EF4-FFF2-40B4-BE49-F238E27FC236}">
                  <a16:creationId xmlns:a16="http://schemas.microsoft.com/office/drawing/2014/main" id="{85ED068F-A7B4-F917-F06B-8C4089A1C5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684088" y="5493993"/>
              <a:ext cx="1572279" cy="1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2" name="Straight Connector 2065">
              <a:extLst>
                <a:ext uri="{FF2B5EF4-FFF2-40B4-BE49-F238E27FC236}">
                  <a16:creationId xmlns:a16="http://schemas.microsoft.com/office/drawing/2014/main" id="{7084ADFC-1A5F-CB2F-C0FC-5118FD432F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755403" y="5493996"/>
              <a:ext cx="1572281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3" name="Straight Connector 2066">
              <a:extLst>
                <a:ext uri="{FF2B5EF4-FFF2-40B4-BE49-F238E27FC236}">
                  <a16:creationId xmlns:a16="http://schemas.microsoft.com/office/drawing/2014/main" id="{B0F177D9-56D6-8CA3-445E-0D48871183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683966" y="5493997"/>
              <a:ext cx="1572279" cy="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4" name="Straight Connector 2067">
              <a:extLst>
                <a:ext uri="{FF2B5EF4-FFF2-40B4-BE49-F238E27FC236}">
                  <a16:creationId xmlns:a16="http://schemas.microsoft.com/office/drawing/2014/main" id="{C40321F3-BEA2-FA77-E345-FF964DF5C8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612529" y="5493997"/>
              <a:ext cx="1572281" cy="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5" name="Straight Connector 2068">
              <a:extLst>
                <a:ext uri="{FF2B5EF4-FFF2-40B4-BE49-F238E27FC236}">
                  <a16:creationId xmlns:a16="http://schemas.microsoft.com/office/drawing/2014/main" id="{6E548733-CA97-076A-17B8-302EC0372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41091" y="5493997"/>
              <a:ext cx="1572279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6" name="Straight Connector 2082">
              <a:extLst>
                <a:ext uri="{FF2B5EF4-FFF2-40B4-BE49-F238E27FC236}">
                  <a16:creationId xmlns:a16="http://schemas.microsoft.com/office/drawing/2014/main" id="{D2972FAA-625B-55B8-5FCE-F6ADCC54FB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470785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7" name="Straight Connector 2083">
              <a:extLst>
                <a:ext uri="{FF2B5EF4-FFF2-40B4-BE49-F238E27FC236}">
                  <a16:creationId xmlns:a16="http://schemas.microsoft.com/office/drawing/2014/main" id="{444C9A0A-F6B2-D9A0-B5F1-A8CE218088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477932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8" name="Straight Connector 2084">
              <a:extLst>
                <a:ext uri="{FF2B5EF4-FFF2-40B4-BE49-F238E27FC236}">
                  <a16:creationId xmlns:a16="http://schemas.microsoft.com/office/drawing/2014/main" id="{8A0C57D1-072F-B471-29BC-65D8767EA7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485078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99" name="Straight Connector 2085">
              <a:extLst>
                <a:ext uri="{FF2B5EF4-FFF2-40B4-BE49-F238E27FC236}">
                  <a16:creationId xmlns:a16="http://schemas.microsoft.com/office/drawing/2014/main" id="{BD6516B2-9217-B6A0-B28B-96DFCA5B36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4922256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0" name="Straight Connector 2086">
              <a:extLst>
                <a:ext uri="{FF2B5EF4-FFF2-40B4-BE49-F238E27FC236}">
                  <a16:creationId xmlns:a16="http://schemas.microsoft.com/office/drawing/2014/main" id="{646CD122-7112-F2F7-EA09-94ED589488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499372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1" name="Straight Connector 2088">
              <a:extLst>
                <a:ext uri="{FF2B5EF4-FFF2-40B4-BE49-F238E27FC236}">
                  <a16:creationId xmlns:a16="http://schemas.microsoft.com/office/drawing/2014/main" id="{19EDFC1B-8743-B0C5-92C8-79F0CD4C88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13665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2" name="Straight Connector 2089">
              <a:extLst>
                <a:ext uri="{FF2B5EF4-FFF2-40B4-BE49-F238E27FC236}">
                  <a16:creationId xmlns:a16="http://schemas.microsoft.com/office/drawing/2014/main" id="{371335C8-9341-6700-22B1-E761D1DA6B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208126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3" name="Straight Connector 2090">
              <a:extLst>
                <a:ext uri="{FF2B5EF4-FFF2-40B4-BE49-F238E27FC236}">
                  <a16:creationId xmlns:a16="http://schemas.microsoft.com/office/drawing/2014/main" id="{B1E89240-AB3D-FD20-6EE9-50ABB6C280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27959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4" name="Straight Connector 2091">
              <a:extLst>
                <a:ext uri="{FF2B5EF4-FFF2-40B4-BE49-F238E27FC236}">
                  <a16:creationId xmlns:a16="http://schemas.microsoft.com/office/drawing/2014/main" id="{F8DEF99F-A033-A64C-F4B9-47F1B5B724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35106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5" name="Straight Connector 2092">
              <a:extLst>
                <a:ext uri="{FF2B5EF4-FFF2-40B4-BE49-F238E27FC236}">
                  <a16:creationId xmlns:a16="http://schemas.microsoft.com/office/drawing/2014/main" id="{483D4AB5-E9B6-A6D5-33FA-69B4FBF169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42252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6" name="Straight Connector 2093">
              <a:extLst>
                <a:ext uri="{FF2B5EF4-FFF2-40B4-BE49-F238E27FC236}">
                  <a16:creationId xmlns:a16="http://schemas.microsoft.com/office/drawing/2014/main" id="{3D0AF48F-2F5C-3663-D438-BD3BE7553B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493996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7" name="Straight Connector 2094">
              <a:extLst>
                <a:ext uri="{FF2B5EF4-FFF2-40B4-BE49-F238E27FC236}">
                  <a16:creationId xmlns:a16="http://schemas.microsoft.com/office/drawing/2014/main" id="{21E37E86-10E4-9959-F4A9-321D2FDBD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56546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8" name="Straight Connector 2095">
              <a:extLst>
                <a:ext uri="{FF2B5EF4-FFF2-40B4-BE49-F238E27FC236}">
                  <a16:creationId xmlns:a16="http://schemas.microsoft.com/office/drawing/2014/main" id="{950A6BF8-DA83-8813-E8F4-B0C16EDE22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63693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09" name="Straight Connector 2096">
              <a:extLst>
                <a:ext uri="{FF2B5EF4-FFF2-40B4-BE49-F238E27FC236}">
                  <a16:creationId xmlns:a16="http://schemas.microsoft.com/office/drawing/2014/main" id="{522D28A5-6713-D295-968D-23ED59458C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70839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0" name="Straight Connector 2097">
              <a:extLst>
                <a:ext uri="{FF2B5EF4-FFF2-40B4-BE49-F238E27FC236}">
                  <a16:creationId xmlns:a16="http://schemas.microsoft.com/office/drawing/2014/main" id="{E0B2EB09-DFA1-3C7B-625C-1774FE81E9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779866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1" name="Straight Connector 2098">
              <a:extLst>
                <a:ext uri="{FF2B5EF4-FFF2-40B4-BE49-F238E27FC236}">
                  <a16:creationId xmlns:a16="http://schemas.microsoft.com/office/drawing/2014/main" id="{1B17F438-A115-5699-817F-2B419379E1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85133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2" name="Straight Connector 2099">
              <a:extLst>
                <a:ext uri="{FF2B5EF4-FFF2-40B4-BE49-F238E27FC236}">
                  <a16:creationId xmlns:a16="http://schemas.microsoft.com/office/drawing/2014/main" id="{F64BFB09-A11C-5B6D-D1AC-FE0EBBEA67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92280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3" name="Straight Connector 2101">
              <a:extLst>
                <a:ext uri="{FF2B5EF4-FFF2-40B4-BE49-F238E27FC236}">
                  <a16:creationId xmlns:a16="http://schemas.microsoft.com/office/drawing/2014/main" id="{90E2ADB1-DB6F-D95A-97E3-D3FC4AB1E4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469654" y="5493998"/>
              <a:ext cx="1572281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4" name="Straight Connector 2102">
              <a:extLst>
                <a:ext uri="{FF2B5EF4-FFF2-40B4-BE49-F238E27FC236}">
                  <a16:creationId xmlns:a16="http://schemas.microsoft.com/office/drawing/2014/main" id="{C069B2BD-89D9-5280-6599-C49BE9F10B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398217" y="5493998"/>
              <a:ext cx="1572279" cy="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5" name="Straight Connector 2103">
              <a:extLst>
                <a:ext uri="{FF2B5EF4-FFF2-40B4-BE49-F238E27FC236}">
                  <a16:creationId xmlns:a16="http://schemas.microsoft.com/office/drawing/2014/main" id="{DC1B3893-48C1-D052-2ECE-625E328FDA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327564" y="5493211"/>
              <a:ext cx="1572296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6" name="Straight Connector 2104">
              <a:extLst>
                <a:ext uri="{FF2B5EF4-FFF2-40B4-BE49-F238E27FC236}">
                  <a16:creationId xmlns:a16="http://schemas.microsoft.com/office/drawing/2014/main" id="{0AA6E75F-5B3E-1E20-C063-B82CB89E99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99426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7" name="Straight Connector 2105">
              <a:extLst>
                <a:ext uri="{FF2B5EF4-FFF2-40B4-BE49-F238E27FC236}">
                  <a16:creationId xmlns:a16="http://schemas.microsoft.com/office/drawing/2014/main" id="{79B30E5B-561C-1AB3-ED7A-2031038337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6065736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8" name="Straight Connector 2106">
              <a:extLst>
                <a:ext uri="{FF2B5EF4-FFF2-40B4-BE49-F238E27FC236}">
                  <a16:creationId xmlns:a16="http://schemas.microsoft.com/office/drawing/2014/main" id="{004E4B74-59B7-0AAC-6A9F-F6EAF7C705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6137203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19" name="Straight Connector 2107">
              <a:extLst>
                <a:ext uri="{FF2B5EF4-FFF2-40B4-BE49-F238E27FC236}">
                  <a16:creationId xmlns:a16="http://schemas.microsoft.com/office/drawing/2014/main" id="{21E18AF2-1AAA-A3E6-55CB-4AF35A3881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620867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20" name="Straight Connector 2108">
              <a:extLst>
                <a:ext uri="{FF2B5EF4-FFF2-40B4-BE49-F238E27FC236}">
                  <a16:creationId xmlns:a16="http://schemas.microsoft.com/office/drawing/2014/main" id="{27EA88F0-E550-9556-9356-6FAA3F0533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6280138"/>
              <a:ext cx="1500179" cy="15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21" name="Straight Connector 2109">
              <a:extLst>
                <a:ext uri="{FF2B5EF4-FFF2-40B4-BE49-F238E27FC236}">
                  <a16:creationId xmlns:a16="http://schemas.microsoft.com/office/drawing/2014/main" id="{EA04F44E-D4EB-F4DE-D56C-A7F1C4C1CB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254549" y="5493999"/>
              <a:ext cx="1573073" cy="79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22" name="Straight Arrow Connector 254">
              <a:extLst>
                <a:ext uri="{FF2B5EF4-FFF2-40B4-BE49-F238E27FC236}">
                  <a16:creationId xmlns:a16="http://schemas.microsoft.com/office/drawing/2014/main" id="{EA772D28-0946-A08B-1A3D-1529160909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0688" y="6280149"/>
              <a:ext cx="1857377" cy="79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23" name="Straight Arrow Connector 255">
              <a:extLst>
                <a:ext uri="{FF2B5EF4-FFF2-40B4-BE49-F238E27FC236}">
                  <a16:creationId xmlns:a16="http://schemas.microsoft.com/office/drawing/2014/main" id="{BF7939CB-8199-834B-9E0D-6D9FA0EB2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146940" y="5387197"/>
              <a:ext cx="1787495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624" name="TextBox 256">
              <a:extLst>
                <a:ext uri="{FF2B5EF4-FFF2-40B4-BE49-F238E27FC236}">
                  <a16:creationId xmlns:a16="http://schemas.microsoft.com/office/drawing/2014/main" id="{0A6EEB5A-CE50-8FBE-25B5-43ABF5172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0877" y="5923604"/>
              <a:ext cx="338552" cy="35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X</a:t>
              </a:r>
            </a:p>
          </p:txBody>
        </p:sp>
        <p:sp>
          <p:nvSpPr>
            <p:cNvPr id="18625" name="TextBox 257">
              <a:extLst>
                <a:ext uri="{FF2B5EF4-FFF2-40B4-BE49-F238E27FC236}">
                  <a16:creationId xmlns:a16="http://schemas.microsoft.com/office/drawing/2014/main" id="{9DBA5DF7-01E3-12F6-DCBA-49AE447C4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3500" y="4422775"/>
              <a:ext cx="338552" cy="350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Y</a:t>
              </a:r>
            </a:p>
          </p:txBody>
        </p:sp>
        <p:sp>
          <p:nvSpPr>
            <p:cNvPr id="18626" name="TextBox 268">
              <a:extLst>
                <a:ext uri="{FF2B5EF4-FFF2-40B4-BE49-F238E27FC236}">
                  <a16:creationId xmlns:a16="http://schemas.microsoft.com/office/drawing/2014/main" id="{8DA29C44-1423-CAB8-CAE8-7EE45494B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0688" y="6351588"/>
              <a:ext cx="191293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>
                  <a:latin typeface="Courier New" panose="02070309020205020404" pitchFamily="49" charset="0"/>
                </a:rPr>
                <a:t>img::</a:t>
              </a:r>
              <a:r>
                <a:rPr lang="nl-BE" altLang="en-US" sz="1600">
                  <a:solidFill>
                    <a:srgbClr val="005032"/>
                  </a:solidFill>
                  <a:latin typeface="Courier New" panose="02070309020205020404" pitchFamily="49" charset="0"/>
                </a:rPr>
                <a:t>EasyImage</a:t>
              </a:r>
            </a:p>
          </p:txBody>
        </p:sp>
        <p:cxnSp>
          <p:nvCxnSpPr>
            <p:cNvPr id="18627" name="Straight Connector 2087">
              <a:extLst>
                <a:ext uri="{FF2B5EF4-FFF2-40B4-BE49-F238E27FC236}">
                  <a16:creationId xmlns:a16="http://schemas.microsoft.com/office/drawing/2014/main" id="{E9B2BAD8-2C80-A6CC-F324-BBF7C919EE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1481" y="5065191"/>
              <a:ext cx="1500179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34" name="Title 1">
            <a:extLst>
              <a:ext uri="{FF2B5EF4-FFF2-40B4-BE49-F238E27FC236}">
                <a16:creationId xmlns:a16="http://schemas.microsoft.com/office/drawing/2014/main" id="{89969F65-0D53-58B0-1CAD-A51867145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Z-Buffering met driehoeken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4514F-B799-3E4C-A4BA-8F7969B3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75708C1A-1D44-2456-0C45-B84749CE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3A8837E2-206F-AD4A-B1E6-2C497F066AB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8437" name="Content Placeholder 5">
            <a:extLst>
              <a:ext uri="{FF2B5EF4-FFF2-40B4-BE49-F238E27FC236}">
                <a16:creationId xmlns:a16="http://schemas.microsoft.com/office/drawing/2014/main" id="{7D60F4DD-1DDB-0003-1FBA-A5C17AAB3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7334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Opdracht: breid je engine uit met de nodige functionaliteit  om Z-buffering met driehoeken toe te passen: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18438" name="TextBox 5">
            <a:extLst>
              <a:ext uri="{FF2B5EF4-FFF2-40B4-BE49-F238E27FC236}">
                <a16:creationId xmlns:a16="http://schemas.microsoft.com/office/drawing/2014/main" id="{C24EED69-7E92-AF40-941E-104BD8339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708025"/>
            <a:ext cx="1841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3" name="Group 182">
            <a:extLst>
              <a:ext uri="{FF2B5EF4-FFF2-40B4-BE49-F238E27FC236}">
                <a16:creationId xmlns:a16="http://schemas.microsoft.com/office/drawing/2014/main" id="{6E7741D0-CBE3-0701-5978-9F9506580639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4779963"/>
            <a:ext cx="1357313" cy="1428750"/>
            <a:chOff x="8112919" y="4779325"/>
            <a:chExt cx="1357314" cy="1429360"/>
          </a:xfrm>
        </p:grpSpPr>
        <p:sp>
          <p:nvSpPr>
            <p:cNvPr id="18563" name="Rectangle 183">
              <a:extLst>
                <a:ext uri="{FF2B5EF4-FFF2-40B4-BE49-F238E27FC236}">
                  <a16:creationId xmlns:a16="http://schemas.microsoft.com/office/drawing/2014/main" id="{06CF329C-DF3F-6A53-0632-BAAC05CC3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045" y="5136665"/>
              <a:ext cx="71438" cy="10720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4" name="Rectangle 185">
              <a:extLst>
                <a:ext uri="{FF2B5EF4-FFF2-40B4-BE49-F238E27FC236}">
                  <a16:creationId xmlns:a16="http://schemas.microsoft.com/office/drawing/2014/main" id="{4EDE48BE-F6AA-D96C-B4C3-E2E201028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7357" y="4850793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5" name="Rectangle 186">
              <a:extLst>
                <a:ext uri="{FF2B5EF4-FFF2-40B4-BE49-F238E27FC236}">
                  <a16:creationId xmlns:a16="http://schemas.microsoft.com/office/drawing/2014/main" id="{30A5F99D-7E9A-64AB-8DE2-1E2EE5085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920" y="4922261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6" name="Rectangle 187">
              <a:extLst>
                <a:ext uri="{FF2B5EF4-FFF2-40B4-BE49-F238E27FC236}">
                  <a16:creationId xmlns:a16="http://schemas.microsoft.com/office/drawing/2014/main" id="{6E7B8CC1-28D6-9D80-517E-6196CEB2F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4482" y="4993729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7" name="Rectangle 188">
              <a:extLst>
                <a:ext uri="{FF2B5EF4-FFF2-40B4-BE49-F238E27FC236}">
                  <a16:creationId xmlns:a16="http://schemas.microsoft.com/office/drawing/2014/main" id="{7209EC7D-E075-9513-FDE6-FCB8C7AC7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2919" y="5065197"/>
              <a:ext cx="71438" cy="11434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8" name="Rectangle 200">
              <a:extLst>
                <a:ext uri="{FF2B5EF4-FFF2-40B4-BE49-F238E27FC236}">
                  <a16:creationId xmlns:a16="http://schemas.microsoft.com/office/drawing/2014/main" id="{9C3B4AA4-3280-4E52-1011-C04A652B4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4356" y="4993729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69" name="Rectangle 201">
              <a:extLst>
                <a:ext uri="{FF2B5EF4-FFF2-40B4-BE49-F238E27FC236}">
                  <a16:creationId xmlns:a16="http://schemas.microsoft.com/office/drawing/2014/main" id="{39A2209B-9C6B-2E11-DF45-FFE6C678F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5794" y="4922261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0" name="Rectangle 202">
              <a:extLst>
                <a:ext uri="{FF2B5EF4-FFF2-40B4-BE49-F238E27FC236}">
                  <a16:creationId xmlns:a16="http://schemas.microsoft.com/office/drawing/2014/main" id="{FE9D6A94-6D57-0821-5B9F-49FD61AF1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7231" y="4850793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1" name="Rectangle 204">
              <a:extLst>
                <a:ext uri="{FF2B5EF4-FFF2-40B4-BE49-F238E27FC236}">
                  <a16:creationId xmlns:a16="http://schemas.microsoft.com/office/drawing/2014/main" id="{4E5BF19A-6E95-36D1-6670-A7204E9B8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920" y="5994281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2" name="Rectangle 205">
              <a:extLst>
                <a:ext uri="{FF2B5EF4-FFF2-40B4-BE49-F238E27FC236}">
                  <a16:creationId xmlns:a16="http://schemas.microsoft.com/office/drawing/2014/main" id="{43FC7722-EC34-A2B0-FB6B-B7D013B1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8795" y="4779325"/>
              <a:ext cx="71438" cy="11434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3" name="Rectangle 208">
              <a:extLst>
                <a:ext uri="{FF2B5EF4-FFF2-40B4-BE49-F238E27FC236}">
                  <a16:creationId xmlns:a16="http://schemas.microsoft.com/office/drawing/2014/main" id="{3DB19703-BA9E-E7F3-75D2-FE89D94B3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7357" y="5922813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4" name="Rectangle 231">
              <a:extLst>
                <a:ext uri="{FF2B5EF4-FFF2-40B4-BE49-F238E27FC236}">
                  <a16:creationId xmlns:a16="http://schemas.microsoft.com/office/drawing/2014/main" id="{DACF5A01-DA56-D878-6262-BDECA7363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4356" y="6137217"/>
              <a:ext cx="92868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5" name="Rectangle 234">
              <a:extLst>
                <a:ext uri="{FF2B5EF4-FFF2-40B4-BE49-F238E27FC236}">
                  <a16:creationId xmlns:a16="http://schemas.microsoft.com/office/drawing/2014/main" id="{3A4DFEAB-1342-D73D-3AFB-FF91D439E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4482" y="6065749"/>
              <a:ext cx="71438" cy="7146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6" name="Rectangle 235">
              <a:extLst>
                <a:ext uri="{FF2B5EF4-FFF2-40B4-BE49-F238E27FC236}">
                  <a16:creationId xmlns:a16="http://schemas.microsoft.com/office/drawing/2014/main" id="{3A79B120-2A6E-2A7D-5C57-7A4CCD3E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4356" y="5065197"/>
              <a:ext cx="999360" cy="7196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577" name="Rectangle 236">
              <a:extLst>
                <a:ext uri="{FF2B5EF4-FFF2-40B4-BE49-F238E27FC236}">
                  <a16:creationId xmlns:a16="http://schemas.microsoft.com/office/drawing/2014/main" id="{1904D03D-C36B-B43F-2987-D6AF7A7E3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98" y="4779325"/>
              <a:ext cx="1000896" cy="7208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  <p:grpSp>
        <p:nvGrpSpPr>
          <p:cNvPr id="6" name="Group 216">
            <a:extLst>
              <a:ext uri="{FF2B5EF4-FFF2-40B4-BE49-F238E27FC236}">
                <a16:creationId xmlns:a16="http://schemas.microsoft.com/office/drawing/2014/main" id="{D9E217FB-6490-5C4B-05EA-0C9B5B4937E0}"/>
              </a:ext>
            </a:extLst>
          </p:cNvPr>
          <p:cNvGrpSpPr>
            <a:grpSpLocks/>
          </p:cNvGrpSpPr>
          <p:nvPr/>
        </p:nvGrpSpPr>
        <p:grpSpPr bwMode="auto">
          <a:xfrm>
            <a:off x="1039813" y="1922463"/>
            <a:ext cx="7050087" cy="2111375"/>
            <a:chOff x="1039813" y="1922463"/>
            <a:chExt cx="7050087" cy="2111375"/>
          </a:xfrm>
        </p:grpSpPr>
        <p:grpSp>
          <p:nvGrpSpPr>
            <p:cNvPr id="18547" name="Group 163">
              <a:extLst>
                <a:ext uri="{FF2B5EF4-FFF2-40B4-BE49-F238E27FC236}">
                  <a16:creationId xmlns:a16="http://schemas.microsoft.com/office/drawing/2014/main" id="{32AA8C13-C5D4-63BE-6D66-EBAC63AD7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3250" y="2065338"/>
              <a:ext cx="2406650" cy="1611312"/>
              <a:chOff x="5683250" y="2065338"/>
              <a:chExt cx="2406650" cy="1611312"/>
            </a:xfrm>
          </p:grpSpPr>
          <p:pic>
            <p:nvPicPr>
              <p:cNvPr id="18561" name="Picture 6" descr="ini-icon.png">
                <a:extLst>
                  <a:ext uri="{FF2B5EF4-FFF2-40B4-BE49-F238E27FC236}">
                    <a16:creationId xmlns:a16="http://schemas.microsoft.com/office/drawing/2014/main" id="{2190A658-268D-527B-E284-7BAFC2C36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40438" y="2065338"/>
                <a:ext cx="1219200" cy="1219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62" name="TextBox 40">
                <a:extLst>
                  <a:ext uri="{FF2B5EF4-FFF2-40B4-BE49-F238E27FC236}">
                    <a16:creationId xmlns:a16="http://schemas.microsoft.com/office/drawing/2014/main" id="{813959C9-E297-A9F9-F626-AA0479120D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3250" y="3351213"/>
                <a:ext cx="2406650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>
                    <a:latin typeface="Courier New" panose="02070309020205020404" pitchFamily="49" charset="0"/>
                  </a:rPr>
                  <a:t>ini::</a:t>
                </a:r>
                <a:r>
                  <a:rPr lang="nl-BE" altLang="en-US" sz="1600">
                    <a:solidFill>
                      <a:srgbClr val="005032"/>
                    </a:solidFill>
                    <a:latin typeface="Courier New" panose="02070309020205020404" pitchFamily="49" charset="0"/>
                  </a:rPr>
                  <a:t>Configuration</a:t>
                </a:r>
              </a:p>
            </p:txBody>
          </p:sp>
        </p:grpSp>
        <p:grpSp>
          <p:nvGrpSpPr>
            <p:cNvPr id="18548" name="Group 169">
              <a:extLst>
                <a:ext uri="{FF2B5EF4-FFF2-40B4-BE49-F238E27FC236}">
                  <a16:creationId xmlns:a16="http://schemas.microsoft.com/office/drawing/2014/main" id="{A5528326-07D3-BCC4-9C9B-39010EC90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9813" y="1922463"/>
              <a:ext cx="1795462" cy="2111375"/>
              <a:chOff x="1039813" y="1922463"/>
              <a:chExt cx="1795462" cy="2111375"/>
            </a:xfrm>
          </p:grpSpPr>
          <p:grpSp>
            <p:nvGrpSpPr>
              <p:cNvPr id="18552" name="Group 38">
                <a:extLst>
                  <a:ext uri="{FF2B5EF4-FFF2-40B4-BE49-F238E27FC236}">
                    <a16:creationId xmlns:a16="http://schemas.microsoft.com/office/drawing/2014/main" id="{4ADDC037-06BC-0C7C-ABEC-64D23EA8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9813" y="1922431"/>
                <a:ext cx="1728787" cy="2063718"/>
                <a:chOff x="6030591" y="2351077"/>
                <a:chExt cx="1966738" cy="2349237"/>
              </a:xfrm>
            </p:grpSpPr>
            <p:cxnSp>
              <p:nvCxnSpPr>
                <p:cNvPr id="18554" name="Straight Arrow Connector 10">
                  <a:extLst>
                    <a:ext uri="{FF2B5EF4-FFF2-40B4-BE49-F238E27FC236}">
                      <a16:creationId xmlns:a16="http://schemas.microsoft.com/office/drawing/2014/main" id="{95A5DACA-7DEF-6A3D-3013-432F615E141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754824" y="3779837"/>
                  <a:ext cx="1214446" cy="1588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555" name="Straight Arrow Connector 11">
                  <a:extLst>
                    <a:ext uri="{FF2B5EF4-FFF2-40B4-BE49-F238E27FC236}">
                      <a16:creationId xmlns:a16="http://schemas.microsoft.com/office/drawing/2014/main" id="{73B66496-0C1E-33F7-5BC6-79D038FBB53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6039650" y="3065457"/>
                  <a:ext cx="1429554" cy="794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556" name="Straight Arrow Connector 14">
                  <a:extLst>
                    <a:ext uri="{FF2B5EF4-FFF2-40B4-BE49-F238E27FC236}">
                      <a16:creationId xmlns:a16="http://schemas.microsoft.com/office/drawing/2014/main" id="{B9C190B0-D214-3E3E-FAA5-E22D2B0EA11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009651" y="3800776"/>
                  <a:ext cx="766113" cy="724234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8557" name="Cube 8">
                  <a:extLst>
                    <a:ext uri="{FF2B5EF4-FFF2-40B4-BE49-F238E27FC236}">
                      <a16:creationId xmlns:a16="http://schemas.microsoft.com/office/drawing/2014/main" id="{6C492EBA-41A1-4D6A-4794-DFEEAB18E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1882" y="2851143"/>
                  <a:ext cx="1357322" cy="1428760"/>
                </a:xfrm>
                <a:prstGeom prst="cube">
                  <a:avLst>
                    <a:gd name="adj" fmla="val 25000"/>
                  </a:avLst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8558" name="TextBox 35">
                  <a:extLst>
                    <a:ext uri="{FF2B5EF4-FFF2-40B4-BE49-F238E27FC236}">
                      <a16:creationId xmlns:a16="http://schemas.microsoft.com/office/drawing/2014/main" id="{7ED5601F-0C59-67A4-A208-7DAC42580E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12078" y="3708399"/>
                  <a:ext cx="385251" cy="398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Y</a:t>
                  </a:r>
                </a:p>
              </p:txBody>
            </p:sp>
            <p:sp>
              <p:nvSpPr>
                <p:cNvPr id="18559" name="TextBox 36">
                  <a:extLst>
                    <a:ext uri="{FF2B5EF4-FFF2-40B4-BE49-F238E27FC236}">
                      <a16:creationId xmlns:a16="http://schemas.microsoft.com/office/drawing/2014/main" id="{BCAA28E8-4E32-E9CB-F0E2-FE7EF50EDC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93172" y="4302074"/>
                  <a:ext cx="385251" cy="398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X</a:t>
                  </a:r>
                </a:p>
              </p:txBody>
            </p:sp>
            <p:sp>
              <p:nvSpPr>
                <p:cNvPr id="18560" name="TextBox 37">
                  <a:extLst>
                    <a:ext uri="{FF2B5EF4-FFF2-40B4-BE49-F238E27FC236}">
                      <a16:creationId xmlns:a16="http://schemas.microsoft.com/office/drawing/2014/main" id="{8FCD553C-1F4B-58FC-C8E0-8DCF333FB3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3386" y="2422515"/>
                  <a:ext cx="325730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Z</a:t>
                  </a:r>
                </a:p>
              </p:txBody>
            </p:sp>
          </p:grpSp>
          <p:sp>
            <p:nvSpPr>
              <p:cNvPr id="18553" name="TextBox 42">
                <a:extLst>
                  <a:ext uri="{FF2B5EF4-FFF2-40B4-BE49-F238E27FC236}">
                    <a16:creationId xmlns:a16="http://schemas.microsoft.com/office/drawing/2014/main" id="{57D0EBEC-4797-97D1-9A25-3E7902C69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9875" y="3708400"/>
                <a:ext cx="1295400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>
                    <a:solidFill>
                      <a:srgbClr val="005032"/>
                    </a:solidFill>
                    <a:latin typeface="Courier New" panose="02070309020205020404" pitchFamily="49" charset="0"/>
                  </a:rPr>
                  <a:t>Figures3D</a:t>
                </a:r>
              </a:p>
            </p:txBody>
          </p:sp>
        </p:grpSp>
        <p:grpSp>
          <p:nvGrpSpPr>
            <p:cNvPr id="18549" name="Group 164">
              <a:extLst>
                <a:ext uri="{FF2B5EF4-FFF2-40B4-BE49-F238E27FC236}">
                  <a16:creationId xmlns:a16="http://schemas.microsoft.com/office/drawing/2014/main" id="{3D49D043-1812-A822-717F-41A4F3853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9588" y="2646363"/>
              <a:ext cx="3062287" cy="741362"/>
              <a:chOff x="3049588" y="2646363"/>
              <a:chExt cx="3062294" cy="740944"/>
            </a:xfrm>
          </p:grpSpPr>
          <p:sp>
            <p:nvSpPr>
              <p:cNvPr id="18550" name="TextBox 279">
                <a:extLst>
                  <a:ext uri="{FF2B5EF4-FFF2-40B4-BE49-F238E27FC236}">
                    <a16:creationId xmlns:a16="http://schemas.microsoft.com/office/drawing/2014/main" id="{0A2D8355-A7B3-1E34-95AD-DC6373CE38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1486" y="2779705"/>
                <a:ext cx="3000396" cy="607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Genereren van 3D Figuren,</a:t>
                </a:r>
              </a:p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Uitvoeren v. Transformaties</a:t>
                </a:r>
              </a:p>
            </p:txBody>
          </p:sp>
          <p:cxnSp>
            <p:nvCxnSpPr>
              <p:cNvPr id="18551" name="Straight Arrow Connector 359">
                <a:extLst>
                  <a:ext uri="{FF2B5EF4-FFF2-40B4-BE49-F238E27FC236}">
                    <a16:creationId xmlns:a16="http://schemas.microsoft.com/office/drawing/2014/main" id="{EAFA6558-6157-6474-FEE1-43DD665F53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3049588" y="2646363"/>
                <a:ext cx="2928937" cy="1587"/>
              </a:xfrm>
              <a:prstGeom prst="straightConnector1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1" name="Group 184">
            <a:extLst>
              <a:ext uri="{FF2B5EF4-FFF2-40B4-BE49-F238E27FC236}">
                <a16:creationId xmlns:a16="http://schemas.microsoft.com/office/drawing/2014/main" id="{EF1F7B94-1D0C-D907-D512-8508BE7ED74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067175"/>
            <a:ext cx="7367587" cy="3181350"/>
            <a:chOff x="611188" y="4067175"/>
            <a:chExt cx="7367587" cy="3181350"/>
          </a:xfrm>
        </p:grpSpPr>
        <p:grpSp>
          <p:nvGrpSpPr>
            <p:cNvPr id="18477" name="Group 170">
              <a:extLst>
                <a:ext uri="{FF2B5EF4-FFF2-40B4-BE49-F238E27FC236}">
                  <a16:creationId xmlns:a16="http://schemas.microsoft.com/office/drawing/2014/main" id="{495F1B84-8341-B457-60F6-057524AE8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8" y="4922838"/>
              <a:ext cx="1981200" cy="2325687"/>
              <a:chOff x="611156" y="4922845"/>
              <a:chExt cx="1981200" cy="2325701"/>
            </a:xfrm>
          </p:grpSpPr>
          <p:sp>
            <p:nvSpPr>
              <p:cNvPr id="18540" name="TextBox 267">
                <a:extLst>
                  <a:ext uri="{FF2B5EF4-FFF2-40B4-BE49-F238E27FC236}">
                    <a16:creationId xmlns:a16="http://schemas.microsoft.com/office/drawing/2014/main" id="{EDFC19CA-C344-2BB6-45A6-E954EA9A7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8346" y="6923109"/>
                <a:ext cx="104933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>
                    <a:solidFill>
                      <a:srgbClr val="005032"/>
                    </a:solidFill>
                    <a:latin typeface="Courier New" panose="02070309020205020404" pitchFamily="49" charset="0"/>
                  </a:rPr>
                  <a:t>Lines2D</a:t>
                </a:r>
              </a:p>
            </p:txBody>
          </p:sp>
          <p:grpSp>
            <p:nvGrpSpPr>
              <p:cNvPr id="18541" name="Group 263">
                <a:extLst>
                  <a:ext uri="{FF2B5EF4-FFF2-40B4-BE49-F238E27FC236}">
                    <a16:creationId xmlns:a16="http://schemas.microsoft.com/office/drawing/2014/main" id="{41C1439B-1325-AB85-E31D-71450B7BF6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156" y="4922879"/>
                <a:ext cx="1981200" cy="1930414"/>
                <a:chOff x="5326064" y="4708531"/>
                <a:chExt cx="1981628" cy="1930414"/>
              </a:xfrm>
            </p:grpSpPr>
            <p:cxnSp>
              <p:nvCxnSpPr>
                <p:cNvPr id="18542" name="Straight Arrow Connector 239">
                  <a:extLst>
                    <a:ext uri="{FF2B5EF4-FFF2-40B4-BE49-F238E27FC236}">
                      <a16:creationId xmlns:a16="http://schemas.microsoft.com/office/drawing/2014/main" id="{621F2D21-323C-15C4-92E8-FC17A7E2ED8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326064" y="5922977"/>
                  <a:ext cx="1785950" cy="1588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543" name="Straight Arrow Connector 240">
                  <a:extLst>
                    <a:ext uri="{FF2B5EF4-FFF2-40B4-BE49-F238E27FC236}">
                      <a16:creationId xmlns:a16="http://schemas.microsoft.com/office/drawing/2014/main" id="{508CAE75-5C60-FAEE-30F7-B03E610CB9F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5289948" y="5744779"/>
                  <a:ext cx="1786744" cy="1588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8544" name="Cube 242">
                  <a:extLst>
                    <a:ext uri="{FF2B5EF4-FFF2-40B4-BE49-F238E27FC236}">
                      <a16:creationId xmlns:a16="http://schemas.microsoft.com/office/drawing/2014/main" id="{596932F2-5368-6459-764C-EF120B2BE2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83254" y="5208597"/>
                  <a:ext cx="1153724" cy="1214446"/>
                </a:xfrm>
                <a:prstGeom prst="cube">
                  <a:avLst>
                    <a:gd name="adj" fmla="val 25000"/>
                  </a:avLst>
                </a:prstGeom>
                <a:noFill/>
                <a:ln w="28575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8545" name="TextBox 243">
                  <a:extLst>
                    <a:ext uri="{FF2B5EF4-FFF2-40B4-BE49-F238E27FC236}">
                      <a16:creationId xmlns:a16="http://schemas.microsoft.com/office/drawing/2014/main" id="{F98B7853-6DC9-B448-99F4-02C222728A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69138" y="5922977"/>
                  <a:ext cx="338554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X</a:t>
                  </a:r>
                </a:p>
              </p:txBody>
            </p:sp>
            <p:sp>
              <p:nvSpPr>
                <p:cNvPr id="18546" name="TextBox 244">
                  <a:extLst>
                    <a:ext uri="{FF2B5EF4-FFF2-40B4-BE49-F238E27FC236}">
                      <a16:creationId xmlns:a16="http://schemas.microsoft.com/office/drawing/2014/main" id="{B8E8E9FA-B413-76E0-BBD0-22F756B62B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83320" y="4708531"/>
                  <a:ext cx="338554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Y</a:t>
                  </a:r>
                </a:p>
              </p:txBody>
            </p:sp>
          </p:grpSp>
        </p:grpSp>
        <p:grpSp>
          <p:nvGrpSpPr>
            <p:cNvPr id="18478" name="Group 168">
              <a:extLst>
                <a:ext uri="{FF2B5EF4-FFF2-40B4-BE49-F238E27FC236}">
                  <a16:creationId xmlns:a16="http://schemas.microsoft.com/office/drawing/2014/main" id="{5D43F247-D4F3-3412-9F15-DCB747EC3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7000" y="4067175"/>
              <a:ext cx="1225550" cy="927100"/>
              <a:chOff x="1396974" y="4067176"/>
              <a:chExt cx="1225264" cy="927110"/>
            </a:xfrm>
          </p:grpSpPr>
          <p:cxnSp>
            <p:nvCxnSpPr>
              <p:cNvPr id="18538" name="Straight Arrow Connector 272">
                <a:extLst>
                  <a:ext uri="{FF2B5EF4-FFF2-40B4-BE49-F238E27FC236}">
                    <a16:creationId xmlns:a16="http://schemas.microsoft.com/office/drawing/2014/main" id="{FF4035C7-B31B-B0DA-3AB8-11E0AA5F00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933433" y="4530717"/>
                <a:ext cx="927110" cy="27"/>
              </a:xfrm>
              <a:prstGeom prst="straightConnector1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539" name="TextBox 278">
                <a:extLst>
                  <a:ext uri="{FF2B5EF4-FFF2-40B4-BE49-F238E27FC236}">
                    <a16:creationId xmlns:a16="http://schemas.microsoft.com/office/drawing/2014/main" id="{E0FC4140-3951-214D-5B64-13D048B972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9875" y="4137025"/>
                <a:ext cx="1082363" cy="3499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Projectie</a:t>
                </a:r>
              </a:p>
            </p:txBody>
          </p:sp>
        </p:grpSp>
        <p:grpSp>
          <p:nvGrpSpPr>
            <p:cNvPr id="18479" name="Group 171">
              <a:extLst>
                <a:ext uri="{FF2B5EF4-FFF2-40B4-BE49-F238E27FC236}">
                  <a16:creationId xmlns:a16="http://schemas.microsoft.com/office/drawing/2014/main" id="{0DB4F786-BF0A-B558-5ED5-64AB7367F1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8750" y="4851400"/>
              <a:ext cx="2286000" cy="1787525"/>
              <a:chOff x="3968750" y="4851400"/>
              <a:chExt cx="2286000" cy="1787525"/>
            </a:xfrm>
          </p:grpSpPr>
          <p:grpSp>
            <p:nvGrpSpPr>
              <p:cNvPr id="18486" name="Group 284">
                <a:extLst>
                  <a:ext uri="{FF2B5EF4-FFF2-40B4-BE49-F238E27FC236}">
                    <a16:creationId xmlns:a16="http://schemas.microsoft.com/office/drawing/2014/main" id="{B244BFDB-0728-BDFB-13D2-6FB8699D3D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68750" y="4851400"/>
                <a:ext cx="2285999" cy="1787525"/>
                <a:chOff x="539718" y="4852201"/>
                <a:chExt cx="2286016" cy="1786744"/>
              </a:xfrm>
            </p:grpSpPr>
            <p:grpSp>
              <p:nvGrpSpPr>
                <p:cNvPr id="18488" name="Group 237">
                  <a:extLst>
                    <a:ext uri="{FF2B5EF4-FFF2-40B4-BE49-F238E27FC236}">
                      <a16:creationId xmlns:a16="http://schemas.microsoft.com/office/drawing/2014/main" id="{3C8149C8-E963-06D9-D48F-B0483C132A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8346" y="5065721"/>
                  <a:ext cx="1500992" cy="1573213"/>
                  <a:chOff x="1181867" y="5065717"/>
                  <a:chExt cx="1500992" cy="1573213"/>
                </a:xfrm>
              </p:grpSpPr>
              <p:cxnSp>
                <p:nvCxnSpPr>
                  <p:cNvPr id="18493" name="Straight Connector 2191">
                    <a:extLst>
                      <a:ext uri="{FF2B5EF4-FFF2-40B4-BE49-F238E27FC236}">
                        <a16:creationId xmlns:a16="http://schemas.microsoft.com/office/drawing/2014/main" id="{9FEEDF8E-7CFC-927C-606F-ED632361070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897044" y="5851527"/>
                    <a:ext cx="1571621" cy="9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4" name="Straight Connector 2037">
                    <a:extLst>
                      <a:ext uri="{FF2B5EF4-FFF2-40B4-BE49-F238E27FC236}">
                        <a16:creationId xmlns:a16="http://schemas.microsoft.com/office/drawing/2014/main" id="{0A4598F6-368A-3992-7EA9-6264A0E8383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968353" y="5851530"/>
                    <a:ext cx="1571619" cy="4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5" name="Straight Connector 2053">
                    <a:extLst>
                      <a:ext uri="{FF2B5EF4-FFF2-40B4-BE49-F238E27FC236}">
                        <a16:creationId xmlns:a16="http://schemas.microsoft.com/office/drawing/2014/main" id="{56EB94AF-68BF-B71B-442E-83FA2DA91B8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039791" y="5851530"/>
                    <a:ext cx="1571621" cy="3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6" name="Straight Connector 2054">
                    <a:extLst>
                      <a:ext uri="{FF2B5EF4-FFF2-40B4-BE49-F238E27FC236}">
                        <a16:creationId xmlns:a16="http://schemas.microsoft.com/office/drawing/2014/main" id="{2291FC2E-033F-4678-74AF-93C95EE493F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111228" y="5851529"/>
                    <a:ext cx="1571620" cy="5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7" name="Straight Connector 2055">
                    <a:extLst>
                      <a:ext uri="{FF2B5EF4-FFF2-40B4-BE49-F238E27FC236}">
                        <a16:creationId xmlns:a16="http://schemas.microsoft.com/office/drawing/2014/main" id="{DC859B5B-C137-0FDC-3809-31ABA48E47D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182666" y="5851529"/>
                    <a:ext cx="1571621" cy="4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8" name="Straight Connector 2056">
                    <a:extLst>
                      <a:ext uri="{FF2B5EF4-FFF2-40B4-BE49-F238E27FC236}">
                        <a16:creationId xmlns:a16="http://schemas.microsoft.com/office/drawing/2014/main" id="{883576D5-6AE8-5865-828E-08FA4271760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254104" y="5851529"/>
                    <a:ext cx="1571619" cy="6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99" name="Straight Connector 2057">
                    <a:extLst>
                      <a:ext uri="{FF2B5EF4-FFF2-40B4-BE49-F238E27FC236}">
                        <a16:creationId xmlns:a16="http://schemas.microsoft.com/office/drawing/2014/main" id="{5CDA0E75-B581-6674-0167-3E8CED8B7F3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325542" y="5851529"/>
                    <a:ext cx="1571621" cy="5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0" name="Straight Connector 2058">
                    <a:extLst>
                      <a:ext uri="{FF2B5EF4-FFF2-40B4-BE49-F238E27FC236}">
                        <a16:creationId xmlns:a16="http://schemas.microsoft.com/office/drawing/2014/main" id="{789539F6-3BE5-39A8-A302-8FB8D134104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396980" y="5851529"/>
                    <a:ext cx="1571619" cy="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1" name="Straight Connector 2059">
                    <a:extLst>
                      <a:ext uri="{FF2B5EF4-FFF2-40B4-BE49-F238E27FC236}">
                        <a16:creationId xmlns:a16="http://schemas.microsoft.com/office/drawing/2014/main" id="{3D7C2A11-57E0-010B-FDFB-78527873FF4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468417" y="5851528"/>
                    <a:ext cx="1571621" cy="6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2" name="Straight Connector 2060">
                    <a:extLst>
                      <a:ext uri="{FF2B5EF4-FFF2-40B4-BE49-F238E27FC236}">
                        <a16:creationId xmlns:a16="http://schemas.microsoft.com/office/drawing/2014/main" id="{07231D39-5550-3B29-5779-F00C2E90CB4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539855" y="5851528"/>
                    <a:ext cx="1571619" cy="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3" name="Straight Connector 2061">
                    <a:extLst>
                      <a:ext uri="{FF2B5EF4-FFF2-40B4-BE49-F238E27FC236}">
                        <a16:creationId xmlns:a16="http://schemas.microsoft.com/office/drawing/2014/main" id="{B48AC9F9-2F82-03A3-9F48-60A75C7801F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611293" y="5851528"/>
                    <a:ext cx="1571621" cy="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4" name="Straight Connector 2062">
                    <a:extLst>
                      <a:ext uri="{FF2B5EF4-FFF2-40B4-BE49-F238E27FC236}">
                        <a16:creationId xmlns:a16="http://schemas.microsoft.com/office/drawing/2014/main" id="{6389EF0B-224E-75C8-A466-24EE6DD41AF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682731" y="5851528"/>
                    <a:ext cx="1571619" cy="9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5" name="Straight Connector 2063">
                    <a:extLst>
                      <a:ext uri="{FF2B5EF4-FFF2-40B4-BE49-F238E27FC236}">
                        <a16:creationId xmlns:a16="http://schemas.microsoft.com/office/drawing/2014/main" id="{6F1781FA-32B3-2FC4-28FB-D77D85341CE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754168" y="5851527"/>
                    <a:ext cx="1571621" cy="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6" name="Straight Connector 2064">
                    <a:extLst>
                      <a:ext uri="{FF2B5EF4-FFF2-40B4-BE49-F238E27FC236}">
                        <a16:creationId xmlns:a16="http://schemas.microsoft.com/office/drawing/2014/main" id="{3A793380-167D-0D6F-0BFE-B5CD2EE1F5A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825606" y="5851527"/>
                    <a:ext cx="1571619" cy="10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7" name="Straight Connector 2065">
                    <a:extLst>
                      <a:ext uri="{FF2B5EF4-FFF2-40B4-BE49-F238E27FC236}">
                        <a16:creationId xmlns:a16="http://schemas.microsoft.com/office/drawing/2014/main" id="{467F1DD8-F702-0527-7EAC-9116CEA4451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96915" y="5851530"/>
                    <a:ext cx="1571621" cy="2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8" name="Straight Connector 2066">
                    <a:extLst>
                      <a:ext uri="{FF2B5EF4-FFF2-40B4-BE49-F238E27FC236}">
                        <a16:creationId xmlns:a16="http://schemas.microsoft.com/office/drawing/2014/main" id="{9A28A537-EB77-7EF8-043C-16B2CE6EFFF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25478" y="5851531"/>
                    <a:ext cx="1571619" cy="3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09" name="Straight Connector 2067">
                    <a:extLst>
                      <a:ext uri="{FF2B5EF4-FFF2-40B4-BE49-F238E27FC236}">
                        <a16:creationId xmlns:a16="http://schemas.microsoft.com/office/drawing/2014/main" id="{FFF8076C-CE87-630C-A4AD-7E785E8AFF6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54040" y="5851531"/>
                    <a:ext cx="1571621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0" name="Straight Connector 2068">
                    <a:extLst>
                      <a:ext uri="{FF2B5EF4-FFF2-40B4-BE49-F238E27FC236}">
                        <a16:creationId xmlns:a16="http://schemas.microsoft.com/office/drawing/2014/main" id="{0AE7A203-B28D-B53F-7EC4-912E2A00FEC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82602" y="5851531"/>
                    <a:ext cx="1571619" cy="2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1" name="Straight Connector 2082">
                    <a:extLst>
                      <a:ext uri="{FF2B5EF4-FFF2-40B4-BE49-F238E27FC236}">
                        <a16:creationId xmlns:a16="http://schemas.microsoft.com/office/drawing/2014/main" id="{3D3A91D8-00ED-7C4B-5DFB-FB5CC9DD2DD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06571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2" name="Straight Connector 2083">
                    <a:extLst>
                      <a:ext uri="{FF2B5EF4-FFF2-40B4-BE49-F238E27FC236}">
                        <a16:creationId xmlns:a16="http://schemas.microsoft.com/office/drawing/2014/main" id="{8285AD40-2D03-CB28-E8B1-8A38BD0FD43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13715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3" name="Straight Connector 2084">
                    <a:extLst>
                      <a:ext uri="{FF2B5EF4-FFF2-40B4-BE49-F238E27FC236}">
                        <a16:creationId xmlns:a16="http://schemas.microsoft.com/office/drawing/2014/main" id="{CF23A8F5-8F3B-0E41-4644-01804F40E19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20859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4" name="Straight Connector 2085">
                    <a:extLst>
                      <a:ext uri="{FF2B5EF4-FFF2-40B4-BE49-F238E27FC236}">
                        <a16:creationId xmlns:a16="http://schemas.microsoft.com/office/drawing/2014/main" id="{5A44D931-2DD2-F121-7177-EC867BCD781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280030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5" name="Straight Connector 2086">
                    <a:extLst>
                      <a:ext uri="{FF2B5EF4-FFF2-40B4-BE49-F238E27FC236}">
                        <a16:creationId xmlns:a16="http://schemas.microsoft.com/office/drawing/2014/main" id="{B3C1C236-1E9A-00F9-5123-04E75F88313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35146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6" name="Straight Connector 2087">
                    <a:extLst>
                      <a:ext uri="{FF2B5EF4-FFF2-40B4-BE49-F238E27FC236}">
                        <a16:creationId xmlns:a16="http://schemas.microsoft.com/office/drawing/2014/main" id="{D3091D3D-A22C-4278-8A68-FCB5FC410CA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42290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7" name="Straight Connector 2088">
                    <a:extLst>
                      <a:ext uri="{FF2B5EF4-FFF2-40B4-BE49-F238E27FC236}">
                        <a16:creationId xmlns:a16="http://schemas.microsoft.com/office/drawing/2014/main" id="{B33A6924-3850-F2B3-6341-2A1F33F0503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49434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8" name="Straight Connector 2089">
                    <a:extLst>
                      <a:ext uri="{FF2B5EF4-FFF2-40B4-BE49-F238E27FC236}">
                        <a16:creationId xmlns:a16="http://schemas.microsoft.com/office/drawing/2014/main" id="{F52B92E7-BCD0-F5A7-E131-9CD64D88F23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565780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19" name="Straight Connector 2090">
                    <a:extLst>
                      <a:ext uri="{FF2B5EF4-FFF2-40B4-BE49-F238E27FC236}">
                        <a16:creationId xmlns:a16="http://schemas.microsoft.com/office/drawing/2014/main" id="{649D5F01-76B7-736E-50E8-AA4E482E86F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63721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0" name="Straight Connector 2091">
                    <a:extLst>
                      <a:ext uri="{FF2B5EF4-FFF2-40B4-BE49-F238E27FC236}">
                        <a16:creationId xmlns:a16="http://schemas.microsoft.com/office/drawing/2014/main" id="{1BE6BBD1-2FB4-3149-413B-D1D237321FC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70865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1" name="Straight Connector 2092">
                    <a:extLst>
                      <a:ext uri="{FF2B5EF4-FFF2-40B4-BE49-F238E27FC236}">
                        <a16:creationId xmlns:a16="http://schemas.microsoft.com/office/drawing/2014/main" id="{528DD5F1-CCAA-C65A-48B3-C4CAD74C7CA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78009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2" name="Straight Connector 2093">
                    <a:extLst>
                      <a:ext uri="{FF2B5EF4-FFF2-40B4-BE49-F238E27FC236}">
                        <a16:creationId xmlns:a16="http://schemas.microsoft.com/office/drawing/2014/main" id="{3683D72D-F979-3931-E44F-47BEA95993C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851530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3" name="Straight Connector 2094">
                    <a:extLst>
                      <a:ext uri="{FF2B5EF4-FFF2-40B4-BE49-F238E27FC236}">
                        <a16:creationId xmlns:a16="http://schemas.microsoft.com/office/drawing/2014/main" id="{3222347A-59B3-1C47-B5CF-B2F5266BDD8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92296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4" name="Straight Connector 2095">
                    <a:extLst>
                      <a:ext uri="{FF2B5EF4-FFF2-40B4-BE49-F238E27FC236}">
                        <a16:creationId xmlns:a16="http://schemas.microsoft.com/office/drawing/2014/main" id="{ED812FA2-F52F-9022-5E51-2E57F125DD1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599440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5" name="Straight Connector 2096">
                    <a:extLst>
                      <a:ext uri="{FF2B5EF4-FFF2-40B4-BE49-F238E27FC236}">
                        <a16:creationId xmlns:a16="http://schemas.microsoft.com/office/drawing/2014/main" id="{E3428D55-BADE-4A2F-4308-B10B642C9DE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06584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6" name="Straight Connector 2097">
                    <a:extLst>
                      <a:ext uri="{FF2B5EF4-FFF2-40B4-BE49-F238E27FC236}">
                        <a16:creationId xmlns:a16="http://schemas.microsoft.com/office/drawing/2014/main" id="{19D80E8B-F01E-3BC3-43EF-437621E7F44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137280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7" name="Straight Connector 2098">
                    <a:extLst>
                      <a:ext uri="{FF2B5EF4-FFF2-40B4-BE49-F238E27FC236}">
                        <a16:creationId xmlns:a16="http://schemas.microsoft.com/office/drawing/2014/main" id="{4DF2F299-98F7-F5FB-A420-266C6AD7167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20871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8" name="Straight Connector 2099">
                    <a:extLst>
                      <a:ext uri="{FF2B5EF4-FFF2-40B4-BE49-F238E27FC236}">
                        <a16:creationId xmlns:a16="http://schemas.microsoft.com/office/drawing/2014/main" id="{048E54F3-0348-EF0C-C9F7-42174DF2F29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28015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29" name="Straight Connector 2101">
                    <a:extLst>
                      <a:ext uri="{FF2B5EF4-FFF2-40B4-BE49-F238E27FC236}">
                        <a16:creationId xmlns:a16="http://schemas.microsoft.com/office/drawing/2014/main" id="{4E7083E6-963E-F09E-DBB8-2CF13B5865E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11164" y="5851531"/>
                    <a:ext cx="1571621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0" name="Straight Connector 2102">
                    <a:extLst>
                      <a:ext uri="{FF2B5EF4-FFF2-40B4-BE49-F238E27FC236}">
                        <a16:creationId xmlns:a16="http://schemas.microsoft.com/office/drawing/2014/main" id="{26E08BEF-582C-2C67-5D88-BDED6637855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39727" y="5851532"/>
                    <a:ext cx="1571619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1" name="Straight Connector 2103">
                    <a:extLst>
                      <a:ext uri="{FF2B5EF4-FFF2-40B4-BE49-F238E27FC236}">
                        <a16:creationId xmlns:a16="http://schemas.microsoft.com/office/drawing/2014/main" id="{E45DD2B8-9C7C-875C-A748-75AFEB25AAB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469074" y="5850745"/>
                    <a:ext cx="1571636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2" name="Straight Connector 2104">
                    <a:extLst>
                      <a:ext uri="{FF2B5EF4-FFF2-40B4-BE49-F238E27FC236}">
                        <a16:creationId xmlns:a16="http://schemas.microsoft.com/office/drawing/2014/main" id="{ADAF2A27-1287-3EE1-1C2C-947E13911DF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35159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3" name="Straight Connector 2105">
                    <a:extLst>
                      <a:ext uri="{FF2B5EF4-FFF2-40B4-BE49-F238E27FC236}">
                        <a16:creationId xmlns:a16="http://schemas.microsoft.com/office/drawing/2014/main" id="{805A3E8F-9A2E-2AF4-49BC-D902A8AF265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423030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4" name="Straight Connector 2106">
                    <a:extLst>
                      <a:ext uri="{FF2B5EF4-FFF2-40B4-BE49-F238E27FC236}">
                        <a16:creationId xmlns:a16="http://schemas.microsoft.com/office/drawing/2014/main" id="{7BA6A110-BAAB-53FC-222B-991DCC8BBA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494467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5" name="Straight Connector 2107">
                    <a:extLst>
                      <a:ext uri="{FF2B5EF4-FFF2-40B4-BE49-F238E27FC236}">
                        <a16:creationId xmlns:a16="http://schemas.microsoft.com/office/drawing/2014/main" id="{EC6A1857-3D74-48E1-9300-C266154DA01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565905"/>
                    <a:ext cx="1500188" cy="1587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6" name="Straight Connector 2108">
                    <a:extLst>
                      <a:ext uri="{FF2B5EF4-FFF2-40B4-BE49-F238E27FC236}">
                        <a16:creationId xmlns:a16="http://schemas.microsoft.com/office/drawing/2014/main" id="{F3E64BB9-1FAF-BFFF-915A-641349541B5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82660" y="6637342"/>
                    <a:ext cx="1500188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537" name="Straight Connector 2109">
                    <a:extLst>
                      <a:ext uri="{FF2B5EF4-FFF2-40B4-BE49-F238E27FC236}">
                        <a16:creationId xmlns:a16="http://schemas.microsoft.com/office/drawing/2014/main" id="{8A7F7448-32E2-92F7-0C66-F9CDC93CCC5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396058" y="5851533"/>
                    <a:ext cx="1572412" cy="793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18489" name="Straight Arrow Connector 286">
                  <a:extLst>
                    <a:ext uri="{FF2B5EF4-FFF2-40B4-BE49-F238E27FC236}">
                      <a16:creationId xmlns:a16="http://schemas.microsoft.com/office/drawing/2014/main" id="{A8403621-8BD6-53D3-BB3F-613478678B7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968346" y="6637357"/>
                  <a:ext cx="1857388" cy="794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490" name="Straight Arrow Connector 287">
                  <a:extLst>
                    <a:ext uri="{FF2B5EF4-FFF2-40B4-BE49-F238E27FC236}">
                      <a16:creationId xmlns:a16="http://schemas.microsoft.com/office/drawing/2014/main" id="{5FBFD938-2681-A966-B271-1592B7A61F0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4974" y="5744779"/>
                  <a:ext cx="1786744" cy="1588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8491" name="TextBox 288">
                  <a:extLst>
                    <a:ext uri="{FF2B5EF4-FFF2-40B4-BE49-F238E27FC236}">
                      <a16:creationId xmlns:a16="http://schemas.microsoft.com/office/drawing/2014/main" id="{3EFCB40C-2C0B-BCF3-79F5-243B01E6A4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8544" y="6280961"/>
                  <a:ext cx="338554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X</a:t>
                  </a:r>
                </a:p>
              </p:txBody>
            </p:sp>
            <p:sp>
              <p:nvSpPr>
                <p:cNvPr id="18492" name="TextBox 289">
                  <a:extLst>
                    <a:ext uri="{FF2B5EF4-FFF2-40B4-BE49-F238E27FC236}">
                      <a16:creationId xmlns:a16="http://schemas.microsoft.com/office/drawing/2014/main" id="{4912C536-5CF4-4D44-F8DD-7C68A19E48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9718" y="4994283"/>
                  <a:ext cx="338554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Y</a:t>
                  </a:r>
                </a:p>
              </p:txBody>
            </p:sp>
          </p:grpSp>
          <p:sp>
            <p:nvSpPr>
              <p:cNvPr id="18487" name="Cube 352">
                <a:extLst>
                  <a:ext uri="{FF2B5EF4-FFF2-40B4-BE49-F238E27FC236}">
                    <a16:creationId xmlns:a16="http://schemas.microsoft.com/office/drawing/2014/main" id="{67758D15-6025-F62E-1CF0-62E622AEC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0250" y="5208588"/>
                <a:ext cx="1225550" cy="1285875"/>
              </a:xfrm>
              <a:prstGeom prst="cube">
                <a:avLst>
                  <a:gd name="adj" fmla="val 25000"/>
                </a:avLst>
              </a:prstGeom>
              <a:noFill/>
              <a:ln w="28575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18480" name="Group 167">
              <a:extLst>
                <a:ext uri="{FF2B5EF4-FFF2-40B4-BE49-F238E27FC236}">
                  <a16:creationId xmlns:a16="http://schemas.microsoft.com/office/drawing/2014/main" id="{285130F1-31DD-E024-C702-6362420A7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000" y="5708650"/>
              <a:ext cx="1816100" cy="908050"/>
              <a:chOff x="2540000" y="5708650"/>
              <a:chExt cx="1815808" cy="907482"/>
            </a:xfrm>
          </p:grpSpPr>
          <p:cxnSp>
            <p:nvCxnSpPr>
              <p:cNvPr id="18484" name="Straight Arrow Connector 44">
                <a:extLst>
                  <a:ext uri="{FF2B5EF4-FFF2-40B4-BE49-F238E27FC236}">
                    <a16:creationId xmlns:a16="http://schemas.microsoft.com/office/drawing/2014/main" id="{5AA6A7C3-4FCD-C753-D998-D84A05EA89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40000" y="5708650"/>
                <a:ext cx="1785938" cy="284163"/>
              </a:xfrm>
              <a:prstGeom prst="straightConnector1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485" name="TextBox 365">
                <a:extLst>
                  <a:ext uri="{FF2B5EF4-FFF2-40B4-BE49-F238E27FC236}">
                    <a16:creationId xmlns:a16="http://schemas.microsoft.com/office/drawing/2014/main" id="{B96B0772-B895-4B2A-F073-D20BD5671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1420" y="6065853"/>
                <a:ext cx="1744388" cy="550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/>
                  <a:t>Omzetten naar </a:t>
                </a:r>
              </a:p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/>
                  <a:t>pixel-coördinaten</a:t>
                </a:r>
              </a:p>
            </p:txBody>
          </p:sp>
        </p:grpSp>
        <p:grpSp>
          <p:nvGrpSpPr>
            <p:cNvPr id="18481" name="Group 374">
              <a:extLst>
                <a:ext uri="{FF2B5EF4-FFF2-40B4-BE49-F238E27FC236}">
                  <a16:creationId xmlns:a16="http://schemas.microsoft.com/office/drawing/2014/main" id="{279BE7D8-586E-BC27-7EB2-F08BD358B4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75" y="5351463"/>
              <a:ext cx="1866900" cy="782637"/>
              <a:chOff x="6111882" y="5351473"/>
              <a:chExt cx="1867122" cy="782555"/>
            </a:xfrm>
          </p:grpSpPr>
          <p:cxnSp>
            <p:nvCxnSpPr>
              <p:cNvPr id="18482" name="Straight Arrow Connector 275">
                <a:extLst>
                  <a:ext uri="{FF2B5EF4-FFF2-40B4-BE49-F238E27FC236}">
                    <a16:creationId xmlns:a16="http://schemas.microsoft.com/office/drawing/2014/main" id="{33B19125-C89D-EF84-E139-DB6DBF65D1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111882" y="5351473"/>
                <a:ext cx="1785950" cy="285752"/>
              </a:xfrm>
              <a:prstGeom prst="straightConnector1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483" name="TextBox 366">
                <a:extLst>
                  <a:ext uri="{FF2B5EF4-FFF2-40B4-BE49-F238E27FC236}">
                    <a16:creationId xmlns:a16="http://schemas.microsoft.com/office/drawing/2014/main" id="{743D2829-5380-D9B7-8B77-435A0C8C9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3320" y="5637225"/>
                <a:ext cx="1795684" cy="496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400" b="1">
                    <a:latin typeface="Courier New" panose="02070309020205020404" pitchFamily="49" charset="0"/>
                  </a:rPr>
                  <a:t>EasyImage::</a:t>
                </a:r>
              </a:p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400" b="1">
                    <a:latin typeface="Courier New" panose="02070309020205020404" pitchFamily="49" charset="0"/>
                  </a:rPr>
                  <a:t>  draw_line(…);</a:t>
                </a:r>
              </a:p>
            </p:txBody>
          </p:sp>
        </p:grpSp>
      </p:grpSp>
      <p:grpSp>
        <p:nvGrpSpPr>
          <p:cNvPr id="20" name="Group 359">
            <a:extLst>
              <a:ext uri="{FF2B5EF4-FFF2-40B4-BE49-F238E27FC236}">
                <a16:creationId xmlns:a16="http://schemas.microsoft.com/office/drawing/2014/main" id="{E2F8AA64-7929-B065-EB2E-08E7DBF47F70}"/>
              </a:ext>
            </a:extLst>
          </p:cNvPr>
          <p:cNvGrpSpPr>
            <a:grpSpLocks/>
          </p:cNvGrpSpPr>
          <p:nvPr/>
        </p:nvGrpSpPr>
        <p:grpSpPr bwMode="auto">
          <a:xfrm>
            <a:off x="8183563" y="4851400"/>
            <a:ext cx="1214437" cy="1285875"/>
            <a:chOff x="8183584" y="4851407"/>
            <a:chExt cx="1214446" cy="1285884"/>
          </a:xfrm>
        </p:grpSpPr>
        <p:sp>
          <p:nvSpPr>
            <p:cNvPr id="18462" name="Rectangle 360">
              <a:extLst>
                <a:ext uri="{FF2B5EF4-FFF2-40B4-BE49-F238E27FC236}">
                  <a16:creationId xmlns:a16="http://schemas.microsoft.com/office/drawing/2014/main" id="{23D9C586-5049-792E-BBC8-D6DE3DB5F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3584" y="5137159"/>
              <a:ext cx="928694" cy="100013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3" name="Rectangle 361">
              <a:extLst>
                <a:ext uri="{FF2B5EF4-FFF2-40B4-BE49-F238E27FC236}">
                  <a16:creationId xmlns:a16="http://schemas.microsoft.com/office/drawing/2014/main" id="{60BC6AB5-D3E0-817A-46C6-033AB42D3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98" y="4851407"/>
              <a:ext cx="785818" cy="21431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4" name="Rectangle 362">
              <a:extLst>
                <a:ext uri="{FF2B5EF4-FFF2-40B4-BE49-F238E27FC236}">
                  <a16:creationId xmlns:a16="http://schemas.microsoft.com/office/drawing/2014/main" id="{FBDCB7BC-FC92-3F22-6027-E6EFD48C0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716" y="5065721"/>
              <a:ext cx="214314" cy="85725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5" name="Rectangle 363">
              <a:extLst>
                <a:ext uri="{FF2B5EF4-FFF2-40B4-BE49-F238E27FC236}">
                  <a16:creationId xmlns:a16="http://schemas.microsoft.com/office/drawing/2014/main" id="{7D0B4CC0-5A57-9099-2B74-F418155EF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6460" y="4922845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6" name="Rectangle 364">
              <a:extLst>
                <a:ext uri="{FF2B5EF4-FFF2-40B4-BE49-F238E27FC236}">
                  <a16:creationId xmlns:a16="http://schemas.microsoft.com/office/drawing/2014/main" id="{82457454-D804-64AE-D4B3-87F5D8103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6460" y="4994283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7" name="Rectangle 365">
              <a:extLst>
                <a:ext uri="{FF2B5EF4-FFF2-40B4-BE49-F238E27FC236}">
                  <a16:creationId xmlns:a16="http://schemas.microsoft.com/office/drawing/2014/main" id="{EDED83DF-7FE1-9E2C-05DA-0B9010744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5022" y="4994283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8" name="Rectangle 366">
              <a:extLst>
                <a:ext uri="{FF2B5EF4-FFF2-40B4-BE49-F238E27FC236}">
                  <a16:creationId xmlns:a16="http://schemas.microsoft.com/office/drawing/2014/main" id="{22FC448D-48B5-F201-FAF6-EC77E11C4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6592" y="4922845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69" name="Rectangle 367">
              <a:extLst>
                <a:ext uri="{FF2B5EF4-FFF2-40B4-BE49-F238E27FC236}">
                  <a16:creationId xmlns:a16="http://schemas.microsoft.com/office/drawing/2014/main" id="{4733D96A-2BD3-5E95-C6F8-94DAB2450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6592" y="4994283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0" name="Rectangle 368">
              <a:extLst>
                <a:ext uri="{FF2B5EF4-FFF2-40B4-BE49-F238E27FC236}">
                  <a16:creationId xmlns:a16="http://schemas.microsoft.com/office/drawing/2014/main" id="{8F7DD455-8AB9-C8EE-6B62-FDC3EECEE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54" y="4994283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1" name="Rectangle 369">
              <a:extLst>
                <a:ext uri="{FF2B5EF4-FFF2-40B4-BE49-F238E27FC236}">
                  <a16:creationId xmlns:a16="http://schemas.microsoft.com/office/drawing/2014/main" id="{2B1DE01E-2DDE-4886-B7DE-38514A377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716" y="4851407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2" name="Rectangle 370">
              <a:extLst>
                <a:ext uri="{FF2B5EF4-FFF2-40B4-BE49-F238E27FC236}">
                  <a16:creationId xmlns:a16="http://schemas.microsoft.com/office/drawing/2014/main" id="{C72A1126-BF9E-A09E-2842-F848B715C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716" y="4922845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3" name="Rectangle 371">
              <a:extLst>
                <a:ext uri="{FF2B5EF4-FFF2-40B4-BE49-F238E27FC236}">
                  <a16:creationId xmlns:a16="http://schemas.microsoft.com/office/drawing/2014/main" id="{4D41F6EC-9261-8BEF-EE95-A3CACB718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54" y="4851407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4" name="Rectangle 372">
              <a:extLst>
                <a:ext uri="{FF2B5EF4-FFF2-40B4-BE49-F238E27FC236}">
                  <a16:creationId xmlns:a16="http://schemas.microsoft.com/office/drawing/2014/main" id="{99E8B51B-05C9-6286-BA08-511628643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716" y="5922977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5" name="Rectangle 373">
              <a:extLst>
                <a:ext uri="{FF2B5EF4-FFF2-40B4-BE49-F238E27FC236}">
                  <a16:creationId xmlns:a16="http://schemas.microsoft.com/office/drawing/2014/main" id="{0D408F63-37B4-7133-0CCB-EE3810CA0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716" y="5994415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8476" name="Rectangle 374">
              <a:extLst>
                <a:ext uri="{FF2B5EF4-FFF2-40B4-BE49-F238E27FC236}">
                  <a16:creationId xmlns:a16="http://schemas.microsoft.com/office/drawing/2014/main" id="{D062B931-6A0E-B50C-BDA3-10732BE4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54" y="5922977"/>
              <a:ext cx="71438" cy="714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  <p:grpSp>
        <p:nvGrpSpPr>
          <p:cNvPr id="21" name="Group 197">
            <a:extLst>
              <a:ext uri="{FF2B5EF4-FFF2-40B4-BE49-F238E27FC236}">
                <a16:creationId xmlns:a16="http://schemas.microsoft.com/office/drawing/2014/main" id="{960F154A-1C02-D7E0-85ED-DBF47630D559}"/>
              </a:ext>
            </a:extLst>
          </p:cNvPr>
          <p:cNvGrpSpPr>
            <a:grpSpLocks/>
          </p:cNvGrpSpPr>
          <p:nvPr/>
        </p:nvGrpSpPr>
        <p:grpSpPr bwMode="auto">
          <a:xfrm>
            <a:off x="1039813" y="4779963"/>
            <a:ext cx="1795462" cy="2111375"/>
            <a:chOff x="5111750" y="2708267"/>
            <a:chExt cx="1795462" cy="2111375"/>
          </a:xfrm>
        </p:grpSpPr>
        <p:grpSp>
          <p:nvGrpSpPr>
            <p:cNvPr id="18450" name="Group 169">
              <a:extLst>
                <a:ext uri="{FF2B5EF4-FFF2-40B4-BE49-F238E27FC236}">
                  <a16:creationId xmlns:a16="http://schemas.microsoft.com/office/drawing/2014/main" id="{CAAFFD63-DC66-F7F5-7B13-F47A2C6245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1750" y="2708235"/>
              <a:ext cx="1795462" cy="2111407"/>
              <a:chOff x="1039813" y="1922431"/>
              <a:chExt cx="1795462" cy="2111407"/>
            </a:xfrm>
          </p:grpSpPr>
          <p:grpSp>
            <p:nvGrpSpPr>
              <p:cNvPr id="18454" name="Group 38">
                <a:extLst>
                  <a:ext uri="{FF2B5EF4-FFF2-40B4-BE49-F238E27FC236}">
                    <a16:creationId xmlns:a16="http://schemas.microsoft.com/office/drawing/2014/main" id="{36C76474-796B-7DE3-4BD1-000313B08C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9813" y="1922431"/>
                <a:ext cx="1728787" cy="2063718"/>
                <a:chOff x="6030591" y="2351077"/>
                <a:chExt cx="1966738" cy="2349237"/>
              </a:xfrm>
            </p:grpSpPr>
            <p:cxnSp>
              <p:nvCxnSpPr>
                <p:cNvPr id="18456" name="Straight Arrow Connector 10">
                  <a:extLst>
                    <a:ext uri="{FF2B5EF4-FFF2-40B4-BE49-F238E27FC236}">
                      <a16:creationId xmlns:a16="http://schemas.microsoft.com/office/drawing/2014/main" id="{71A2CC8C-58C0-0E9B-CB2F-4AB6E661735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754824" y="3779837"/>
                  <a:ext cx="1214446" cy="1588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457" name="Straight Arrow Connector 11">
                  <a:extLst>
                    <a:ext uri="{FF2B5EF4-FFF2-40B4-BE49-F238E27FC236}">
                      <a16:creationId xmlns:a16="http://schemas.microsoft.com/office/drawing/2014/main" id="{AC6A6A51-9D98-C8A6-8BD2-D6633C26ACF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6039650" y="3065457"/>
                  <a:ext cx="1429554" cy="794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458" name="Straight Arrow Connector 14">
                  <a:extLst>
                    <a:ext uri="{FF2B5EF4-FFF2-40B4-BE49-F238E27FC236}">
                      <a16:creationId xmlns:a16="http://schemas.microsoft.com/office/drawing/2014/main" id="{B3FCA21A-3459-77BE-F75F-4AF62D25EDB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009651" y="3800776"/>
                  <a:ext cx="766113" cy="724234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8459" name="TextBox 35">
                  <a:extLst>
                    <a:ext uri="{FF2B5EF4-FFF2-40B4-BE49-F238E27FC236}">
                      <a16:creationId xmlns:a16="http://schemas.microsoft.com/office/drawing/2014/main" id="{AB870C1C-9FF0-8783-557E-387EF4CB26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12078" y="3708399"/>
                  <a:ext cx="385251" cy="398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Y</a:t>
                  </a:r>
                </a:p>
              </p:txBody>
            </p:sp>
            <p:sp>
              <p:nvSpPr>
                <p:cNvPr id="18460" name="TextBox 36">
                  <a:extLst>
                    <a:ext uri="{FF2B5EF4-FFF2-40B4-BE49-F238E27FC236}">
                      <a16:creationId xmlns:a16="http://schemas.microsoft.com/office/drawing/2014/main" id="{9F22C359-CC40-9BE5-A712-1D78D0869B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93172" y="4302074"/>
                  <a:ext cx="385251" cy="398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X</a:t>
                  </a:r>
                </a:p>
              </p:txBody>
            </p:sp>
            <p:sp>
              <p:nvSpPr>
                <p:cNvPr id="18461" name="TextBox 37">
                  <a:extLst>
                    <a:ext uri="{FF2B5EF4-FFF2-40B4-BE49-F238E27FC236}">
                      <a16:creationId xmlns:a16="http://schemas.microsoft.com/office/drawing/2014/main" id="{81B33F29-C9E0-2362-D6E6-CE0254E4D2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3386" y="2422515"/>
                  <a:ext cx="325730" cy="3499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nl-BE" altLang="en-US"/>
                    <a:t>Z</a:t>
                  </a:r>
                </a:p>
              </p:txBody>
            </p:sp>
          </p:grpSp>
          <p:sp>
            <p:nvSpPr>
              <p:cNvPr id="18455" name="TextBox 42">
                <a:extLst>
                  <a:ext uri="{FF2B5EF4-FFF2-40B4-BE49-F238E27FC236}">
                    <a16:creationId xmlns:a16="http://schemas.microsoft.com/office/drawing/2014/main" id="{3A77D0F1-1EAE-ED77-6993-AF31A1437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9875" y="3708400"/>
                <a:ext cx="1295400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 sz="1600">
                    <a:solidFill>
                      <a:srgbClr val="005032"/>
                    </a:solidFill>
                    <a:latin typeface="Courier New" panose="02070309020205020404" pitchFamily="49" charset="0"/>
                  </a:rPr>
                  <a:t>Figures3D</a:t>
                </a:r>
              </a:p>
            </p:txBody>
          </p:sp>
        </p:grpSp>
        <p:grpSp>
          <p:nvGrpSpPr>
            <p:cNvPr id="18451" name="Group 76">
              <a:extLst>
                <a:ext uri="{FF2B5EF4-FFF2-40B4-BE49-F238E27FC236}">
                  <a16:creationId xmlns:a16="http://schemas.microsoft.com/office/drawing/2014/main" id="{572197D2-F670-68DF-AE5D-8E3C6901D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3188" y="3136895"/>
              <a:ext cx="1200813" cy="1255672"/>
              <a:chOff x="5183188" y="2136763"/>
              <a:chExt cx="1200813" cy="1255672"/>
            </a:xfrm>
          </p:grpSpPr>
          <p:sp>
            <p:nvSpPr>
              <p:cNvPr id="18452" name="Cube 8">
                <a:extLst>
                  <a:ext uri="{FF2B5EF4-FFF2-40B4-BE49-F238E27FC236}">
                    <a16:creationId xmlns:a16="http://schemas.microsoft.com/office/drawing/2014/main" id="{66034F79-6CC9-D318-DF7E-52E485144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136763"/>
                <a:ext cx="1193103" cy="1255113"/>
              </a:xfrm>
              <a:prstGeom prst="cube">
                <a:avLst>
                  <a:gd name="adj" fmla="val 2287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pic>
            <p:nvPicPr>
              <p:cNvPr id="18453" name="Picture 201" descr="triangulation_overlay.png">
                <a:extLst>
                  <a:ext uri="{FF2B5EF4-FFF2-40B4-BE49-F238E27FC236}">
                    <a16:creationId xmlns:a16="http://schemas.microsoft.com/office/drawing/2014/main" id="{76337AF8-6250-D7DF-887D-0B336FFA0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83188" y="2136763"/>
                <a:ext cx="1200813" cy="1255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5" name="Group 210">
            <a:extLst>
              <a:ext uri="{FF2B5EF4-FFF2-40B4-BE49-F238E27FC236}">
                <a16:creationId xmlns:a16="http://schemas.microsoft.com/office/drawing/2014/main" id="{7E073E4E-7A62-6A73-CC19-033E5554DC07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4065588"/>
            <a:ext cx="2571750" cy="927100"/>
            <a:chOff x="1397000" y="4067175"/>
            <a:chExt cx="2571804" cy="927100"/>
          </a:xfrm>
        </p:grpSpPr>
        <p:cxnSp>
          <p:nvCxnSpPr>
            <p:cNvPr id="18448" name="Straight Arrow Connector 272">
              <a:extLst>
                <a:ext uri="{FF2B5EF4-FFF2-40B4-BE49-F238E27FC236}">
                  <a16:creationId xmlns:a16="http://schemas.microsoft.com/office/drawing/2014/main" id="{491D1942-E708-B408-61D6-EB500E7545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933464" y="4530711"/>
              <a:ext cx="927100" cy="27"/>
            </a:xfrm>
            <a:prstGeom prst="straightConnector1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49" name="TextBox 278">
              <a:extLst>
                <a:ext uri="{FF2B5EF4-FFF2-40B4-BE49-F238E27FC236}">
                  <a16:creationId xmlns:a16="http://schemas.microsoft.com/office/drawing/2014/main" id="{3C62D001-F2FD-53D1-C450-D99058D8F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934" y="4137023"/>
              <a:ext cx="2428870" cy="607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>
                  <a:solidFill>
                    <a:srgbClr val="FF0000"/>
                  </a:solidFill>
                </a:rPr>
                <a:t>Triangulatie</a:t>
              </a:r>
            </a:p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>
                  <a:solidFill>
                    <a:srgbClr val="FF0000"/>
                  </a:solidFill>
                </a:rPr>
                <a:t>(opdelen in 3-hoeken)</a:t>
              </a:r>
            </a:p>
          </p:txBody>
        </p:sp>
      </p:grpSp>
      <p:grpSp>
        <p:nvGrpSpPr>
          <p:cNvPr id="26" name="Group 213">
            <a:extLst>
              <a:ext uri="{FF2B5EF4-FFF2-40B4-BE49-F238E27FC236}">
                <a16:creationId xmlns:a16="http://schemas.microsoft.com/office/drawing/2014/main" id="{30DE38D9-279B-586D-96B6-1A51C6FBA1CB}"/>
              </a:ext>
            </a:extLst>
          </p:cNvPr>
          <p:cNvGrpSpPr>
            <a:grpSpLocks/>
          </p:cNvGrpSpPr>
          <p:nvPr/>
        </p:nvGrpSpPr>
        <p:grpSpPr bwMode="auto">
          <a:xfrm>
            <a:off x="2682875" y="5422900"/>
            <a:ext cx="5214938" cy="1003300"/>
            <a:chOff x="2682858" y="5422913"/>
            <a:chExt cx="5214974" cy="1003519"/>
          </a:xfrm>
        </p:grpSpPr>
        <p:cxnSp>
          <p:nvCxnSpPr>
            <p:cNvPr id="18446" name="Straight Arrow Connector 272">
              <a:extLst>
                <a:ext uri="{FF2B5EF4-FFF2-40B4-BE49-F238E27FC236}">
                  <a16:creationId xmlns:a16="http://schemas.microsoft.com/office/drawing/2014/main" id="{B56C360F-C016-7554-2A02-E6DEF4F543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82858" y="5422913"/>
              <a:ext cx="5214974" cy="285750"/>
            </a:xfrm>
            <a:prstGeom prst="straightConnector1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47" name="TextBox 215">
              <a:extLst>
                <a:ext uri="{FF2B5EF4-FFF2-40B4-BE49-F238E27FC236}">
                  <a16:creationId xmlns:a16="http://schemas.microsoft.com/office/drawing/2014/main" id="{EB11EDD3-A516-0D47-A382-C4E98CE32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180" y="5780101"/>
              <a:ext cx="24503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>
                  <a:solidFill>
                    <a:srgbClr val="FF0000"/>
                  </a:solidFill>
                </a:rPr>
                <a:t>Projecteren &amp;</a:t>
              </a:r>
            </a:p>
            <a:p>
              <a:pPr eaLnBrk="1" hangingPunct="1"/>
              <a:r>
                <a:rPr lang="nl-BE" altLang="en-US">
                  <a:solidFill>
                    <a:srgbClr val="FF0000"/>
                  </a:solidFill>
                </a:rPr>
                <a:t>Z-Buffering toepassen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DE15A03-31CF-379D-B049-9E6359AB7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Voorbereidingen voor het Z-Buffer algoritme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233A9FB-E070-B168-A4E8-3FDF454FB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5233988"/>
          </a:xfrm>
        </p:spPr>
        <p:txBody>
          <a:bodyPr/>
          <a:lstStyle/>
          <a:p>
            <a:pPr marL="457200" indent="-457200">
              <a:buFont typeface="FreeSans" pitchFamily="32" charset="0"/>
              <a:buAutoNum type="arabicPeriod"/>
            </a:pPr>
            <a:r>
              <a:rPr lang="nl-BE" altLang="en-US">
                <a:ea typeface="ＭＳ Ｐゴシック" panose="020B0600070205080204" pitchFamily="34" charset="-128"/>
              </a:rPr>
              <a:t>Triangulatie</a:t>
            </a:r>
          </a:p>
          <a:p>
            <a:pPr lvl="1"/>
            <a:r>
              <a:rPr lang="nl-BE" altLang="en-US"/>
              <a:t>Het Z-Buffering algoritme werkt op </a:t>
            </a:r>
            <a:r>
              <a:rPr lang="nl-BE" altLang="en-US" b="1" i="1"/>
              <a:t>driehoeken</a:t>
            </a:r>
          </a:p>
          <a:p>
            <a:pPr lvl="1"/>
            <a:r>
              <a:rPr lang="nl-BE" altLang="en-US"/>
              <a:t>De 3D figuren maken ook gebruik van</a:t>
            </a:r>
          </a:p>
          <a:p>
            <a:pPr lvl="2"/>
            <a:r>
              <a:rPr lang="nl-BE" altLang="en-US"/>
              <a:t>4-hoeken (Kubus)</a:t>
            </a:r>
          </a:p>
          <a:p>
            <a:pPr lvl="2"/>
            <a:r>
              <a:rPr lang="nl-BE" altLang="en-US"/>
              <a:t>5-hoeken (Dodecaëder)</a:t>
            </a:r>
          </a:p>
          <a:p>
            <a:pPr lvl="2"/>
            <a:r>
              <a:rPr lang="nl-BE" altLang="en-US"/>
              <a:t>n-hoeken (cilinder, kegel)</a:t>
            </a:r>
          </a:p>
          <a:p>
            <a:pPr lvl="1">
              <a:buFont typeface="Wingdings" pitchFamily="2" charset="2"/>
              <a:buChar char="à"/>
            </a:pPr>
            <a:r>
              <a:rPr lang="nl-BE" altLang="en-US"/>
              <a:t>De vlakken van de 3D-figuren moeten worden opgedeeld in driehoeken</a:t>
            </a:r>
          </a:p>
          <a:p>
            <a:pPr lvl="2"/>
            <a:r>
              <a:rPr lang="nl-BE" altLang="en-US"/>
              <a:t>Dit kan tijdens het aanmaken van de figuren</a:t>
            </a:r>
          </a:p>
          <a:p>
            <a:pPr lvl="3"/>
            <a:r>
              <a:rPr lang="nl-BE" altLang="en-US"/>
              <a:t>Pas op: de </a:t>
            </a:r>
            <a:r>
              <a:rPr lang="nl-BE" altLang="en-US" b="1"/>
              <a:t>originele </a:t>
            </a:r>
            <a:r>
              <a:rPr lang="nl-BE" altLang="en-US"/>
              <a:t>figuren moeten ook nog gegenereerd kunnen worden</a:t>
            </a:r>
          </a:p>
          <a:p>
            <a:pPr lvl="2"/>
            <a:endParaRPr lang="nl-BE" altLang="en-US"/>
          </a:p>
          <a:p>
            <a:pPr lvl="2"/>
            <a:r>
              <a:rPr lang="nl-BE" altLang="en-US"/>
              <a:t>Dit kan ook achteraf gebeuren</a:t>
            </a:r>
          </a:p>
          <a:p>
            <a:pPr marL="457200" indent="-457200"/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27FF8-325F-6146-8639-27E2E487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dirty="0"/>
              <a:t>Practicum Computer </a:t>
            </a:r>
            <a:r>
              <a:rPr lang="nl-BE" dirty="0" err="1"/>
              <a:t>Graphics</a:t>
            </a:r>
            <a:r>
              <a:rPr lang="nl-BE" dirty="0"/>
              <a:t>: </a:t>
            </a:r>
            <a:r>
              <a:rPr lang="nl-BE" dirty="0" err="1"/>
              <a:t>Z-Buffering</a:t>
            </a:r>
            <a:r>
              <a:rPr lang="nl-BE" dirty="0"/>
              <a:t> met driehoeken</a:t>
            </a:r>
            <a:endParaRPr lang="en-GB" dirty="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0223F139-A922-AB8F-AA4C-FC41CCA8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05520C24-E57D-7A40-B39B-485D222C167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5EBD9023-C8A1-3E82-F3D1-C3C0A1D20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Voorbereidingen voor het Z-Buffer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C0A3-0033-7698-FC31-9A24F624FE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5905500" cy="5448300"/>
          </a:xfrm>
        </p:spPr>
        <p:txBody>
          <a:bodyPr/>
          <a:lstStyle/>
          <a:p>
            <a:pPr marL="457200" indent="-457200">
              <a:buFont typeface="FreeSans" pitchFamily="32" charset="0"/>
              <a:buAutoNum type="arabicPeriod"/>
            </a:pPr>
            <a:r>
              <a:rPr lang="nl-BE" altLang="en-US">
                <a:ea typeface="ＭＳ Ｐゴシック" panose="020B0600070205080204" pitchFamily="34" charset="-128"/>
              </a:rPr>
              <a:t>Triangulatie</a:t>
            </a:r>
          </a:p>
          <a:p>
            <a:pPr lvl="1"/>
            <a:r>
              <a:rPr lang="nl-BE" altLang="en-US"/>
              <a:t>Implementeer een klasse/methode om een willekeurige veelhoek te trianguleren: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std::</a:t>
            </a:r>
            <a:r>
              <a:rPr lang="nl-BE" altLang="en-US" sz="17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&lt;</a:t>
            </a:r>
            <a:r>
              <a:rPr lang="nl-BE" altLang="en-US" sz="17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Face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 </a:t>
            </a:r>
            <a:r>
              <a:rPr lang="nl-BE" altLang="en-US" sz="17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triangulate(</a:t>
            </a:r>
            <a:br>
              <a:rPr lang="nl-BE" altLang="en-US" sz="17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7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                 </a:t>
            </a:r>
            <a:r>
              <a:rPr lang="nl-BE" altLang="en-US" sz="17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 </a:t>
            </a:r>
            <a:r>
              <a:rPr lang="nl-BE" altLang="en-US" sz="17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Face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 face</a:t>
            </a:r>
            <a:r>
              <a:rPr lang="nl-BE" altLang="en-US" sz="17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Begin met de n-hoek </a:t>
            </a:r>
            <a:br>
              <a:rPr lang="nl-BE" altLang="en-US"/>
            </a:br>
            <a:r>
              <a:rPr lang="nl-BE" altLang="en-US"/>
              <a:t>		F 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1</a:t>
            </a:r>
            <a:r>
              <a:rPr lang="nl-BE" altLang="en-US"/>
              <a:t>, …, P</a:t>
            </a:r>
            <a:r>
              <a:rPr lang="nl-BE" altLang="en-US" baseline="-25000"/>
              <a:t>n-1</a:t>
            </a:r>
            <a:r>
              <a:rPr lang="nl-BE" altLang="en-US"/>
              <a:t>]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 </a:t>
            </a:r>
            <a:r>
              <a:rPr lang="nl-BE" altLang="en-US">
                <a:sym typeface="Symbol" pitchFamily="2" charset="2"/>
              </a:rPr>
              <a:t> i  [1, n-2]:</a:t>
            </a:r>
          </a:p>
          <a:p>
            <a:pPr lvl="2"/>
            <a:r>
              <a:rPr lang="nl-BE" altLang="en-US"/>
              <a:t>Stel 3-hoek F</a:t>
            </a:r>
            <a:r>
              <a:rPr lang="nl-BE" altLang="en-US" baseline="-25000"/>
              <a:t>i</a:t>
            </a:r>
            <a:r>
              <a:rPr lang="nl-BE" altLang="en-US"/>
              <a:t> 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i</a:t>
            </a:r>
            <a:r>
              <a:rPr lang="nl-BE" altLang="en-US"/>
              <a:t>, P</a:t>
            </a:r>
            <a:r>
              <a:rPr lang="nl-BE" altLang="en-US" baseline="-25000"/>
              <a:t>i+1</a:t>
            </a:r>
            <a:r>
              <a:rPr lang="nl-BE" altLang="en-US"/>
              <a:t>] op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Resultaat = {F</a:t>
            </a:r>
            <a:r>
              <a:rPr lang="nl-BE" altLang="en-US" baseline="-25000"/>
              <a:t>1</a:t>
            </a:r>
            <a:r>
              <a:rPr lang="nl-BE" altLang="en-US"/>
              <a:t>,…, F</a:t>
            </a:r>
            <a:r>
              <a:rPr lang="nl-BE" altLang="en-US" baseline="-25000"/>
              <a:t>n-2</a:t>
            </a:r>
            <a:r>
              <a:rPr lang="nl-BE" altLang="en-US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E0DCB-4D67-5A48-A0D2-F2DD14AE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628ED759-CF6F-BC18-2296-7A65E433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5798E44B-77BA-A44C-BCE1-B287A89BBC19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BDDF1C-C031-85F4-C1ED-AF0CDB43D8D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504907" y="2458244"/>
            <a:ext cx="1714500" cy="64293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459E4-E139-06F2-6E28-9A47D6F8323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897688" y="2351088"/>
            <a:ext cx="1785937" cy="128587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25">
            <a:extLst>
              <a:ext uri="{FF2B5EF4-FFF2-40B4-BE49-F238E27FC236}">
                <a16:creationId xmlns:a16="http://schemas.microsoft.com/office/drawing/2014/main" id="{B493AC95-E674-0DF1-A107-C7F6771AA1AF}"/>
              </a:ext>
            </a:extLst>
          </p:cNvPr>
          <p:cNvGrpSpPr>
            <a:grpSpLocks/>
          </p:cNvGrpSpPr>
          <p:nvPr/>
        </p:nvGrpSpPr>
        <p:grpSpPr bwMode="auto">
          <a:xfrm>
            <a:off x="6540500" y="1565275"/>
            <a:ext cx="2924175" cy="2513013"/>
            <a:chOff x="6540510" y="1565259"/>
            <a:chExt cx="2923844" cy="2512472"/>
          </a:xfrm>
        </p:grpSpPr>
        <p:grpSp>
          <p:nvGrpSpPr>
            <p:cNvPr id="21528" name="Group 5">
              <a:extLst>
                <a:ext uri="{FF2B5EF4-FFF2-40B4-BE49-F238E27FC236}">
                  <a16:creationId xmlns:a16="http://schemas.microsoft.com/office/drawing/2014/main" id="{2880815E-E193-8C4D-4D79-82627FC36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7700" y="1922449"/>
              <a:ext cx="2143140" cy="1714512"/>
              <a:chOff x="7183452" y="4065589"/>
              <a:chExt cx="2143140" cy="1714512"/>
            </a:xfrm>
          </p:grpSpPr>
          <p:cxnSp>
            <p:nvCxnSpPr>
              <p:cNvPr id="21534" name="Straight Connector 6">
                <a:extLst>
                  <a:ext uri="{FF2B5EF4-FFF2-40B4-BE49-F238E27FC236}">
                    <a16:creationId xmlns:a16="http://schemas.microsoft.com/office/drawing/2014/main" id="{7F153659-0D81-553E-3052-F2A07194B6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433617" y="4887126"/>
                <a:ext cx="1428760" cy="35719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35" name="Straight Connector 7">
                <a:extLst>
                  <a:ext uri="{FF2B5EF4-FFF2-40B4-BE49-F238E27FC236}">
                    <a16:creationId xmlns:a16="http://schemas.microsoft.com/office/drawing/2014/main" id="{F537EDFF-C278-40E3-D513-00C42DA4C3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26460" y="4065589"/>
                <a:ext cx="1000132" cy="285752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36" name="Straight Connector 8">
                <a:extLst>
                  <a:ext uri="{FF2B5EF4-FFF2-40B4-BE49-F238E27FC236}">
                    <a16:creationId xmlns:a16="http://schemas.microsoft.com/office/drawing/2014/main" id="{DCBB2D00-8586-E64B-2B62-485173E106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V="1">
                <a:off x="7183452" y="4065589"/>
                <a:ext cx="1143008" cy="428628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37" name="Straight Connector 9">
                <a:extLst>
                  <a:ext uri="{FF2B5EF4-FFF2-40B4-BE49-F238E27FC236}">
                    <a16:creationId xmlns:a16="http://schemas.microsoft.com/office/drawing/2014/main" id="{9CF25A94-B970-6DC9-AC25-29FB9086282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933419" y="4744250"/>
                <a:ext cx="1000132" cy="500066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38" name="Straight Connector 10">
                <a:extLst>
                  <a:ext uri="{FF2B5EF4-FFF2-40B4-BE49-F238E27FC236}">
                    <a16:creationId xmlns:a16="http://schemas.microsoft.com/office/drawing/2014/main" id="{5343A750-72A1-F372-B3E2-1789EAD7F8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7683518" y="5494349"/>
                <a:ext cx="1285884" cy="285752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529" name="TextBox 13">
              <a:extLst>
                <a:ext uri="{FF2B5EF4-FFF2-40B4-BE49-F238E27FC236}">
                  <a16:creationId xmlns:a16="http://schemas.microsoft.com/office/drawing/2014/main" id="{B4503646-FA7A-08F2-17AF-1CE5A3B24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0840" y="2065325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P</a:t>
              </a:r>
              <a:r>
                <a:rPr lang="nl-BE" altLang="en-US" baseline="-25000"/>
                <a:t>1</a:t>
              </a:r>
            </a:p>
          </p:txBody>
        </p:sp>
        <p:sp>
          <p:nvSpPr>
            <p:cNvPr id="21530" name="TextBox 14">
              <a:extLst>
                <a:ext uri="{FF2B5EF4-FFF2-40B4-BE49-F238E27FC236}">
                  <a16:creationId xmlns:a16="http://schemas.microsoft.com/office/drawing/2014/main" id="{DCF2B70D-1216-4796-96BE-20768ABBF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2212" y="3708399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P</a:t>
              </a:r>
              <a:r>
                <a:rPr lang="nl-BE" altLang="en-US" baseline="-25000"/>
                <a:t>0</a:t>
              </a:r>
            </a:p>
          </p:txBody>
        </p:sp>
        <p:sp>
          <p:nvSpPr>
            <p:cNvPr id="21531" name="TextBox 15">
              <a:extLst>
                <a:ext uri="{FF2B5EF4-FFF2-40B4-BE49-F238E27FC236}">
                  <a16:creationId xmlns:a16="http://schemas.microsoft.com/office/drawing/2014/main" id="{88E2047E-4EC7-C3B8-7912-B2FC503AD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9270" y="1565259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P</a:t>
              </a:r>
              <a:r>
                <a:rPr lang="nl-BE" altLang="en-US" baseline="-25000"/>
                <a:t>2</a:t>
              </a:r>
            </a:p>
          </p:txBody>
        </p:sp>
        <p:sp>
          <p:nvSpPr>
            <p:cNvPr id="21532" name="TextBox 16">
              <a:extLst>
                <a:ext uri="{FF2B5EF4-FFF2-40B4-BE49-F238E27FC236}">
                  <a16:creationId xmlns:a16="http://schemas.microsoft.com/office/drawing/2014/main" id="{5D16CBB0-9841-89DF-826F-F71D969B7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510" y="2208201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P</a:t>
              </a:r>
              <a:r>
                <a:rPr lang="nl-BE" altLang="en-US" baseline="-25000"/>
                <a:t>3</a:t>
              </a:r>
            </a:p>
          </p:txBody>
        </p:sp>
        <p:sp>
          <p:nvSpPr>
            <p:cNvPr id="21533" name="TextBox 17">
              <a:extLst>
                <a:ext uri="{FF2B5EF4-FFF2-40B4-BE49-F238E27FC236}">
                  <a16:creationId xmlns:a16="http://schemas.microsoft.com/office/drawing/2014/main" id="{6418A214-3484-24E4-E955-FEB850DD4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14" y="3279771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P</a:t>
              </a:r>
              <a:r>
                <a:rPr lang="nl-BE" altLang="en-US" baseline="-25000"/>
                <a:t>4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A9B511-164A-739B-6C93-9857385F0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4208463"/>
            <a:ext cx="2360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BE" altLang="en-US"/>
              <a:t>F 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1</a:t>
            </a:r>
            <a:r>
              <a:rPr lang="nl-BE" altLang="en-US"/>
              <a:t>, P</a:t>
            </a:r>
            <a:r>
              <a:rPr lang="nl-BE" altLang="en-US" baseline="-25000"/>
              <a:t>2</a:t>
            </a:r>
            <a:r>
              <a:rPr lang="nl-BE" altLang="en-US"/>
              <a:t>, P</a:t>
            </a:r>
            <a:r>
              <a:rPr lang="nl-BE" altLang="en-US" baseline="-25000"/>
              <a:t>3</a:t>
            </a:r>
            <a:r>
              <a:rPr lang="nl-BE" altLang="en-US"/>
              <a:t>,P</a:t>
            </a:r>
            <a:r>
              <a:rPr lang="nl-BE" altLang="en-US" baseline="-25000"/>
              <a:t>4</a:t>
            </a:r>
            <a:r>
              <a:rPr lang="nl-BE" altLang="en-US"/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AF10DB-E26B-605B-3B9A-29852049F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4779963"/>
            <a:ext cx="171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BE" altLang="en-US"/>
              <a:t>F</a:t>
            </a:r>
            <a:r>
              <a:rPr lang="nl-BE" altLang="en-US" baseline="-25000"/>
              <a:t>1</a:t>
            </a:r>
            <a:r>
              <a:rPr lang="nl-BE" altLang="en-US"/>
              <a:t>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1</a:t>
            </a:r>
            <a:r>
              <a:rPr lang="nl-BE" altLang="en-US"/>
              <a:t>, P</a:t>
            </a:r>
            <a:r>
              <a:rPr lang="nl-BE" altLang="en-US" baseline="-25000"/>
              <a:t>2</a:t>
            </a:r>
            <a:r>
              <a:rPr lang="nl-BE" altLang="en-US"/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9CB47-F7B5-91C6-DCD0-B3D9BD331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51371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BE" altLang="en-US"/>
              <a:t>F</a:t>
            </a:r>
            <a:r>
              <a:rPr lang="nl-BE" altLang="en-US" baseline="-25000"/>
              <a:t>2</a:t>
            </a:r>
            <a:r>
              <a:rPr lang="nl-BE" altLang="en-US"/>
              <a:t>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2</a:t>
            </a:r>
            <a:r>
              <a:rPr lang="nl-BE" altLang="en-US"/>
              <a:t>, P</a:t>
            </a:r>
            <a:r>
              <a:rPr lang="nl-BE" altLang="en-US" baseline="-25000"/>
              <a:t>3</a:t>
            </a:r>
            <a:r>
              <a:rPr lang="nl-BE" altLang="en-US"/>
              <a:t>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ED36BE-7852-7BD5-D0B7-97439EB1F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5494338"/>
            <a:ext cx="171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BE" altLang="en-US"/>
              <a:t>F</a:t>
            </a:r>
            <a:r>
              <a:rPr lang="nl-BE" altLang="en-US" baseline="-25000"/>
              <a:t>3</a:t>
            </a:r>
            <a:r>
              <a:rPr lang="nl-BE" altLang="en-US"/>
              <a:t>= [P</a:t>
            </a:r>
            <a:r>
              <a:rPr lang="nl-BE" altLang="en-US" baseline="-25000"/>
              <a:t>0</a:t>
            </a:r>
            <a:r>
              <a:rPr lang="nl-BE" altLang="en-US"/>
              <a:t>, P</a:t>
            </a:r>
            <a:r>
              <a:rPr lang="nl-BE" altLang="en-US" baseline="-25000"/>
              <a:t>3</a:t>
            </a:r>
            <a:r>
              <a:rPr lang="nl-BE" altLang="en-US"/>
              <a:t>, P</a:t>
            </a:r>
            <a:r>
              <a:rPr lang="nl-BE" altLang="en-US" baseline="-25000"/>
              <a:t>4</a:t>
            </a:r>
            <a:r>
              <a:rPr lang="nl-BE" altLang="en-US"/>
              <a:t>]</a:t>
            </a:r>
          </a:p>
        </p:txBody>
      </p:sp>
      <p:grpSp>
        <p:nvGrpSpPr>
          <p:cNvPr id="7" name="Group 37">
            <a:extLst>
              <a:ext uri="{FF2B5EF4-FFF2-40B4-BE49-F238E27FC236}">
                <a16:creationId xmlns:a16="http://schemas.microsoft.com/office/drawing/2014/main" id="{E636F8D2-8734-D369-F015-242E7EE68291}"/>
              </a:ext>
            </a:extLst>
          </p:cNvPr>
          <p:cNvGrpSpPr>
            <a:grpSpLocks/>
          </p:cNvGrpSpPr>
          <p:nvPr/>
        </p:nvGrpSpPr>
        <p:grpSpPr bwMode="auto">
          <a:xfrm>
            <a:off x="8040688" y="1922463"/>
            <a:ext cx="1000125" cy="1714500"/>
            <a:chOff x="8040708" y="1922449"/>
            <a:chExt cx="1000132" cy="1714512"/>
          </a:xfrm>
        </p:grpSpPr>
        <p:cxnSp>
          <p:nvCxnSpPr>
            <p:cNvPr id="21525" name="Straight Connector 27">
              <a:extLst>
                <a:ext uri="{FF2B5EF4-FFF2-40B4-BE49-F238E27FC236}">
                  <a16:creationId xmlns:a16="http://schemas.microsoft.com/office/drawing/2014/main" id="{48C44829-A15C-B9EF-F528-78667B30C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040708" y="1922449"/>
              <a:ext cx="1000132" cy="28575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6" name="Straight Connector 31">
              <a:extLst>
                <a:ext uri="{FF2B5EF4-FFF2-40B4-BE49-F238E27FC236}">
                  <a16:creationId xmlns:a16="http://schemas.microsoft.com/office/drawing/2014/main" id="{8156AC06-0C06-3CFD-9597-63E1249307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47865" y="2743986"/>
              <a:ext cx="1428760" cy="357190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7" name="Straight Connector 34">
              <a:extLst>
                <a:ext uri="{FF2B5EF4-FFF2-40B4-BE49-F238E27FC236}">
                  <a16:creationId xmlns:a16="http://schemas.microsoft.com/office/drawing/2014/main" id="{8A9018B1-F984-B54C-10E7-CDDB163617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504923" y="2458234"/>
              <a:ext cx="1714512" cy="64294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50">
            <a:extLst>
              <a:ext uri="{FF2B5EF4-FFF2-40B4-BE49-F238E27FC236}">
                <a16:creationId xmlns:a16="http://schemas.microsoft.com/office/drawing/2014/main" id="{A4861040-29E6-5CC6-2643-EF6589EE0271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1922463"/>
            <a:ext cx="1785937" cy="1714500"/>
            <a:chOff x="6897700" y="1922449"/>
            <a:chExt cx="1785950" cy="1714512"/>
          </a:xfrm>
        </p:grpSpPr>
        <p:cxnSp>
          <p:nvCxnSpPr>
            <p:cNvPr id="21522" name="Straight Connector 38">
              <a:extLst>
                <a:ext uri="{FF2B5EF4-FFF2-40B4-BE49-F238E27FC236}">
                  <a16:creationId xmlns:a16="http://schemas.microsoft.com/office/drawing/2014/main" id="{0BCF93F0-0E5F-5975-939A-C277403E20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897700" y="1922449"/>
              <a:ext cx="1143008" cy="428628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3" name="Straight Connector 41">
              <a:extLst>
                <a:ext uri="{FF2B5EF4-FFF2-40B4-BE49-F238E27FC236}">
                  <a16:creationId xmlns:a16="http://schemas.microsoft.com/office/drawing/2014/main" id="{76126C70-1E14-0769-67AF-04DE0FADE5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7700" y="2351077"/>
              <a:ext cx="1785950" cy="1285884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Straight Connector 46">
              <a:extLst>
                <a:ext uri="{FF2B5EF4-FFF2-40B4-BE49-F238E27FC236}">
                  <a16:creationId xmlns:a16="http://schemas.microsoft.com/office/drawing/2014/main" id="{785062A8-74B8-C46B-2A51-DBAFFD08E3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504923" y="2458234"/>
              <a:ext cx="1714512" cy="64294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Group 60">
            <a:extLst>
              <a:ext uri="{FF2B5EF4-FFF2-40B4-BE49-F238E27FC236}">
                <a16:creationId xmlns:a16="http://schemas.microsoft.com/office/drawing/2014/main" id="{F3879195-485E-B6A6-E9BB-3F304245334D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2351088"/>
            <a:ext cx="1785937" cy="1285875"/>
            <a:chOff x="6897700" y="2351077"/>
            <a:chExt cx="1785950" cy="1285884"/>
          </a:xfrm>
        </p:grpSpPr>
        <p:cxnSp>
          <p:nvCxnSpPr>
            <p:cNvPr id="21519" name="Straight Connector 51">
              <a:extLst>
                <a:ext uri="{FF2B5EF4-FFF2-40B4-BE49-F238E27FC236}">
                  <a16:creationId xmlns:a16="http://schemas.microsoft.com/office/drawing/2014/main" id="{15608894-F678-6D43-F0E0-B12ECA6386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7700" y="2351077"/>
              <a:ext cx="1785950" cy="1285884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Straight Connector 54">
              <a:extLst>
                <a:ext uri="{FF2B5EF4-FFF2-40B4-BE49-F238E27FC236}">
                  <a16:creationId xmlns:a16="http://schemas.microsoft.com/office/drawing/2014/main" id="{F5F41318-B4F0-D917-0ECA-C90DD51D45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647667" y="2601110"/>
              <a:ext cx="1000132" cy="500066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1" name="Straight Connector 57">
              <a:extLst>
                <a:ext uri="{FF2B5EF4-FFF2-40B4-BE49-F238E27FC236}">
                  <a16:creationId xmlns:a16="http://schemas.microsoft.com/office/drawing/2014/main" id="{F9CF1248-152B-EF9E-06B7-B637F4B78A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397766" y="3351209"/>
              <a:ext cx="1285884" cy="285752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E7721BE1-15CF-EAED-CB14-2095561A4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Voorbereidingen voor het Z-Buffer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B306D-6360-B3EF-D201-5357DF6D74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8180387" cy="5305425"/>
          </a:xfrm>
        </p:spPr>
        <p:txBody>
          <a:bodyPr/>
          <a:lstStyle/>
          <a:p>
            <a:pPr marL="457200" indent="-457200">
              <a:buFont typeface="FreeSans" pitchFamily="32" charset="0"/>
              <a:buAutoNum type="arabicPeriod" startAt="2"/>
            </a:pPr>
            <a:r>
              <a:rPr lang="nl-BE" altLang="en-US">
                <a:ea typeface="ＭＳ Ｐゴシック" panose="020B0600070205080204" pitchFamily="34" charset="-128"/>
              </a:rPr>
              <a:t>Bereken de Image grootte</a:t>
            </a:r>
          </a:p>
          <a:p>
            <a:pPr lvl="1"/>
            <a:r>
              <a:rPr lang="nl-BE" altLang="en-US"/>
              <a:t>Het Z-Buffer algoritme werkt op een </a:t>
            </a:r>
            <a:br>
              <a:rPr lang="nl-BE" altLang="en-US"/>
            </a:b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EasyImage</a:t>
            </a:r>
            <a:r>
              <a:rPr lang="nl-BE" altLang="en-US"/>
              <a:t> en een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ZBuffer</a:t>
            </a:r>
            <a:r>
              <a:rPr lang="nl-BE" altLang="en-US"/>
              <a:t> van </a:t>
            </a:r>
            <a:br>
              <a:rPr lang="nl-BE" altLang="en-US"/>
            </a:br>
            <a:r>
              <a:rPr lang="nl-BE" altLang="en-US"/>
              <a:t>de correcte grootte:</a:t>
            </a:r>
          </a:p>
          <a:p>
            <a:pPr lvl="2"/>
            <a:endParaRPr lang="nl-BE" altLang="en-US" sz="4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 sz="13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2"/>
            <a:r>
              <a:rPr lang="nl-BE" altLang="en-US"/>
              <a:t>Zie cursus p.7 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Hiervoor zijn de </a:t>
            </a:r>
            <a:r>
              <a:rPr lang="nl-BE" altLang="en-US" i="1"/>
              <a:t>geprojecteerde</a:t>
            </a:r>
            <a:r>
              <a:rPr lang="nl-BE" altLang="en-US"/>
              <a:t> </a:t>
            </a:r>
            <a:br>
              <a:rPr lang="nl-BE" altLang="en-US"/>
            </a:br>
            <a:r>
              <a:rPr lang="nl-BE" altLang="en-US"/>
              <a:t>punten nodig.</a:t>
            </a:r>
          </a:p>
          <a:p>
            <a:pPr lvl="2"/>
            <a:r>
              <a:rPr lang="nl-BE" altLang="en-US"/>
              <a:t>Reeds geïmplementeerd:</a:t>
            </a:r>
          </a:p>
          <a:p>
            <a:pPr lvl="3"/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Lines2D </a:t>
            </a:r>
            <a:r>
              <a:rPr lang="nl-BE" altLang="en-US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doProjection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Figures3D </a:t>
            </a:r>
            <a:r>
              <a:rPr lang="nl-BE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&amp;);</a:t>
            </a:r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E5BF5-592F-A144-8099-7C865BA9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63CD7B7E-A548-995B-0EB7-28C798CA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BA7DE0B4-1BCA-9745-9DB9-43D60745E2E6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" name="Group 145">
            <a:extLst>
              <a:ext uri="{FF2B5EF4-FFF2-40B4-BE49-F238E27FC236}">
                <a16:creationId xmlns:a16="http://schemas.microsoft.com/office/drawing/2014/main" id="{02412688-CA9B-9B25-89AD-8D3913EA6120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2779713"/>
            <a:ext cx="3657600" cy="1252537"/>
            <a:chOff x="1182660" y="2422525"/>
            <a:chExt cx="3657628" cy="1252532"/>
          </a:xfrm>
        </p:grpSpPr>
        <p:pic>
          <p:nvPicPr>
            <p:cNvPr id="22656" name="Picture 11">
              <a:extLst>
                <a:ext uri="{FF2B5EF4-FFF2-40B4-BE49-F238E27FC236}">
                  <a16:creationId xmlns:a16="http://schemas.microsoft.com/office/drawing/2014/main" id="{E84F3657-8F73-DFE3-006F-3600334DDA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2422525"/>
              <a:ext cx="3657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7" name="Picture 13">
              <a:extLst>
                <a:ext uri="{FF2B5EF4-FFF2-40B4-BE49-F238E27FC236}">
                  <a16:creationId xmlns:a16="http://schemas.microsoft.com/office/drawing/2014/main" id="{7CE95CE9-5C62-B95D-BF7A-92498D9FF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60" y="3065457"/>
              <a:ext cx="3657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144">
            <a:extLst>
              <a:ext uri="{FF2B5EF4-FFF2-40B4-BE49-F238E27FC236}">
                <a16:creationId xmlns:a16="http://schemas.microsoft.com/office/drawing/2014/main" id="{A1638808-342C-A1C1-8EFF-EBFA51D0FAE0}"/>
              </a:ext>
            </a:extLst>
          </p:cNvPr>
          <p:cNvGrpSpPr>
            <a:grpSpLocks/>
          </p:cNvGrpSpPr>
          <p:nvPr/>
        </p:nvGrpSpPr>
        <p:grpSpPr bwMode="auto">
          <a:xfrm>
            <a:off x="6540500" y="1136650"/>
            <a:ext cx="3071813" cy="3835400"/>
            <a:chOff x="6540510" y="1136652"/>
            <a:chExt cx="3071803" cy="3835404"/>
          </a:xfrm>
        </p:grpSpPr>
        <p:grpSp>
          <p:nvGrpSpPr>
            <p:cNvPr id="22535" name="Group 146">
              <a:extLst>
                <a:ext uri="{FF2B5EF4-FFF2-40B4-BE49-F238E27FC236}">
                  <a16:creationId xmlns:a16="http://schemas.microsoft.com/office/drawing/2014/main" id="{21D32F13-7429-BE12-FFA9-B2D7C5728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9250" y="1350963"/>
              <a:ext cx="1501775" cy="2073275"/>
              <a:chOff x="7969250" y="1350963"/>
              <a:chExt cx="1501775" cy="2073275"/>
            </a:xfrm>
          </p:grpSpPr>
          <p:cxnSp>
            <p:nvCxnSpPr>
              <p:cNvPr id="22604" name="Straight Connector 2191">
                <a:extLst>
                  <a:ext uri="{FF2B5EF4-FFF2-40B4-BE49-F238E27FC236}">
                    <a16:creationId xmlns:a16="http://schemas.microsoft.com/office/drawing/2014/main" id="{1CBB531C-DD7F-9D6C-BF40-1FB0FC69BE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43438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5" name="Straight Connector 2037">
                <a:extLst>
                  <a:ext uri="{FF2B5EF4-FFF2-40B4-BE49-F238E27FC236}">
                    <a16:creationId xmlns:a16="http://schemas.microsoft.com/office/drawing/2014/main" id="{83BC14F2-1DFD-F96F-0285-2B99EA20BB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504906" y="2386807"/>
                <a:ext cx="2071687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6" name="Straight Connector 2051">
                <a:extLst>
                  <a:ext uri="{FF2B5EF4-FFF2-40B4-BE49-F238E27FC236}">
                    <a16:creationId xmlns:a16="http://schemas.microsoft.com/office/drawing/2014/main" id="{45D3943B-4323-E691-8B9B-B67ECF46DBE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42240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7" name="Straight Connector 2053">
                <a:extLst>
                  <a:ext uri="{FF2B5EF4-FFF2-40B4-BE49-F238E27FC236}">
                    <a16:creationId xmlns:a16="http://schemas.microsoft.com/office/drawing/2014/main" id="{1D45082A-E563-6DD5-BA14-3AB3FF2D220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57713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8" name="Straight Connector 2054">
                <a:extLst>
                  <a:ext uri="{FF2B5EF4-FFF2-40B4-BE49-F238E27FC236}">
                    <a16:creationId xmlns:a16="http://schemas.microsoft.com/office/drawing/2014/main" id="{2E6D432A-5D70-0397-2818-6CC6EADC09C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648575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9" name="Straight Connector 2055">
                <a:extLst>
                  <a:ext uri="{FF2B5EF4-FFF2-40B4-BE49-F238E27FC236}">
                    <a16:creationId xmlns:a16="http://schemas.microsoft.com/office/drawing/2014/main" id="{52886F4D-BC65-B5D3-0CC0-3B1503C161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720013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0" name="Straight Connector 2056">
                <a:extLst>
                  <a:ext uri="{FF2B5EF4-FFF2-40B4-BE49-F238E27FC236}">
                    <a16:creationId xmlns:a16="http://schemas.microsoft.com/office/drawing/2014/main" id="{774407A4-B43C-0AEF-984C-F067387035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791450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1" name="Straight Connector 2057">
                <a:extLst>
                  <a:ext uri="{FF2B5EF4-FFF2-40B4-BE49-F238E27FC236}">
                    <a16:creationId xmlns:a16="http://schemas.microsoft.com/office/drawing/2014/main" id="{221FF8C8-1DC8-1933-F4E9-2D157F7280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86288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2" name="Straight Connector 2058">
                <a:extLst>
                  <a:ext uri="{FF2B5EF4-FFF2-40B4-BE49-F238E27FC236}">
                    <a16:creationId xmlns:a16="http://schemas.microsoft.com/office/drawing/2014/main" id="{50779988-CF36-819E-D2BF-A2AE1AE6D8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934325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3" name="Straight Connector 2059">
                <a:extLst>
                  <a:ext uri="{FF2B5EF4-FFF2-40B4-BE49-F238E27FC236}">
                    <a16:creationId xmlns:a16="http://schemas.microsoft.com/office/drawing/2014/main" id="{5D720EB4-F7A1-A65E-66C7-978D187E13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005763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4" name="Straight Connector 2060">
                <a:extLst>
                  <a:ext uri="{FF2B5EF4-FFF2-40B4-BE49-F238E27FC236}">
                    <a16:creationId xmlns:a16="http://schemas.microsoft.com/office/drawing/2014/main" id="{BC5E6655-65BF-4BD2-0108-26F8AA3CB21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077200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5" name="Straight Connector 2061">
                <a:extLst>
                  <a:ext uri="{FF2B5EF4-FFF2-40B4-BE49-F238E27FC236}">
                    <a16:creationId xmlns:a16="http://schemas.microsoft.com/office/drawing/2014/main" id="{B45C70AA-3682-B3AA-1831-CCFDDA8959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14863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6" name="Straight Connector 2062">
                <a:extLst>
                  <a:ext uri="{FF2B5EF4-FFF2-40B4-BE49-F238E27FC236}">
                    <a16:creationId xmlns:a16="http://schemas.microsoft.com/office/drawing/2014/main" id="{A09A6A12-E111-9D11-C389-010AF25003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220075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7" name="Straight Connector 2063">
                <a:extLst>
                  <a:ext uri="{FF2B5EF4-FFF2-40B4-BE49-F238E27FC236}">
                    <a16:creationId xmlns:a16="http://schemas.microsoft.com/office/drawing/2014/main" id="{1EAF468E-729A-38F2-F2F3-7879B70FFE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291513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8" name="Straight Connector 2064">
                <a:extLst>
                  <a:ext uri="{FF2B5EF4-FFF2-40B4-BE49-F238E27FC236}">
                    <a16:creationId xmlns:a16="http://schemas.microsoft.com/office/drawing/2014/main" id="{9D266C91-0133-9B99-DBDE-A74F9912F0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362950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9" name="Straight Connector 2065">
                <a:extLst>
                  <a:ext uri="{FF2B5EF4-FFF2-40B4-BE49-F238E27FC236}">
                    <a16:creationId xmlns:a16="http://schemas.microsoft.com/office/drawing/2014/main" id="{9F92DB52-D94D-AD55-472F-CCA558BF742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434263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0" name="Straight Connector 2066">
                <a:extLst>
                  <a:ext uri="{FF2B5EF4-FFF2-40B4-BE49-F238E27FC236}">
                    <a16:creationId xmlns:a16="http://schemas.microsoft.com/office/drawing/2014/main" id="{CABF7ACF-C7BC-203A-5201-A9746EB759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362825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1" name="Straight Connector 2067">
                <a:extLst>
                  <a:ext uri="{FF2B5EF4-FFF2-40B4-BE49-F238E27FC236}">
                    <a16:creationId xmlns:a16="http://schemas.microsoft.com/office/drawing/2014/main" id="{36A7D0FD-7EB2-F2AB-D188-DAC9610C57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29138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2" name="Straight Connector 2068">
                <a:extLst>
                  <a:ext uri="{FF2B5EF4-FFF2-40B4-BE49-F238E27FC236}">
                    <a16:creationId xmlns:a16="http://schemas.microsoft.com/office/drawing/2014/main" id="{4277DD42-3D98-1E74-6E08-F80079CDF88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219950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3" name="Straight Connector 2077">
                <a:extLst>
                  <a:ext uri="{FF2B5EF4-FFF2-40B4-BE49-F238E27FC236}">
                    <a16:creationId xmlns:a16="http://schemas.microsoft.com/office/drawing/2014/main" id="{54944B93-7B29-7C8D-3114-65441B7D637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49383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4" name="Straight Connector 2078">
                <a:extLst>
                  <a:ext uri="{FF2B5EF4-FFF2-40B4-BE49-F238E27FC236}">
                    <a16:creationId xmlns:a16="http://schemas.microsoft.com/office/drawing/2014/main" id="{4A598D30-AE53-68D2-09CE-A231608FC5C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56527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5" name="Straight Connector 2079">
                <a:extLst>
                  <a:ext uri="{FF2B5EF4-FFF2-40B4-BE49-F238E27FC236}">
                    <a16:creationId xmlns:a16="http://schemas.microsoft.com/office/drawing/2014/main" id="{7466CBDC-52A3-05FF-D880-5D1FF5AD7C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63671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6" name="Straight Connector 2080">
                <a:extLst>
                  <a:ext uri="{FF2B5EF4-FFF2-40B4-BE49-F238E27FC236}">
                    <a16:creationId xmlns:a16="http://schemas.microsoft.com/office/drawing/2014/main" id="{816CD4C6-D5D1-0D38-FF96-77976BD43B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70815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7" name="Straight Connector 2081">
                <a:extLst>
                  <a:ext uri="{FF2B5EF4-FFF2-40B4-BE49-F238E27FC236}">
                    <a16:creationId xmlns:a16="http://schemas.microsoft.com/office/drawing/2014/main" id="{C263F975-7B36-81EE-F5FB-081B487166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77958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8" name="Straight Connector 2082">
                <a:extLst>
                  <a:ext uri="{FF2B5EF4-FFF2-40B4-BE49-F238E27FC236}">
                    <a16:creationId xmlns:a16="http://schemas.microsoft.com/office/drawing/2014/main" id="{D58A0701-7C39-A29A-82CB-E4080A11672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85102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9" name="Straight Connector 2083">
                <a:extLst>
                  <a:ext uri="{FF2B5EF4-FFF2-40B4-BE49-F238E27FC236}">
                    <a16:creationId xmlns:a16="http://schemas.microsoft.com/office/drawing/2014/main" id="{BCD2FD1D-AA42-A1DC-16F9-C2DCD7C724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92246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0" name="Straight Connector 2084">
                <a:extLst>
                  <a:ext uri="{FF2B5EF4-FFF2-40B4-BE49-F238E27FC236}">
                    <a16:creationId xmlns:a16="http://schemas.microsoft.com/office/drawing/2014/main" id="{1D99446C-D0BF-513E-CE97-916ECCCDAAC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99390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1" name="Straight Connector 2085">
                <a:extLst>
                  <a:ext uri="{FF2B5EF4-FFF2-40B4-BE49-F238E27FC236}">
                    <a16:creationId xmlns:a16="http://schemas.microsoft.com/office/drawing/2014/main" id="{C2269033-B5A6-6FBC-D045-B6B2123439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06533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2" name="Straight Connector 2086">
                <a:extLst>
                  <a:ext uri="{FF2B5EF4-FFF2-40B4-BE49-F238E27FC236}">
                    <a16:creationId xmlns:a16="http://schemas.microsoft.com/office/drawing/2014/main" id="{8A4E1EB5-E96D-1E72-D814-301472D972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13677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3" name="Straight Connector 2087">
                <a:extLst>
                  <a:ext uri="{FF2B5EF4-FFF2-40B4-BE49-F238E27FC236}">
                    <a16:creationId xmlns:a16="http://schemas.microsoft.com/office/drawing/2014/main" id="{E9E6C8DE-FE0D-C2BB-F517-1A7959891B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20821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4" name="Straight Connector 2088">
                <a:extLst>
                  <a:ext uri="{FF2B5EF4-FFF2-40B4-BE49-F238E27FC236}">
                    <a16:creationId xmlns:a16="http://schemas.microsoft.com/office/drawing/2014/main" id="{CC682574-73EC-F31A-C0D2-23190E8623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27965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5" name="Straight Connector 2089">
                <a:extLst>
                  <a:ext uri="{FF2B5EF4-FFF2-40B4-BE49-F238E27FC236}">
                    <a16:creationId xmlns:a16="http://schemas.microsoft.com/office/drawing/2014/main" id="{9C9BC0F2-03AF-05CA-E945-6C01FDF2FE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35108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6" name="Straight Connector 2090">
                <a:extLst>
                  <a:ext uri="{FF2B5EF4-FFF2-40B4-BE49-F238E27FC236}">
                    <a16:creationId xmlns:a16="http://schemas.microsoft.com/office/drawing/2014/main" id="{4BD6CE94-D119-D028-4C95-F2CA50BAA3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42252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7" name="Straight Connector 2091">
                <a:extLst>
                  <a:ext uri="{FF2B5EF4-FFF2-40B4-BE49-F238E27FC236}">
                    <a16:creationId xmlns:a16="http://schemas.microsoft.com/office/drawing/2014/main" id="{38A9E8F1-55A6-DBCD-EB40-879C9AC581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49396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8" name="Straight Connector 2092">
                <a:extLst>
                  <a:ext uri="{FF2B5EF4-FFF2-40B4-BE49-F238E27FC236}">
                    <a16:creationId xmlns:a16="http://schemas.microsoft.com/office/drawing/2014/main" id="{18CF4CF3-6FD5-D7E2-F387-60606B49BF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56540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9" name="Straight Connector 2093">
                <a:extLst>
                  <a:ext uri="{FF2B5EF4-FFF2-40B4-BE49-F238E27FC236}">
                    <a16:creationId xmlns:a16="http://schemas.microsoft.com/office/drawing/2014/main" id="{AE87C4A5-3A05-A1DA-D559-3E9399EA2D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63683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0" name="Straight Connector 2094">
                <a:extLst>
                  <a:ext uri="{FF2B5EF4-FFF2-40B4-BE49-F238E27FC236}">
                    <a16:creationId xmlns:a16="http://schemas.microsoft.com/office/drawing/2014/main" id="{ECFE731A-2E1B-7F5A-44F6-6392840A79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70827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1" name="Straight Connector 2095">
                <a:extLst>
                  <a:ext uri="{FF2B5EF4-FFF2-40B4-BE49-F238E27FC236}">
                    <a16:creationId xmlns:a16="http://schemas.microsoft.com/office/drawing/2014/main" id="{9F95DFBF-5A3B-2464-D511-2306A3F802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77971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2" name="Straight Connector 2096">
                <a:extLst>
                  <a:ext uri="{FF2B5EF4-FFF2-40B4-BE49-F238E27FC236}">
                    <a16:creationId xmlns:a16="http://schemas.microsoft.com/office/drawing/2014/main" id="{BADCAFDC-233E-E79D-DEB8-63AF4925D9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85115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3" name="Straight Connector 2097">
                <a:extLst>
                  <a:ext uri="{FF2B5EF4-FFF2-40B4-BE49-F238E27FC236}">
                    <a16:creationId xmlns:a16="http://schemas.microsoft.com/office/drawing/2014/main" id="{5E1E41FF-8D69-0D9C-9587-2D9990965B0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92258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4" name="Straight Connector 2098">
                <a:extLst>
                  <a:ext uri="{FF2B5EF4-FFF2-40B4-BE49-F238E27FC236}">
                    <a16:creationId xmlns:a16="http://schemas.microsoft.com/office/drawing/2014/main" id="{956CA95D-E6FF-C86A-7AC9-F2A7AC3BF5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299402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5" name="Straight Connector 2099">
                <a:extLst>
                  <a:ext uri="{FF2B5EF4-FFF2-40B4-BE49-F238E27FC236}">
                    <a16:creationId xmlns:a16="http://schemas.microsoft.com/office/drawing/2014/main" id="{6F297853-FBD8-BD81-1C9A-85A9FB76CCC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06546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6" name="Straight Connector 2101">
                <a:extLst>
                  <a:ext uri="{FF2B5EF4-FFF2-40B4-BE49-F238E27FC236}">
                    <a16:creationId xmlns:a16="http://schemas.microsoft.com/office/drawing/2014/main" id="{031367B8-31DE-ABCB-6FCA-1C5E74E74FC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48513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7" name="Straight Connector 2102">
                <a:extLst>
                  <a:ext uri="{FF2B5EF4-FFF2-40B4-BE49-F238E27FC236}">
                    <a16:creationId xmlns:a16="http://schemas.microsoft.com/office/drawing/2014/main" id="{B1635746-12B1-8FD7-3E2B-EA38770110A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077075" y="2386013"/>
                <a:ext cx="2071687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8" name="Straight Connector 2103">
                <a:extLst>
                  <a:ext uri="{FF2B5EF4-FFF2-40B4-BE49-F238E27FC236}">
                    <a16:creationId xmlns:a16="http://schemas.microsoft.com/office/drawing/2014/main" id="{B669DF13-F300-31D9-0820-AB55B49816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005638" y="2386013"/>
                <a:ext cx="2071687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9" name="Straight Connector 2104">
                <a:extLst>
                  <a:ext uri="{FF2B5EF4-FFF2-40B4-BE49-F238E27FC236}">
                    <a16:creationId xmlns:a16="http://schemas.microsoft.com/office/drawing/2014/main" id="{722F7E2C-18E7-11ED-0411-6B8439D544C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13690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0" name="Straight Connector 2105">
                <a:extLst>
                  <a:ext uri="{FF2B5EF4-FFF2-40B4-BE49-F238E27FC236}">
                    <a16:creationId xmlns:a16="http://schemas.microsoft.com/office/drawing/2014/main" id="{2548CAF0-FCFD-5462-44EE-CA4CC289762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208338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1" name="Straight Connector 2106">
                <a:extLst>
                  <a:ext uri="{FF2B5EF4-FFF2-40B4-BE49-F238E27FC236}">
                    <a16:creationId xmlns:a16="http://schemas.microsoft.com/office/drawing/2014/main" id="{912B7852-A6E9-278C-DC61-4E445D41D7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279775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2" name="Straight Connector 2107">
                <a:extLst>
                  <a:ext uri="{FF2B5EF4-FFF2-40B4-BE49-F238E27FC236}">
                    <a16:creationId xmlns:a16="http://schemas.microsoft.com/office/drawing/2014/main" id="{05DF6699-FFB7-B743-37B4-8B8E3865EF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35121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3" name="Straight Connector 2108">
                <a:extLst>
                  <a:ext uri="{FF2B5EF4-FFF2-40B4-BE49-F238E27FC236}">
                    <a16:creationId xmlns:a16="http://schemas.microsoft.com/office/drawing/2014/main" id="{1D203C9E-B7D6-D3ED-FA0A-91ED6BF1FE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3422650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4" name="Straight Connector 2109">
                <a:extLst>
                  <a:ext uri="{FF2B5EF4-FFF2-40B4-BE49-F238E27FC236}">
                    <a16:creationId xmlns:a16="http://schemas.microsoft.com/office/drawing/2014/main" id="{3E0DFC65-0D0F-9F29-3DDA-7223503CF91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969919" y="2421731"/>
                <a:ext cx="2000250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55" name="Straight Connector 2188">
                <a:extLst>
                  <a:ext uri="{FF2B5EF4-FFF2-40B4-BE49-F238E27FC236}">
                    <a16:creationId xmlns:a16="http://schemas.microsoft.com/office/drawing/2014/main" id="{859D6707-7E40-7D3F-5B94-CE540AA3AF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69250" y="1350963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6FA7FD4-5304-724A-B32C-BC02CABE80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076953" y="3028954"/>
              <a:ext cx="3786192" cy="15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D06C3E6-D3D3-E446-903E-A73DECB10A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40510" y="3422654"/>
              <a:ext cx="3071803" cy="15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8" name="Straight Arrow Connector 2269">
              <a:extLst>
                <a:ext uri="{FF2B5EF4-FFF2-40B4-BE49-F238E27FC236}">
                  <a16:creationId xmlns:a16="http://schemas.microsoft.com/office/drawing/2014/main" id="{5464B3A6-89B0-029F-A862-D9F0A5A4D5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636497"/>
              <a:ext cx="1500188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9" name="Straight Arrow Connector 2271">
              <a:extLst>
                <a:ext uri="{FF2B5EF4-FFF2-40B4-BE49-F238E27FC236}">
                  <a16:creationId xmlns:a16="http://schemas.microsoft.com/office/drawing/2014/main" id="{E803A633-7CF8-9496-3D2A-16CC591980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791536" y="2385803"/>
              <a:ext cx="2071266" cy="158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0" name="TextBox 2275">
              <a:extLst>
                <a:ext uri="{FF2B5EF4-FFF2-40B4-BE49-F238E27FC236}">
                  <a16:creationId xmlns:a16="http://schemas.microsoft.com/office/drawing/2014/main" id="{F18682DE-958B-F426-4912-6ADD2C6C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0750" y="3636497"/>
              <a:ext cx="688004" cy="263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Image</a:t>
              </a:r>
              <a:r>
                <a:rPr lang="nl-BE" altLang="en-US" sz="1200" baseline="-25000"/>
                <a:t>x</a:t>
              </a:r>
            </a:p>
          </p:txBody>
        </p:sp>
        <p:sp>
          <p:nvSpPr>
            <p:cNvPr id="22541" name="TextBox 2274">
              <a:extLst>
                <a:ext uri="{FF2B5EF4-FFF2-40B4-BE49-F238E27FC236}">
                  <a16:creationId xmlns:a16="http://schemas.microsoft.com/office/drawing/2014/main" id="{04995031-BA36-6321-FC0F-AD72D4CA3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0" y="2065192"/>
              <a:ext cx="688004" cy="263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Image</a:t>
              </a:r>
              <a:r>
                <a:rPr lang="nl-BE" altLang="en-US" sz="1200" baseline="-25000"/>
                <a:t>y</a:t>
              </a:r>
            </a:p>
          </p:txBody>
        </p:sp>
        <p:grpSp>
          <p:nvGrpSpPr>
            <p:cNvPr id="22542" name="Group 2180">
              <a:extLst>
                <a:ext uri="{FF2B5EF4-FFF2-40B4-BE49-F238E27FC236}">
                  <a16:creationId xmlns:a16="http://schemas.microsoft.com/office/drawing/2014/main" id="{F9378E81-E02E-8401-7C91-1D000D5F4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3625" y="1493838"/>
              <a:ext cx="642938" cy="928687"/>
              <a:chOff x="8683650" y="1493821"/>
              <a:chExt cx="642942" cy="928694"/>
            </a:xfrm>
          </p:grpSpPr>
          <p:sp>
            <p:nvSpPr>
              <p:cNvPr id="22591" name="Rectangle 2111">
                <a:extLst>
                  <a:ext uri="{FF2B5EF4-FFF2-40B4-BE49-F238E27FC236}">
                    <a16:creationId xmlns:a16="http://schemas.microsoft.com/office/drawing/2014/main" id="{2421EFC2-BEE6-C6B4-2D30-4C21E16FB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3650" y="149382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2" name="Rectangle 2112">
                <a:extLst>
                  <a:ext uri="{FF2B5EF4-FFF2-40B4-BE49-F238E27FC236}">
                    <a16:creationId xmlns:a16="http://schemas.microsoft.com/office/drawing/2014/main" id="{D56160C9-F5ED-003C-931D-3FDB5A690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5154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3" name="Rectangle 2114">
                <a:extLst>
                  <a:ext uri="{FF2B5EF4-FFF2-40B4-BE49-F238E27FC236}">
                    <a16:creationId xmlns:a16="http://schemas.microsoft.com/office/drawing/2014/main" id="{196B47D8-4E9C-2E45-6167-A4220DBE1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5088" y="156525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4" name="Rectangle 2115">
                <a:extLst>
                  <a:ext uri="{FF2B5EF4-FFF2-40B4-BE49-F238E27FC236}">
                    <a16:creationId xmlns:a16="http://schemas.microsoft.com/office/drawing/2014/main" id="{43DF7AB0-899B-4713-EF25-6EF98015D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3716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5" name="Rectangle 2116">
                <a:extLst>
                  <a:ext uri="{FF2B5EF4-FFF2-40B4-BE49-F238E27FC236}">
                    <a16:creationId xmlns:a16="http://schemas.microsoft.com/office/drawing/2014/main" id="{A62BBA2F-ED23-216E-A2F4-B238CE69E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2278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6" name="Rectangle 2117">
                <a:extLst>
                  <a:ext uri="{FF2B5EF4-FFF2-40B4-BE49-F238E27FC236}">
                    <a16:creationId xmlns:a16="http://schemas.microsoft.com/office/drawing/2014/main" id="{B7591E16-44AA-A421-E52D-DEA60084A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2278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7" name="Rectangle 2118">
                <a:extLst>
                  <a:ext uri="{FF2B5EF4-FFF2-40B4-BE49-F238E27FC236}">
                    <a16:creationId xmlns:a16="http://schemas.microsoft.com/office/drawing/2014/main" id="{30F5F085-FA63-CBA9-0B2D-0AD981564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40840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8" name="Rectangle 2119">
                <a:extLst>
                  <a:ext uri="{FF2B5EF4-FFF2-40B4-BE49-F238E27FC236}">
                    <a16:creationId xmlns:a16="http://schemas.microsoft.com/office/drawing/2014/main" id="{7FBD0DD9-61F0-04E4-42D5-84FD9C64F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9402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9" name="Rectangle 2120">
                <a:extLst>
                  <a:ext uri="{FF2B5EF4-FFF2-40B4-BE49-F238E27FC236}">
                    <a16:creationId xmlns:a16="http://schemas.microsoft.com/office/drawing/2014/main" id="{DCEFAEDB-4599-B51F-01FE-7ADB34738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9402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600" name="Rectangle 2121">
                <a:extLst>
                  <a:ext uri="{FF2B5EF4-FFF2-40B4-BE49-F238E27FC236}">
                    <a16:creationId xmlns:a16="http://schemas.microsoft.com/office/drawing/2014/main" id="{92BE168E-E883-2C69-55CF-FD1B38386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7964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601" name="Rectangle 2122">
                <a:extLst>
                  <a:ext uri="{FF2B5EF4-FFF2-40B4-BE49-F238E27FC236}">
                    <a16:creationId xmlns:a16="http://schemas.microsoft.com/office/drawing/2014/main" id="{4131C5E5-6DA0-3747-8E91-1ED8D9060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7964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602" name="Rectangle 2123">
                <a:extLst>
                  <a:ext uri="{FF2B5EF4-FFF2-40B4-BE49-F238E27FC236}">
                    <a16:creationId xmlns:a16="http://schemas.microsoft.com/office/drawing/2014/main" id="{EC2B2D1D-5469-3065-2BC2-4614BFBB9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6526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603" name="Rectangle 2124">
                <a:extLst>
                  <a:ext uri="{FF2B5EF4-FFF2-40B4-BE49-F238E27FC236}">
                    <a16:creationId xmlns:a16="http://schemas.microsoft.com/office/drawing/2014/main" id="{9D795EE6-C685-1B0F-CACF-89860CE3D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5088" y="163669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2543" name="Group 2138">
              <a:extLst>
                <a:ext uri="{FF2B5EF4-FFF2-40B4-BE49-F238E27FC236}">
                  <a16:creationId xmlns:a16="http://schemas.microsoft.com/office/drawing/2014/main" id="{CE181AD5-6641-57ED-291D-6D0D035D3EA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112125" y="1493838"/>
              <a:ext cx="642938" cy="928687"/>
              <a:chOff x="6897700" y="1708135"/>
              <a:chExt cx="642942" cy="928694"/>
            </a:xfrm>
          </p:grpSpPr>
          <p:sp>
            <p:nvSpPr>
              <p:cNvPr id="22578" name="Rectangle 2125">
                <a:extLst>
                  <a:ext uri="{FF2B5EF4-FFF2-40B4-BE49-F238E27FC236}">
                    <a16:creationId xmlns:a16="http://schemas.microsoft.com/office/drawing/2014/main" id="{B8FF6567-D7B1-CE64-5BDC-5BB088401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9" name="Rectangle 2126">
                <a:extLst>
                  <a:ext uri="{FF2B5EF4-FFF2-40B4-BE49-F238E27FC236}">
                    <a16:creationId xmlns:a16="http://schemas.microsoft.com/office/drawing/2014/main" id="{C6286D5B-0291-626D-073B-580FA2AB6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0" name="Rectangle 2127">
                <a:extLst>
                  <a:ext uri="{FF2B5EF4-FFF2-40B4-BE49-F238E27FC236}">
                    <a16:creationId xmlns:a16="http://schemas.microsoft.com/office/drawing/2014/main" id="{BAB83938-3E65-CE41-7E7A-A0563798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1" name="Rectangle 2128">
                <a:extLst>
                  <a:ext uri="{FF2B5EF4-FFF2-40B4-BE49-F238E27FC236}">
                    <a16:creationId xmlns:a16="http://schemas.microsoft.com/office/drawing/2014/main" id="{7C0F59D9-8E9D-D985-848B-1B25925DF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2" name="Rectangle 2129">
                <a:extLst>
                  <a:ext uri="{FF2B5EF4-FFF2-40B4-BE49-F238E27FC236}">
                    <a16:creationId xmlns:a16="http://schemas.microsoft.com/office/drawing/2014/main" id="{F9725690-D9F3-950C-6FEB-015F18DA6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3" name="Rectangle 2130">
                <a:extLst>
                  <a:ext uri="{FF2B5EF4-FFF2-40B4-BE49-F238E27FC236}">
                    <a16:creationId xmlns:a16="http://schemas.microsoft.com/office/drawing/2014/main" id="{36A365D0-F3FD-77CD-62C0-F2CC898ED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4" name="Rectangle 2131">
                <a:extLst>
                  <a:ext uri="{FF2B5EF4-FFF2-40B4-BE49-F238E27FC236}">
                    <a16:creationId xmlns:a16="http://schemas.microsoft.com/office/drawing/2014/main" id="{96B40E4A-9194-3487-2F55-1C90129D4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5" name="Rectangle 2132">
                <a:extLst>
                  <a:ext uri="{FF2B5EF4-FFF2-40B4-BE49-F238E27FC236}">
                    <a16:creationId xmlns:a16="http://schemas.microsoft.com/office/drawing/2014/main" id="{C4ACDC34-535D-3070-0B04-E95ADE0D3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6" name="Rectangle 2133">
                <a:extLst>
                  <a:ext uri="{FF2B5EF4-FFF2-40B4-BE49-F238E27FC236}">
                    <a16:creationId xmlns:a16="http://schemas.microsoft.com/office/drawing/2014/main" id="{42B18750-3B55-C883-7094-21BECF0EF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7" name="Rectangle 2134">
                <a:extLst>
                  <a:ext uri="{FF2B5EF4-FFF2-40B4-BE49-F238E27FC236}">
                    <a16:creationId xmlns:a16="http://schemas.microsoft.com/office/drawing/2014/main" id="{2A5A42B5-5B37-E8DF-D459-7AA46E94F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8" name="Rectangle 2135">
                <a:extLst>
                  <a:ext uri="{FF2B5EF4-FFF2-40B4-BE49-F238E27FC236}">
                    <a16:creationId xmlns:a16="http://schemas.microsoft.com/office/drawing/2014/main" id="{2DDB4D1F-E102-52F6-DFC1-A6FE532F2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89" name="Rectangle 2136">
                <a:extLst>
                  <a:ext uri="{FF2B5EF4-FFF2-40B4-BE49-F238E27FC236}">
                    <a16:creationId xmlns:a16="http://schemas.microsoft.com/office/drawing/2014/main" id="{0AE5DBA0-20F1-AE04-A48F-3FA387A8A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90" name="Rectangle 2137">
                <a:extLst>
                  <a:ext uri="{FF2B5EF4-FFF2-40B4-BE49-F238E27FC236}">
                    <a16:creationId xmlns:a16="http://schemas.microsoft.com/office/drawing/2014/main" id="{7501C835-9C7B-0A05-95A3-A37DC2016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2544" name="Group 2152">
              <a:extLst>
                <a:ext uri="{FF2B5EF4-FFF2-40B4-BE49-F238E27FC236}">
                  <a16:creationId xmlns:a16="http://schemas.microsoft.com/office/drawing/2014/main" id="{9AFAB252-E1AB-A01A-87E0-072792D85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12125" y="2351088"/>
              <a:ext cx="642938" cy="928687"/>
              <a:chOff x="6897700" y="1708135"/>
              <a:chExt cx="642942" cy="928694"/>
            </a:xfrm>
          </p:grpSpPr>
          <p:sp>
            <p:nvSpPr>
              <p:cNvPr id="22565" name="Rectangle 2153">
                <a:extLst>
                  <a:ext uri="{FF2B5EF4-FFF2-40B4-BE49-F238E27FC236}">
                    <a16:creationId xmlns:a16="http://schemas.microsoft.com/office/drawing/2014/main" id="{E8865DC9-A4B0-39FE-182F-3E1546A98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6" name="Rectangle 2154">
                <a:extLst>
                  <a:ext uri="{FF2B5EF4-FFF2-40B4-BE49-F238E27FC236}">
                    <a16:creationId xmlns:a16="http://schemas.microsoft.com/office/drawing/2014/main" id="{916F908D-842A-29C2-57A5-37C4AA337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7" name="Rectangle 2155">
                <a:extLst>
                  <a:ext uri="{FF2B5EF4-FFF2-40B4-BE49-F238E27FC236}">
                    <a16:creationId xmlns:a16="http://schemas.microsoft.com/office/drawing/2014/main" id="{F5098FFF-CBD6-23CE-4464-E36046474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8" name="Rectangle 2156">
                <a:extLst>
                  <a:ext uri="{FF2B5EF4-FFF2-40B4-BE49-F238E27FC236}">
                    <a16:creationId xmlns:a16="http://schemas.microsoft.com/office/drawing/2014/main" id="{C034C359-846B-A8C7-495C-19FEC168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9" name="Rectangle 2157">
                <a:extLst>
                  <a:ext uri="{FF2B5EF4-FFF2-40B4-BE49-F238E27FC236}">
                    <a16:creationId xmlns:a16="http://schemas.microsoft.com/office/drawing/2014/main" id="{0FDD45B6-D37E-F341-1601-21F9CF77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0" name="Rectangle 2158">
                <a:extLst>
                  <a:ext uri="{FF2B5EF4-FFF2-40B4-BE49-F238E27FC236}">
                    <a16:creationId xmlns:a16="http://schemas.microsoft.com/office/drawing/2014/main" id="{45CFC802-2047-C6AC-DFB4-96AD3489E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1" name="Rectangle 2159">
                <a:extLst>
                  <a:ext uri="{FF2B5EF4-FFF2-40B4-BE49-F238E27FC236}">
                    <a16:creationId xmlns:a16="http://schemas.microsoft.com/office/drawing/2014/main" id="{A446FBA6-A64F-A262-5FE1-8646D1B76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2" name="Rectangle 2160">
                <a:extLst>
                  <a:ext uri="{FF2B5EF4-FFF2-40B4-BE49-F238E27FC236}">
                    <a16:creationId xmlns:a16="http://schemas.microsoft.com/office/drawing/2014/main" id="{C9B12BC6-1BDD-4707-E950-1F6DA0960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3" name="Rectangle 2161">
                <a:extLst>
                  <a:ext uri="{FF2B5EF4-FFF2-40B4-BE49-F238E27FC236}">
                    <a16:creationId xmlns:a16="http://schemas.microsoft.com/office/drawing/2014/main" id="{15E53BDF-8504-0E67-EED6-27EF64E10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4" name="Rectangle 2162">
                <a:extLst>
                  <a:ext uri="{FF2B5EF4-FFF2-40B4-BE49-F238E27FC236}">
                    <a16:creationId xmlns:a16="http://schemas.microsoft.com/office/drawing/2014/main" id="{80F349CA-58C9-1CA7-E27C-FE5D260D5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5" name="Rectangle 2163">
                <a:extLst>
                  <a:ext uri="{FF2B5EF4-FFF2-40B4-BE49-F238E27FC236}">
                    <a16:creationId xmlns:a16="http://schemas.microsoft.com/office/drawing/2014/main" id="{4138AAE1-56BB-50EB-4ECB-BC502A0B9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6" name="Rectangle 2164">
                <a:extLst>
                  <a:ext uri="{FF2B5EF4-FFF2-40B4-BE49-F238E27FC236}">
                    <a16:creationId xmlns:a16="http://schemas.microsoft.com/office/drawing/2014/main" id="{74A16F8A-EBE1-2299-548B-C869FCF22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77" name="Rectangle 2165">
                <a:extLst>
                  <a:ext uri="{FF2B5EF4-FFF2-40B4-BE49-F238E27FC236}">
                    <a16:creationId xmlns:a16="http://schemas.microsoft.com/office/drawing/2014/main" id="{B46F7138-A785-B433-425E-8F219B6C1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2545" name="Group 2166">
              <a:extLst>
                <a:ext uri="{FF2B5EF4-FFF2-40B4-BE49-F238E27FC236}">
                  <a16:creationId xmlns:a16="http://schemas.microsoft.com/office/drawing/2014/main" id="{D68AC158-A641-92A4-75D0-35154BF2881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683625" y="2351088"/>
              <a:ext cx="642938" cy="928687"/>
              <a:chOff x="6897700" y="1708135"/>
              <a:chExt cx="642942" cy="928694"/>
            </a:xfrm>
          </p:grpSpPr>
          <p:sp>
            <p:nvSpPr>
              <p:cNvPr id="22552" name="Rectangle 2167">
                <a:extLst>
                  <a:ext uri="{FF2B5EF4-FFF2-40B4-BE49-F238E27FC236}">
                    <a16:creationId xmlns:a16="http://schemas.microsoft.com/office/drawing/2014/main" id="{A0D81BAB-1200-812A-CCF9-BF02A2DA7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3" name="Rectangle 2168">
                <a:extLst>
                  <a:ext uri="{FF2B5EF4-FFF2-40B4-BE49-F238E27FC236}">
                    <a16:creationId xmlns:a16="http://schemas.microsoft.com/office/drawing/2014/main" id="{BB1CA844-E62D-4C1B-993B-52FF07B18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4" name="Rectangle 2169">
                <a:extLst>
                  <a:ext uri="{FF2B5EF4-FFF2-40B4-BE49-F238E27FC236}">
                    <a16:creationId xmlns:a16="http://schemas.microsoft.com/office/drawing/2014/main" id="{311D10B0-597C-394C-E3E0-781340426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5" name="Rectangle 2170">
                <a:extLst>
                  <a:ext uri="{FF2B5EF4-FFF2-40B4-BE49-F238E27FC236}">
                    <a16:creationId xmlns:a16="http://schemas.microsoft.com/office/drawing/2014/main" id="{6DBF0167-4C3D-D977-C0D9-F6C2101D2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6" name="Rectangle 2171">
                <a:extLst>
                  <a:ext uri="{FF2B5EF4-FFF2-40B4-BE49-F238E27FC236}">
                    <a16:creationId xmlns:a16="http://schemas.microsoft.com/office/drawing/2014/main" id="{89766A75-79EF-6740-E082-98F0F710B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7" name="Rectangle 2172">
                <a:extLst>
                  <a:ext uri="{FF2B5EF4-FFF2-40B4-BE49-F238E27FC236}">
                    <a16:creationId xmlns:a16="http://schemas.microsoft.com/office/drawing/2014/main" id="{D063A790-C267-903A-8ED4-DF69ED459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8" name="Rectangle 2173">
                <a:extLst>
                  <a:ext uri="{FF2B5EF4-FFF2-40B4-BE49-F238E27FC236}">
                    <a16:creationId xmlns:a16="http://schemas.microsoft.com/office/drawing/2014/main" id="{10F9C9F7-C49F-6BE8-D536-385529B17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59" name="Rectangle 2174">
                <a:extLst>
                  <a:ext uri="{FF2B5EF4-FFF2-40B4-BE49-F238E27FC236}">
                    <a16:creationId xmlns:a16="http://schemas.microsoft.com/office/drawing/2014/main" id="{B349B223-3281-5688-CF1D-830FBB45B0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0" name="Rectangle 2175">
                <a:extLst>
                  <a:ext uri="{FF2B5EF4-FFF2-40B4-BE49-F238E27FC236}">
                    <a16:creationId xmlns:a16="http://schemas.microsoft.com/office/drawing/2014/main" id="{9A1FFD49-3048-0F66-C183-3CC4742A3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1" name="Rectangle 2176">
                <a:extLst>
                  <a:ext uri="{FF2B5EF4-FFF2-40B4-BE49-F238E27FC236}">
                    <a16:creationId xmlns:a16="http://schemas.microsoft.com/office/drawing/2014/main" id="{FD001530-BEF7-969B-5C57-AA5C1557B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2" name="Rectangle 2177">
                <a:extLst>
                  <a:ext uri="{FF2B5EF4-FFF2-40B4-BE49-F238E27FC236}">
                    <a16:creationId xmlns:a16="http://schemas.microsoft.com/office/drawing/2014/main" id="{FA22ED1A-21F4-B35A-82FA-67B2D0272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3" name="Rectangle 2178">
                <a:extLst>
                  <a:ext uri="{FF2B5EF4-FFF2-40B4-BE49-F238E27FC236}">
                    <a16:creationId xmlns:a16="http://schemas.microsoft.com/office/drawing/2014/main" id="{5163C0D0-CCCE-9F11-C086-C53CF4B83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2564" name="Rectangle 2179">
                <a:extLst>
                  <a:ext uri="{FF2B5EF4-FFF2-40B4-BE49-F238E27FC236}">
                    <a16:creationId xmlns:a16="http://schemas.microsoft.com/office/drawing/2014/main" id="{62B337F1-CD7A-51B4-6515-B297DFDAB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sp>
          <p:nvSpPr>
            <p:cNvPr id="22546" name="Rectangle 2185">
              <a:extLst>
                <a:ext uri="{FF2B5EF4-FFF2-40B4-BE49-F238E27FC236}">
                  <a16:creationId xmlns:a16="http://schemas.microsoft.com/office/drawing/2014/main" id="{D35D7180-C176-A9F5-8685-CBDC6A200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6324" y="3565523"/>
              <a:ext cx="571500" cy="9286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135" name="Diamond 134">
              <a:extLst>
                <a:ext uri="{FF2B5EF4-FFF2-40B4-BE49-F238E27FC236}">
                  <a16:creationId xmlns:a16="http://schemas.microsoft.com/office/drawing/2014/main" id="{163F59A5-77CE-3746-9B3A-FF8C90FADC03}"/>
                </a:ext>
              </a:extLst>
            </p:cNvPr>
            <p:cNvSpPr/>
            <p:nvPr/>
          </p:nvSpPr>
          <p:spPr bwMode="auto">
            <a:xfrm>
              <a:off x="7254883" y="3565530"/>
              <a:ext cx="582611" cy="928689"/>
            </a:xfrm>
            <a:prstGeom prst="diamond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endParaRPr lang="nl-BE" altLang="en-US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22548" name="Straight Arrow Connector 2269">
              <a:extLst>
                <a:ext uri="{FF2B5EF4-FFF2-40B4-BE49-F238E27FC236}">
                  <a16:creationId xmlns:a16="http://schemas.microsoft.com/office/drawing/2014/main" id="{DA363279-8D10-F42C-87FE-5CE692D7DE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54890" y="4637093"/>
              <a:ext cx="5715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Straight Arrow Connector 2271">
              <a:extLst>
                <a:ext uri="{FF2B5EF4-FFF2-40B4-BE49-F238E27FC236}">
                  <a16:creationId xmlns:a16="http://schemas.microsoft.com/office/drawing/2014/main" id="{1E2A1169-E500-FD60-8E93-35EEB8685D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648460" y="4029073"/>
              <a:ext cx="928688" cy="1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0" name="TextBox 2274">
              <a:extLst>
                <a:ext uri="{FF2B5EF4-FFF2-40B4-BE49-F238E27FC236}">
                  <a16:creationId xmlns:a16="http://schemas.microsoft.com/office/drawing/2014/main" id="{B9235997-E7A2-73AF-CADA-6B08DDD7C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510" y="3922711"/>
              <a:ext cx="525462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y</a:t>
              </a:r>
              <a:r>
                <a:rPr lang="nl-BE" altLang="en-US" sz="1200" baseline="-25000"/>
                <a:t>range</a:t>
              </a:r>
            </a:p>
          </p:txBody>
        </p:sp>
        <p:sp>
          <p:nvSpPr>
            <p:cNvPr id="22551" name="TextBox 2275">
              <a:extLst>
                <a:ext uri="{FF2B5EF4-FFF2-40B4-BE49-F238E27FC236}">
                  <a16:creationId xmlns:a16="http://schemas.microsoft.com/office/drawing/2014/main" id="{7B0FBB9A-A25B-D60B-5C20-2F2D7F0FE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6328" y="4708531"/>
              <a:ext cx="525462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x</a:t>
              </a:r>
              <a:r>
                <a:rPr lang="nl-BE" altLang="en-US" sz="1200" baseline="-25000"/>
                <a:t>range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A79C0A04-C107-EBA3-BD40-D975241D3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Voorbereidingen voor het Z-Buffer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E9E7-4E5E-1609-8294-30B6F4809D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FreeSans" pitchFamily="32" charset="0"/>
              <a:buAutoNum type="arabicPeriod" startAt="3"/>
            </a:pPr>
            <a:r>
              <a:rPr lang="nl-BE" altLang="en-US">
                <a:ea typeface="ＭＳ Ｐゴシック" panose="020B0600070205080204" pitchFamily="34" charset="-128"/>
              </a:rPr>
              <a:t>Bereken de afstand van het projectievlak tot de oorsprong</a:t>
            </a:r>
          </a:p>
          <a:p>
            <a:pPr lvl="1"/>
            <a:endParaRPr lang="nl-BE" altLang="en-US" sz="300"/>
          </a:p>
          <a:p>
            <a:pPr lvl="1"/>
            <a:r>
              <a:rPr lang="nl-BE" altLang="en-US"/>
              <a:t>Projectie:</a:t>
            </a:r>
          </a:p>
          <a:p>
            <a:pPr lvl="1"/>
            <a:r>
              <a:rPr lang="nl-BE" altLang="en-US"/>
              <a:t>3D Lijntekeningen: </a:t>
            </a:r>
          </a:p>
          <a:p>
            <a:pPr lvl="2"/>
            <a:r>
              <a:rPr lang="nl-BE" altLang="en-US"/>
              <a:t>Eerst projecteren met </a:t>
            </a:r>
            <a:r>
              <a:rPr lang="nl-BE" altLang="en-US" b="1"/>
              <a:t>d</a:t>
            </a:r>
            <a:r>
              <a:rPr lang="nl-BE" altLang="en-US"/>
              <a:t>=1</a:t>
            </a:r>
          </a:p>
          <a:p>
            <a:pPr lvl="2"/>
            <a:r>
              <a:rPr lang="nl-BE" altLang="en-US"/>
              <a:t>Daarna herschalen</a:t>
            </a:r>
          </a:p>
          <a:p>
            <a:pPr lvl="1"/>
            <a:r>
              <a:rPr lang="nl-BE" altLang="en-US"/>
              <a:t>Z-Buffering: kies </a:t>
            </a:r>
            <a:r>
              <a:rPr lang="nl-BE" altLang="en-US" b="1"/>
              <a:t>d</a:t>
            </a:r>
            <a:r>
              <a:rPr lang="nl-BE" altLang="en-US"/>
              <a:t> zodat de figuur ineens correct geschaald is</a:t>
            </a:r>
          </a:p>
          <a:p>
            <a:pPr lvl="2"/>
            <a:r>
              <a:rPr lang="nl-BE" altLang="en-US"/>
              <a:t>Wat is de waarde van </a:t>
            </a:r>
            <a:r>
              <a:rPr lang="nl-BE" altLang="en-US" b="1"/>
              <a:t>d</a:t>
            </a:r>
            <a:r>
              <a:rPr lang="nl-BE" altLang="en-US"/>
              <a:t> ?</a:t>
            </a:r>
          </a:p>
          <a:p>
            <a:pPr lvl="2"/>
            <a:endParaRPr lang="nl-BE" altLang="en-US" sz="400"/>
          </a:p>
          <a:p>
            <a:pPr lvl="2"/>
            <a:r>
              <a:rPr lang="nl-BE" altLang="en-US"/>
              <a:t> </a:t>
            </a:r>
          </a:p>
          <a:p>
            <a:pPr lvl="3"/>
            <a:endParaRPr lang="nl-BE" altLang="en-US"/>
          </a:p>
          <a:p>
            <a:pPr lvl="3"/>
            <a:r>
              <a:rPr lang="nl-BE" altLang="en-US"/>
              <a:t>Dit is de </a:t>
            </a:r>
            <a:r>
              <a:rPr lang="nl-BE" altLang="en-US" b="1"/>
              <a:t>schaalfactor</a:t>
            </a:r>
            <a:r>
              <a:rPr lang="nl-BE" altLang="en-US"/>
              <a:t> die bij het tekenen van 2D Lijntekeningen wordt gebruikt !!</a:t>
            </a:r>
          </a:p>
          <a:p>
            <a:pPr lvl="2"/>
            <a:endParaRPr lang="nl-BE" altLang="en-US"/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DB034-DF2E-EB49-9341-A167EED6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5AD57D48-6484-456E-4428-186F49C3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04AF57CB-2FC5-E547-A138-3A0BDCF1F7F5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B053A1AA-EB72-F790-E87A-F7DDE9D1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8C44559C-BC8D-249A-C4D9-8FE6140F6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15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3559" name="Rectangle 5">
            <a:extLst>
              <a:ext uri="{FF2B5EF4-FFF2-40B4-BE49-F238E27FC236}">
                <a16:creationId xmlns:a16="http://schemas.microsoft.com/office/drawing/2014/main" id="{08DDC425-AD8A-8453-1ABF-86226F7B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CC4BDAC4-AFC4-0894-A2F4-67A0957E8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63" y="1851025"/>
            <a:ext cx="8763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6">
            <a:extLst>
              <a:ext uri="{FF2B5EF4-FFF2-40B4-BE49-F238E27FC236}">
                <a16:creationId xmlns:a16="http://schemas.microsoft.com/office/drawing/2014/main" id="{95F7CEEF-EFDE-D775-094D-E12D30ED8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15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pic>
        <p:nvPicPr>
          <p:cNvPr id="13" name="Picture 136">
            <a:extLst>
              <a:ext uri="{FF2B5EF4-FFF2-40B4-BE49-F238E27FC236}">
                <a16:creationId xmlns:a16="http://schemas.microsoft.com/office/drawing/2014/main" id="{EC7A57FF-D450-F750-5A82-E61593691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4279900"/>
            <a:ext cx="1819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7B0D03C9-A3C8-F809-4CB0-E994F13DD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Voorbereidingen voor het Z-Buffer algoritme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BC7E8-A7B6-CB43-8A78-C08FB03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52D57A21-D78C-3183-D6FF-35CBA160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CD3C164-7CFA-8F42-A5B2-A8590B9EE22D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4580" name="Group 146">
            <a:extLst>
              <a:ext uri="{FF2B5EF4-FFF2-40B4-BE49-F238E27FC236}">
                <a16:creationId xmlns:a16="http://schemas.microsoft.com/office/drawing/2014/main" id="{FCA2F668-8638-0632-80B8-29F6646B1C9E}"/>
              </a:ext>
            </a:extLst>
          </p:cNvPr>
          <p:cNvGrpSpPr>
            <a:grpSpLocks/>
          </p:cNvGrpSpPr>
          <p:nvPr/>
        </p:nvGrpSpPr>
        <p:grpSpPr bwMode="auto">
          <a:xfrm>
            <a:off x="7969250" y="1350963"/>
            <a:ext cx="1501775" cy="2073275"/>
            <a:chOff x="7969250" y="1350963"/>
            <a:chExt cx="1501775" cy="2073275"/>
          </a:xfrm>
        </p:grpSpPr>
        <p:cxnSp>
          <p:nvCxnSpPr>
            <p:cNvPr id="24653" name="Straight Connector 2191">
              <a:extLst>
                <a:ext uri="{FF2B5EF4-FFF2-40B4-BE49-F238E27FC236}">
                  <a16:creationId xmlns:a16="http://schemas.microsoft.com/office/drawing/2014/main" id="{389C2880-96B7-38AD-8498-3FE7B43586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43438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4" name="Straight Connector 2037">
              <a:extLst>
                <a:ext uri="{FF2B5EF4-FFF2-40B4-BE49-F238E27FC236}">
                  <a16:creationId xmlns:a16="http://schemas.microsoft.com/office/drawing/2014/main" id="{277120A4-670C-0A7D-00FD-04E9B88D06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04906" y="2386807"/>
              <a:ext cx="207168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5" name="Straight Connector 2051">
              <a:extLst>
                <a:ext uri="{FF2B5EF4-FFF2-40B4-BE49-F238E27FC236}">
                  <a16:creationId xmlns:a16="http://schemas.microsoft.com/office/drawing/2014/main" id="{06335C72-A338-819C-D366-9FBE4E5A24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42240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6" name="Straight Connector 2053">
              <a:extLst>
                <a:ext uri="{FF2B5EF4-FFF2-40B4-BE49-F238E27FC236}">
                  <a16:creationId xmlns:a16="http://schemas.microsoft.com/office/drawing/2014/main" id="{259BEDFD-39F1-FE62-B135-CE9B54BBF8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7713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7" name="Straight Connector 2054">
              <a:extLst>
                <a:ext uri="{FF2B5EF4-FFF2-40B4-BE49-F238E27FC236}">
                  <a16:creationId xmlns:a16="http://schemas.microsoft.com/office/drawing/2014/main" id="{25C7A787-C7A9-9079-0370-8B7328F08A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648575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8" name="Straight Connector 2055">
              <a:extLst>
                <a:ext uri="{FF2B5EF4-FFF2-40B4-BE49-F238E27FC236}">
                  <a16:creationId xmlns:a16="http://schemas.microsoft.com/office/drawing/2014/main" id="{CF214DFD-FB3E-084C-E838-1C2CFD49A9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720013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59" name="Straight Connector 2056">
              <a:extLst>
                <a:ext uri="{FF2B5EF4-FFF2-40B4-BE49-F238E27FC236}">
                  <a16:creationId xmlns:a16="http://schemas.microsoft.com/office/drawing/2014/main" id="{DE7369FF-0802-6C85-96EB-9A7A871DE1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791450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0" name="Straight Connector 2057">
              <a:extLst>
                <a:ext uri="{FF2B5EF4-FFF2-40B4-BE49-F238E27FC236}">
                  <a16:creationId xmlns:a16="http://schemas.microsoft.com/office/drawing/2014/main" id="{49CAC38B-C0C6-D09C-A625-11B22BE591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86288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1" name="Straight Connector 2058">
              <a:extLst>
                <a:ext uri="{FF2B5EF4-FFF2-40B4-BE49-F238E27FC236}">
                  <a16:creationId xmlns:a16="http://schemas.microsoft.com/office/drawing/2014/main" id="{3F9A2115-4702-F62E-07F3-6BB988F0E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934325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2" name="Straight Connector 2059">
              <a:extLst>
                <a:ext uri="{FF2B5EF4-FFF2-40B4-BE49-F238E27FC236}">
                  <a16:creationId xmlns:a16="http://schemas.microsoft.com/office/drawing/2014/main" id="{86F39590-C9A9-4C17-6AE9-B154BF7306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005763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3" name="Straight Connector 2060">
              <a:extLst>
                <a:ext uri="{FF2B5EF4-FFF2-40B4-BE49-F238E27FC236}">
                  <a16:creationId xmlns:a16="http://schemas.microsoft.com/office/drawing/2014/main" id="{926B2BC1-A355-EA35-5D28-7688C36A54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077200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4" name="Straight Connector 2061">
              <a:extLst>
                <a:ext uri="{FF2B5EF4-FFF2-40B4-BE49-F238E27FC236}">
                  <a16:creationId xmlns:a16="http://schemas.microsoft.com/office/drawing/2014/main" id="{C186BAAB-4A30-A524-1FF1-D1280A8B86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4863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5" name="Straight Connector 2062">
              <a:extLst>
                <a:ext uri="{FF2B5EF4-FFF2-40B4-BE49-F238E27FC236}">
                  <a16:creationId xmlns:a16="http://schemas.microsoft.com/office/drawing/2014/main" id="{717864D3-B061-D26C-EF18-E4A25233F0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220075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6" name="Straight Connector 2063">
              <a:extLst>
                <a:ext uri="{FF2B5EF4-FFF2-40B4-BE49-F238E27FC236}">
                  <a16:creationId xmlns:a16="http://schemas.microsoft.com/office/drawing/2014/main" id="{4437387B-D610-F01A-C7DA-97F161579C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291513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7" name="Straight Connector 2064">
              <a:extLst>
                <a:ext uri="{FF2B5EF4-FFF2-40B4-BE49-F238E27FC236}">
                  <a16:creationId xmlns:a16="http://schemas.microsoft.com/office/drawing/2014/main" id="{3ED51734-C654-5680-E16C-47A90984EF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62950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8" name="Straight Connector 2065">
              <a:extLst>
                <a:ext uri="{FF2B5EF4-FFF2-40B4-BE49-F238E27FC236}">
                  <a16:creationId xmlns:a16="http://schemas.microsoft.com/office/drawing/2014/main" id="{A914D776-29C4-C988-0075-ED2579CC75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434263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69" name="Straight Connector 2066">
              <a:extLst>
                <a:ext uri="{FF2B5EF4-FFF2-40B4-BE49-F238E27FC236}">
                  <a16:creationId xmlns:a16="http://schemas.microsoft.com/office/drawing/2014/main" id="{DD50E8D3-977A-ED12-47C9-701883EF71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362825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0" name="Straight Connector 2067">
              <a:extLst>
                <a:ext uri="{FF2B5EF4-FFF2-40B4-BE49-F238E27FC236}">
                  <a16:creationId xmlns:a16="http://schemas.microsoft.com/office/drawing/2014/main" id="{43205FB2-68E3-B802-11E9-215EEFB8DD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29138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1" name="Straight Connector 2068">
              <a:extLst>
                <a:ext uri="{FF2B5EF4-FFF2-40B4-BE49-F238E27FC236}">
                  <a16:creationId xmlns:a16="http://schemas.microsoft.com/office/drawing/2014/main" id="{055188D4-4BE2-7845-2750-8AB071345A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219950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2" name="Straight Connector 2077">
              <a:extLst>
                <a:ext uri="{FF2B5EF4-FFF2-40B4-BE49-F238E27FC236}">
                  <a16:creationId xmlns:a16="http://schemas.microsoft.com/office/drawing/2014/main" id="{ED01DFFF-DEF4-F1C8-0F7B-63D68704D8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49383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3" name="Straight Connector 2078">
              <a:extLst>
                <a:ext uri="{FF2B5EF4-FFF2-40B4-BE49-F238E27FC236}">
                  <a16:creationId xmlns:a16="http://schemas.microsoft.com/office/drawing/2014/main" id="{B4DD67C3-BB61-F870-F187-E63D73A77D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56527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4" name="Straight Connector 2079">
              <a:extLst>
                <a:ext uri="{FF2B5EF4-FFF2-40B4-BE49-F238E27FC236}">
                  <a16:creationId xmlns:a16="http://schemas.microsoft.com/office/drawing/2014/main" id="{A3D0437B-A812-E5BD-6E3C-F2A3F4B459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63671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5" name="Straight Connector 2080">
              <a:extLst>
                <a:ext uri="{FF2B5EF4-FFF2-40B4-BE49-F238E27FC236}">
                  <a16:creationId xmlns:a16="http://schemas.microsoft.com/office/drawing/2014/main" id="{A29044E5-BD63-91DF-478F-7693C87D5A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70815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6" name="Straight Connector 2081">
              <a:extLst>
                <a:ext uri="{FF2B5EF4-FFF2-40B4-BE49-F238E27FC236}">
                  <a16:creationId xmlns:a16="http://schemas.microsoft.com/office/drawing/2014/main" id="{D089871C-0149-A76A-7807-A690A8246C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77958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7" name="Straight Connector 2082">
              <a:extLst>
                <a:ext uri="{FF2B5EF4-FFF2-40B4-BE49-F238E27FC236}">
                  <a16:creationId xmlns:a16="http://schemas.microsoft.com/office/drawing/2014/main" id="{C18D78C1-8EFA-F833-A71D-230DBB70AC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85102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8" name="Straight Connector 2083">
              <a:extLst>
                <a:ext uri="{FF2B5EF4-FFF2-40B4-BE49-F238E27FC236}">
                  <a16:creationId xmlns:a16="http://schemas.microsoft.com/office/drawing/2014/main" id="{0028027D-4090-2253-319D-F698063280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92246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79" name="Straight Connector 2084">
              <a:extLst>
                <a:ext uri="{FF2B5EF4-FFF2-40B4-BE49-F238E27FC236}">
                  <a16:creationId xmlns:a16="http://schemas.microsoft.com/office/drawing/2014/main" id="{710EDF98-2634-8E9A-DFA2-E8E576D423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99390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0" name="Straight Connector 2085">
              <a:extLst>
                <a:ext uri="{FF2B5EF4-FFF2-40B4-BE49-F238E27FC236}">
                  <a16:creationId xmlns:a16="http://schemas.microsoft.com/office/drawing/2014/main" id="{A587F563-7E19-DA1E-BF55-662791E4E8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06533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1" name="Straight Connector 2086">
              <a:extLst>
                <a:ext uri="{FF2B5EF4-FFF2-40B4-BE49-F238E27FC236}">
                  <a16:creationId xmlns:a16="http://schemas.microsoft.com/office/drawing/2014/main" id="{915E59EF-2AF1-E4CF-4F83-27261F1BAF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13677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2" name="Straight Connector 2087">
              <a:extLst>
                <a:ext uri="{FF2B5EF4-FFF2-40B4-BE49-F238E27FC236}">
                  <a16:creationId xmlns:a16="http://schemas.microsoft.com/office/drawing/2014/main" id="{5DC86251-A77D-1D47-8C00-8964FF0518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20821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3" name="Straight Connector 2088">
              <a:extLst>
                <a:ext uri="{FF2B5EF4-FFF2-40B4-BE49-F238E27FC236}">
                  <a16:creationId xmlns:a16="http://schemas.microsoft.com/office/drawing/2014/main" id="{ACF1F516-C360-BA94-421A-B0C75F5682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27965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4" name="Straight Connector 2089">
              <a:extLst>
                <a:ext uri="{FF2B5EF4-FFF2-40B4-BE49-F238E27FC236}">
                  <a16:creationId xmlns:a16="http://schemas.microsoft.com/office/drawing/2014/main" id="{37211D2F-793E-086F-DA97-56428C2817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35108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5" name="Straight Connector 2090">
              <a:extLst>
                <a:ext uri="{FF2B5EF4-FFF2-40B4-BE49-F238E27FC236}">
                  <a16:creationId xmlns:a16="http://schemas.microsoft.com/office/drawing/2014/main" id="{94A3CFAB-2C8F-B225-0B57-9A86245DEC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42252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6" name="Straight Connector 2091">
              <a:extLst>
                <a:ext uri="{FF2B5EF4-FFF2-40B4-BE49-F238E27FC236}">
                  <a16:creationId xmlns:a16="http://schemas.microsoft.com/office/drawing/2014/main" id="{84141178-D31F-FDA8-FA77-9B32CCD5FF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49396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7" name="Straight Connector 2092">
              <a:extLst>
                <a:ext uri="{FF2B5EF4-FFF2-40B4-BE49-F238E27FC236}">
                  <a16:creationId xmlns:a16="http://schemas.microsoft.com/office/drawing/2014/main" id="{BCED7955-BDDC-F685-29C6-0636228E69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56540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8" name="Straight Connector 2093">
              <a:extLst>
                <a:ext uri="{FF2B5EF4-FFF2-40B4-BE49-F238E27FC236}">
                  <a16:creationId xmlns:a16="http://schemas.microsoft.com/office/drawing/2014/main" id="{F6AC13E7-389F-2F45-B9CB-3ECC7CB34F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63683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89" name="Straight Connector 2094">
              <a:extLst>
                <a:ext uri="{FF2B5EF4-FFF2-40B4-BE49-F238E27FC236}">
                  <a16:creationId xmlns:a16="http://schemas.microsoft.com/office/drawing/2014/main" id="{0F21F7D7-4034-1695-C92C-58001DA1F7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70827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0" name="Straight Connector 2095">
              <a:extLst>
                <a:ext uri="{FF2B5EF4-FFF2-40B4-BE49-F238E27FC236}">
                  <a16:creationId xmlns:a16="http://schemas.microsoft.com/office/drawing/2014/main" id="{20760780-2CBB-E16E-E497-067F2F1FE1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77971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1" name="Straight Connector 2096">
              <a:extLst>
                <a:ext uri="{FF2B5EF4-FFF2-40B4-BE49-F238E27FC236}">
                  <a16:creationId xmlns:a16="http://schemas.microsoft.com/office/drawing/2014/main" id="{DEBDAF30-E550-DFD6-B622-663F7DA458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85115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2" name="Straight Connector 2097">
              <a:extLst>
                <a:ext uri="{FF2B5EF4-FFF2-40B4-BE49-F238E27FC236}">
                  <a16:creationId xmlns:a16="http://schemas.microsoft.com/office/drawing/2014/main" id="{E52F492D-26EE-FE3D-A21F-5492736ED7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92258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3" name="Straight Connector 2098">
              <a:extLst>
                <a:ext uri="{FF2B5EF4-FFF2-40B4-BE49-F238E27FC236}">
                  <a16:creationId xmlns:a16="http://schemas.microsoft.com/office/drawing/2014/main" id="{86290E3D-48BE-222B-5D32-E64681E065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299402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4" name="Straight Connector 2099">
              <a:extLst>
                <a:ext uri="{FF2B5EF4-FFF2-40B4-BE49-F238E27FC236}">
                  <a16:creationId xmlns:a16="http://schemas.microsoft.com/office/drawing/2014/main" id="{CD513727-6B95-0FEA-BBEC-008BF7EDAD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06546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5" name="Straight Connector 2101">
              <a:extLst>
                <a:ext uri="{FF2B5EF4-FFF2-40B4-BE49-F238E27FC236}">
                  <a16:creationId xmlns:a16="http://schemas.microsoft.com/office/drawing/2014/main" id="{29DF4D64-2DFB-7435-C1D4-B0C1227AC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48513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6" name="Straight Connector 2102">
              <a:extLst>
                <a:ext uri="{FF2B5EF4-FFF2-40B4-BE49-F238E27FC236}">
                  <a16:creationId xmlns:a16="http://schemas.microsoft.com/office/drawing/2014/main" id="{55107D98-400E-C267-31A3-166D3DE8E9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077075" y="2386013"/>
              <a:ext cx="2071687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7" name="Straight Connector 2103">
              <a:extLst>
                <a:ext uri="{FF2B5EF4-FFF2-40B4-BE49-F238E27FC236}">
                  <a16:creationId xmlns:a16="http://schemas.microsoft.com/office/drawing/2014/main" id="{785CDCA1-59EE-BD1F-4ACF-063DCF5799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005638" y="2386013"/>
              <a:ext cx="2071687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8" name="Straight Connector 2104">
              <a:extLst>
                <a:ext uri="{FF2B5EF4-FFF2-40B4-BE49-F238E27FC236}">
                  <a16:creationId xmlns:a16="http://schemas.microsoft.com/office/drawing/2014/main" id="{A78EF34A-6C87-F06A-0A9D-4AA63FC654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13690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99" name="Straight Connector 2105">
              <a:extLst>
                <a:ext uri="{FF2B5EF4-FFF2-40B4-BE49-F238E27FC236}">
                  <a16:creationId xmlns:a16="http://schemas.microsoft.com/office/drawing/2014/main" id="{57E26360-0776-759C-0E35-1F77FE8198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208338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00" name="Straight Connector 2106">
              <a:extLst>
                <a:ext uri="{FF2B5EF4-FFF2-40B4-BE49-F238E27FC236}">
                  <a16:creationId xmlns:a16="http://schemas.microsoft.com/office/drawing/2014/main" id="{CEFA4DD8-2B0B-4D59-00EE-B829E52E7D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279775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01" name="Straight Connector 2107">
              <a:extLst>
                <a:ext uri="{FF2B5EF4-FFF2-40B4-BE49-F238E27FC236}">
                  <a16:creationId xmlns:a16="http://schemas.microsoft.com/office/drawing/2014/main" id="{EDDE79F9-3AD3-4F6D-AAA9-CC2ECBA12D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35121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02" name="Straight Connector 2108">
              <a:extLst>
                <a:ext uri="{FF2B5EF4-FFF2-40B4-BE49-F238E27FC236}">
                  <a16:creationId xmlns:a16="http://schemas.microsoft.com/office/drawing/2014/main" id="{7E205700-5704-49CB-C573-D4EB512D6C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3422650"/>
              <a:ext cx="1500188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03" name="Straight Connector 2109">
              <a:extLst>
                <a:ext uri="{FF2B5EF4-FFF2-40B4-BE49-F238E27FC236}">
                  <a16:creationId xmlns:a16="http://schemas.microsoft.com/office/drawing/2014/main" id="{BF5FC111-0E6C-8FFA-4A49-561C1F1F25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69919" y="2421731"/>
              <a:ext cx="2000250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04" name="Straight Connector 2188">
              <a:extLst>
                <a:ext uri="{FF2B5EF4-FFF2-40B4-BE49-F238E27FC236}">
                  <a16:creationId xmlns:a16="http://schemas.microsoft.com/office/drawing/2014/main" id="{46456F6F-58C9-B8BB-3462-793F003514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69250" y="1350963"/>
              <a:ext cx="1500188" cy="158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5CA3F13-1E37-9140-A6AE-84B9E8343A6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576094" y="3529806"/>
            <a:ext cx="47879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ACE004A-2C8C-DB49-B1CC-70A93D9584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69000" y="3422650"/>
            <a:ext cx="3643313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Diamond 60">
            <a:extLst>
              <a:ext uri="{FF2B5EF4-FFF2-40B4-BE49-F238E27FC236}">
                <a16:creationId xmlns:a16="http://schemas.microsoft.com/office/drawing/2014/main" id="{2FA03FB9-96C9-6148-92EA-1F5918F9C78E}"/>
              </a:ext>
            </a:extLst>
          </p:cNvPr>
          <p:cNvSpPr/>
          <p:nvPr/>
        </p:nvSpPr>
        <p:spPr bwMode="auto">
          <a:xfrm>
            <a:off x="6254750" y="3708400"/>
            <a:ext cx="1214438" cy="1785938"/>
          </a:xfrm>
          <a:prstGeom prst="diamond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nl-BE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4584" name="Group 225">
            <a:extLst>
              <a:ext uri="{FF2B5EF4-FFF2-40B4-BE49-F238E27FC236}">
                <a16:creationId xmlns:a16="http://schemas.microsoft.com/office/drawing/2014/main" id="{0B268698-FFE8-D536-C58C-8CB6020575CF}"/>
              </a:ext>
            </a:extLst>
          </p:cNvPr>
          <p:cNvGrpSpPr>
            <a:grpSpLocks/>
          </p:cNvGrpSpPr>
          <p:nvPr/>
        </p:nvGrpSpPr>
        <p:grpSpPr bwMode="auto">
          <a:xfrm>
            <a:off x="6826250" y="2351088"/>
            <a:ext cx="1928813" cy="2286000"/>
            <a:chOff x="6826262" y="2351077"/>
            <a:chExt cx="1928826" cy="2286016"/>
          </a:xfrm>
        </p:grpSpPr>
        <p:sp>
          <p:nvSpPr>
            <p:cNvPr id="24651" name="Oval 91">
              <a:extLst>
                <a:ext uri="{FF2B5EF4-FFF2-40B4-BE49-F238E27FC236}">
                  <a16:creationId xmlns:a16="http://schemas.microsoft.com/office/drawing/2014/main" id="{EFBF6D27-32DE-D987-DB85-95AC406C2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6262" y="4565655"/>
              <a:ext cx="71438" cy="71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4652" name="Oval 99">
              <a:extLst>
                <a:ext uri="{FF2B5EF4-FFF2-40B4-BE49-F238E27FC236}">
                  <a16:creationId xmlns:a16="http://schemas.microsoft.com/office/drawing/2014/main" id="{9BF32279-1939-BE62-1AAE-F9B58978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3650" y="2351077"/>
              <a:ext cx="71438" cy="71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  <p:grpSp>
        <p:nvGrpSpPr>
          <p:cNvPr id="24585" name="Group 224">
            <a:extLst>
              <a:ext uri="{FF2B5EF4-FFF2-40B4-BE49-F238E27FC236}">
                <a16:creationId xmlns:a16="http://schemas.microsoft.com/office/drawing/2014/main" id="{6594DFBC-BE45-3BB6-F58B-34F6DFB95A10}"/>
              </a:ext>
            </a:extLst>
          </p:cNvPr>
          <p:cNvGrpSpPr>
            <a:grpSpLocks/>
          </p:cNvGrpSpPr>
          <p:nvPr/>
        </p:nvGrpSpPr>
        <p:grpSpPr bwMode="auto">
          <a:xfrm>
            <a:off x="6540500" y="2065338"/>
            <a:ext cx="2767013" cy="2771775"/>
            <a:chOff x="6540510" y="2065325"/>
            <a:chExt cx="2767024" cy="2771793"/>
          </a:xfrm>
        </p:grpSpPr>
        <p:pic>
          <p:nvPicPr>
            <p:cNvPr id="24649" name="Picture 1">
              <a:extLst>
                <a:ext uri="{FF2B5EF4-FFF2-40B4-BE49-F238E27FC236}">
                  <a16:creationId xmlns:a16="http://schemas.microsoft.com/office/drawing/2014/main" id="{63815DB5-72E5-06CF-FC58-4B78785EF9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3584" y="2065325"/>
              <a:ext cx="1123950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0" name="Picture 4">
              <a:extLst>
                <a:ext uri="{FF2B5EF4-FFF2-40B4-BE49-F238E27FC236}">
                  <a16:creationId xmlns:a16="http://schemas.microsoft.com/office/drawing/2014/main" id="{E244F910-55F1-ACA5-981F-487E914FA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0" y="4637093"/>
              <a:ext cx="628650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6" name="Group 220">
            <a:extLst>
              <a:ext uri="{FF2B5EF4-FFF2-40B4-BE49-F238E27FC236}">
                <a16:creationId xmlns:a16="http://schemas.microsoft.com/office/drawing/2014/main" id="{EE24E67F-9F19-2454-6406-51B038F1ABDA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2351088"/>
            <a:ext cx="2132012" cy="2443162"/>
            <a:chOff x="6897700" y="2386796"/>
            <a:chExt cx="2132520" cy="2442906"/>
          </a:xfrm>
        </p:grpSpPr>
        <p:cxnSp>
          <p:nvCxnSpPr>
            <p:cNvPr id="24645" name="Straight Arrow Connector 142">
              <a:extLst>
                <a:ext uri="{FF2B5EF4-FFF2-40B4-BE49-F238E27FC236}">
                  <a16:creationId xmlns:a16="http://schemas.microsoft.com/office/drawing/2014/main" id="{BC821113-2851-E517-FD3B-FD880AC7F7C7}"/>
                </a:ext>
              </a:extLst>
            </p:cNvPr>
            <p:cNvCxnSpPr>
              <a:cxnSpLocks noChangeShapeType="1"/>
              <a:stCxn id="24651" idx="6"/>
            </p:cNvCxnSpPr>
            <p:nvPr/>
          </p:nvCxnSpPr>
          <p:spPr bwMode="auto">
            <a:xfrm>
              <a:off x="6897700" y="4601374"/>
              <a:ext cx="185738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46" name="Straight Arrow Connector 157">
              <a:extLst>
                <a:ext uri="{FF2B5EF4-FFF2-40B4-BE49-F238E27FC236}">
                  <a16:creationId xmlns:a16="http://schemas.microsoft.com/office/drawing/2014/main" id="{417AE75D-590A-82FD-25ED-674A6DECC993}"/>
                </a:ext>
              </a:extLst>
            </p:cNvPr>
            <p:cNvCxnSpPr>
              <a:cxnSpLocks noChangeShapeType="1"/>
              <a:endCxn id="24652" idx="6"/>
            </p:cNvCxnSpPr>
            <p:nvPr/>
          </p:nvCxnSpPr>
          <p:spPr bwMode="auto">
            <a:xfrm rot="5400000" flipH="1" flipV="1">
              <a:off x="7629939" y="3501483"/>
              <a:ext cx="2239835" cy="104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47" name="TextBox 158">
              <a:extLst>
                <a:ext uri="{FF2B5EF4-FFF2-40B4-BE49-F238E27FC236}">
                  <a16:creationId xmlns:a16="http://schemas.microsoft.com/office/drawing/2014/main" id="{F4A46E57-7AAF-A7A4-CFAA-90196316C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3584" y="4565655"/>
              <a:ext cx="346570" cy="264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dx</a:t>
              </a:r>
            </a:p>
          </p:txBody>
        </p:sp>
        <p:sp>
          <p:nvSpPr>
            <p:cNvPr id="24648" name="TextBox 159">
              <a:extLst>
                <a:ext uri="{FF2B5EF4-FFF2-40B4-BE49-F238E27FC236}">
                  <a16:creationId xmlns:a16="http://schemas.microsoft.com/office/drawing/2014/main" id="{BF35D563-478A-9DD6-D67E-8100C7841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3650" y="3851275"/>
              <a:ext cx="346570" cy="264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200"/>
                <a:t>dy</a:t>
              </a:r>
            </a:p>
          </p:txBody>
        </p:sp>
      </p:grpSp>
      <p:grpSp>
        <p:nvGrpSpPr>
          <p:cNvPr id="24587" name="Group 2181">
            <a:extLst>
              <a:ext uri="{FF2B5EF4-FFF2-40B4-BE49-F238E27FC236}">
                <a16:creationId xmlns:a16="http://schemas.microsoft.com/office/drawing/2014/main" id="{79755412-896C-B639-3086-4958EA1AFEAE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1493838"/>
            <a:ext cx="1214438" cy="1785937"/>
            <a:chOff x="5969006" y="1565259"/>
            <a:chExt cx="1214446" cy="1785950"/>
          </a:xfrm>
        </p:grpSpPr>
        <p:grpSp>
          <p:nvGrpSpPr>
            <p:cNvPr id="24589" name="Group 2180">
              <a:extLst>
                <a:ext uri="{FF2B5EF4-FFF2-40B4-BE49-F238E27FC236}">
                  <a16:creationId xmlns:a16="http://schemas.microsoft.com/office/drawing/2014/main" id="{B4E3E6C7-4587-C067-D63D-9ED8DBBF7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0510" y="1565259"/>
              <a:ext cx="642942" cy="928694"/>
              <a:chOff x="8683650" y="1493821"/>
              <a:chExt cx="642942" cy="928694"/>
            </a:xfrm>
          </p:grpSpPr>
          <p:sp>
            <p:nvSpPr>
              <p:cNvPr id="24632" name="Rectangle 2111">
                <a:extLst>
                  <a:ext uri="{FF2B5EF4-FFF2-40B4-BE49-F238E27FC236}">
                    <a16:creationId xmlns:a16="http://schemas.microsoft.com/office/drawing/2014/main" id="{BD6EDADF-6B19-8B06-FF6C-C3412A02B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3650" y="149382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3" name="Rectangle 2112">
                <a:extLst>
                  <a:ext uri="{FF2B5EF4-FFF2-40B4-BE49-F238E27FC236}">
                    <a16:creationId xmlns:a16="http://schemas.microsoft.com/office/drawing/2014/main" id="{2D186146-885F-BDD8-1DFC-CAA4BD254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5154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4" name="Rectangle 2114">
                <a:extLst>
                  <a:ext uri="{FF2B5EF4-FFF2-40B4-BE49-F238E27FC236}">
                    <a16:creationId xmlns:a16="http://schemas.microsoft.com/office/drawing/2014/main" id="{58C918B2-D52F-CC10-742F-8D815414C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5088" y="156525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5" name="Rectangle 2115">
                <a:extLst>
                  <a:ext uri="{FF2B5EF4-FFF2-40B4-BE49-F238E27FC236}">
                    <a16:creationId xmlns:a16="http://schemas.microsoft.com/office/drawing/2014/main" id="{9E2DF2F1-6E47-C8AB-91B7-40DAE1A34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3716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6" name="Rectangle 2116">
                <a:extLst>
                  <a:ext uri="{FF2B5EF4-FFF2-40B4-BE49-F238E27FC236}">
                    <a16:creationId xmlns:a16="http://schemas.microsoft.com/office/drawing/2014/main" id="{636AABFC-A056-9EB6-E466-67DAA52BE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2278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7" name="Rectangle 2117">
                <a:extLst>
                  <a:ext uri="{FF2B5EF4-FFF2-40B4-BE49-F238E27FC236}">
                    <a16:creationId xmlns:a16="http://schemas.microsoft.com/office/drawing/2014/main" id="{3AEEE852-7A09-5CB1-C0C9-856D82D0A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2278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8" name="Rectangle 2118">
                <a:extLst>
                  <a:ext uri="{FF2B5EF4-FFF2-40B4-BE49-F238E27FC236}">
                    <a16:creationId xmlns:a16="http://schemas.microsoft.com/office/drawing/2014/main" id="{F4D59CCD-5DBC-F6EB-E4F1-66FFD073D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40840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9" name="Rectangle 2119">
                <a:extLst>
                  <a:ext uri="{FF2B5EF4-FFF2-40B4-BE49-F238E27FC236}">
                    <a16:creationId xmlns:a16="http://schemas.microsoft.com/office/drawing/2014/main" id="{06AAA33B-8F6F-0662-1FE2-675186FD1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9402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40" name="Rectangle 2120">
                <a:extLst>
                  <a:ext uri="{FF2B5EF4-FFF2-40B4-BE49-F238E27FC236}">
                    <a16:creationId xmlns:a16="http://schemas.microsoft.com/office/drawing/2014/main" id="{EAC46CC6-BCBA-904C-2241-51B0048D3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9402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41" name="Rectangle 2121">
                <a:extLst>
                  <a:ext uri="{FF2B5EF4-FFF2-40B4-BE49-F238E27FC236}">
                    <a16:creationId xmlns:a16="http://schemas.microsoft.com/office/drawing/2014/main" id="{3A112BC8-9A9F-79AC-A3B4-FA57CDD7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7964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42" name="Rectangle 2122">
                <a:extLst>
                  <a:ext uri="{FF2B5EF4-FFF2-40B4-BE49-F238E27FC236}">
                    <a16:creationId xmlns:a16="http://schemas.microsoft.com/office/drawing/2014/main" id="{9F9E575F-A52E-678A-D29D-D9D316730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7964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43" name="Rectangle 2123">
                <a:extLst>
                  <a:ext uri="{FF2B5EF4-FFF2-40B4-BE49-F238E27FC236}">
                    <a16:creationId xmlns:a16="http://schemas.microsoft.com/office/drawing/2014/main" id="{DDECA938-4A42-882E-B456-5EA963234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6526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44" name="Rectangle 2124">
                <a:extLst>
                  <a:ext uri="{FF2B5EF4-FFF2-40B4-BE49-F238E27FC236}">
                    <a16:creationId xmlns:a16="http://schemas.microsoft.com/office/drawing/2014/main" id="{F921281F-6DF4-6C45-AB35-B3A2792C0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5088" y="163669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4590" name="Group 2138">
              <a:extLst>
                <a:ext uri="{FF2B5EF4-FFF2-40B4-BE49-F238E27FC236}">
                  <a16:creationId xmlns:a16="http://schemas.microsoft.com/office/drawing/2014/main" id="{D7D0004C-3A16-4310-8724-D4A737B7A80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69006" y="1565259"/>
              <a:ext cx="642942" cy="928694"/>
              <a:chOff x="6897700" y="1708135"/>
              <a:chExt cx="642942" cy="928694"/>
            </a:xfrm>
          </p:grpSpPr>
          <p:sp>
            <p:nvSpPr>
              <p:cNvPr id="24619" name="Rectangle 2125">
                <a:extLst>
                  <a:ext uri="{FF2B5EF4-FFF2-40B4-BE49-F238E27FC236}">
                    <a16:creationId xmlns:a16="http://schemas.microsoft.com/office/drawing/2014/main" id="{8981BB03-B53D-8DBD-275E-97A4BF09F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0" name="Rectangle 2126">
                <a:extLst>
                  <a:ext uri="{FF2B5EF4-FFF2-40B4-BE49-F238E27FC236}">
                    <a16:creationId xmlns:a16="http://schemas.microsoft.com/office/drawing/2014/main" id="{3E749173-430B-F199-FB5C-E63CF263D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1" name="Rectangle 2127">
                <a:extLst>
                  <a:ext uri="{FF2B5EF4-FFF2-40B4-BE49-F238E27FC236}">
                    <a16:creationId xmlns:a16="http://schemas.microsoft.com/office/drawing/2014/main" id="{30D8D5EF-745C-B6FD-EFAE-14C93B213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2" name="Rectangle 2128">
                <a:extLst>
                  <a:ext uri="{FF2B5EF4-FFF2-40B4-BE49-F238E27FC236}">
                    <a16:creationId xmlns:a16="http://schemas.microsoft.com/office/drawing/2014/main" id="{58DABFFB-4CB9-61A8-0947-6591C912E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3" name="Rectangle 2129">
                <a:extLst>
                  <a:ext uri="{FF2B5EF4-FFF2-40B4-BE49-F238E27FC236}">
                    <a16:creationId xmlns:a16="http://schemas.microsoft.com/office/drawing/2014/main" id="{83BC1F0C-653A-1667-F93D-47846F348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4" name="Rectangle 2130">
                <a:extLst>
                  <a:ext uri="{FF2B5EF4-FFF2-40B4-BE49-F238E27FC236}">
                    <a16:creationId xmlns:a16="http://schemas.microsoft.com/office/drawing/2014/main" id="{3EAA637A-F2A2-B715-9BFF-D52771FFD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5" name="Rectangle 2131">
                <a:extLst>
                  <a:ext uri="{FF2B5EF4-FFF2-40B4-BE49-F238E27FC236}">
                    <a16:creationId xmlns:a16="http://schemas.microsoft.com/office/drawing/2014/main" id="{ADFF3315-FC91-0D87-6F5F-2A3E419C4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6" name="Rectangle 2132">
                <a:extLst>
                  <a:ext uri="{FF2B5EF4-FFF2-40B4-BE49-F238E27FC236}">
                    <a16:creationId xmlns:a16="http://schemas.microsoft.com/office/drawing/2014/main" id="{5DD9B6D8-B80B-2BDB-47AA-B5D555763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7" name="Rectangle 2133">
                <a:extLst>
                  <a:ext uri="{FF2B5EF4-FFF2-40B4-BE49-F238E27FC236}">
                    <a16:creationId xmlns:a16="http://schemas.microsoft.com/office/drawing/2014/main" id="{E594BBBD-F183-E232-5A45-2D8F9C118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8" name="Rectangle 2134">
                <a:extLst>
                  <a:ext uri="{FF2B5EF4-FFF2-40B4-BE49-F238E27FC236}">
                    <a16:creationId xmlns:a16="http://schemas.microsoft.com/office/drawing/2014/main" id="{26BB2FE3-498B-C831-D234-A5C6F7516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29" name="Rectangle 2135">
                <a:extLst>
                  <a:ext uri="{FF2B5EF4-FFF2-40B4-BE49-F238E27FC236}">
                    <a16:creationId xmlns:a16="http://schemas.microsoft.com/office/drawing/2014/main" id="{23403EA5-429A-CE9C-B678-6DC361468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0" name="Rectangle 2136">
                <a:extLst>
                  <a:ext uri="{FF2B5EF4-FFF2-40B4-BE49-F238E27FC236}">
                    <a16:creationId xmlns:a16="http://schemas.microsoft.com/office/drawing/2014/main" id="{0DB4B3AB-B3DC-4963-5D2C-0B4CFACF6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31" name="Rectangle 2137">
                <a:extLst>
                  <a:ext uri="{FF2B5EF4-FFF2-40B4-BE49-F238E27FC236}">
                    <a16:creationId xmlns:a16="http://schemas.microsoft.com/office/drawing/2014/main" id="{8ADE1FEB-ACC4-3058-0E8B-6B9D71BAA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4591" name="Group 2152">
              <a:extLst>
                <a:ext uri="{FF2B5EF4-FFF2-40B4-BE49-F238E27FC236}">
                  <a16:creationId xmlns:a16="http://schemas.microsoft.com/office/drawing/2014/main" id="{45531F0E-2238-A849-9C99-63FC884B7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9006" y="2422515"/>
              <a:ext cx="642942" cy="928694"/>
              <a:chOff x="6897700" y="1708135"/>
              <a:chExt cx="642942" cy="928694"/>
            </a:xfrm>
          </p:grpSpPr>
          <p:sp>
            <p:nvSpPr>
              <p:cNvPr id="24606" name="Rectangle 2153">
                <a:extLst>
                  <a:ext uri="{FF2B5EF4-FFF2-40B4-BE49-F238E27FC236}">
                    <a16:creationId xmlns:a16="http://schemas.microsoft.com/office/drawing/2014/main" id="{A5BBD828-D016-1524-B48F-256710E1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7" name="Rectangle 2154">
                <a:extLst>
                  <a:ext uri="{FF2B5EF4-FFF2-40B4-BE49-F238E27FC236}">
                    <a16:creationId xmlns:a16="http://schemas.microsoft.com/office/drawing/2014/main" id="{32017002-FB1D-006A-960B-024FEB15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8" name="Rectangle 2155">
                <a:extLst>
                  <a:ext uri="{FF2B5EF4-FFF2-40B4-BE49-F238E27FC236}">
                    <a16:creationId xmlns:a16="http://schemas.microsoft.com/office/drawing/2014/main" id="{2C55A1A6-47C3-54D9-229D-9FF296C05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9" name="Rectangle 2156">
                <a:extLst>
                  <a:ext uri="{FF2B5EF4-FFF2-40B4-BE49-F238E27FC236}">
                    <a16:creationId xmlns:a16="http://schemas.microsoft.com/office/drawing/2014/main" id="{62D26327-2C21-33FD-AA71-4C56EB50A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0" name="Rectangle 2157">
                <a:extLst>
                  <a:ext uri="{FF2B5EF4-FFF2-40B4-BE49-F238E27FC236}">
                    <a16:creationId xmlns:a16="http://schemas.microsoft.com/office/drawing/2014/main" id="{A356B8AC-A041-9A13-1C1C-A27C0023D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1" name="Rectangle 2158">
                <a:extLst>
                  <a:ext uri="{FF2B5EF4-FFF2-40B4-BE49-F238E27FC236}">
                    <a16:creationId xmlns:a16="http://schemas.microsoft.com/office/drawing/2014/main" id="{9B26F290-C655-F181-6B22-BC2ABDE4A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2" name="Rectangle 2159">
                <a:extLst>
                  <a:ext uri="{FF2B5EF4-FFF2-40B4-BE49-F238E27FC236}">
                    <a16:creationId xmlns:a16="http://schemas.microsoft.com/office/drawing/2014/main" id="{BB9532B3-C632-2B0B-32CB-C060DCF70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3" name="Rectangle 2160">
                <a:extLst>
                  <a:ext uri="{FF2B5EF4-FFF2-40B4-BE49-F238E27FC236}">
                    <a16:creationId xmlns:a16="http://schemas.microsoft.com/office/drawing/2014/main" id="{84C19A3A-7F88-81E8-F8E2-E88FBE859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4" name="Rectangle 2161">
                <a:extLst>
                  <a:ext uri="{FF2B5EF4-FFF2-40B4-BE49-F238E27FC236}">
                    <a16:creationId xmlns:a16="http://schemas.microsoft.com/office/drawing/2014/main" id="{1837EDE4-9BF1-39C5-86D4-9DEB0B0FF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5" name="Rectangle 2162">
                <a:extLst>
                  <a:ext uri="{FF2B5EF4-FFF2-40B4-BE49-F238E27FC236}">
                    <a16:creationId xmlns:a16="http://schemas.microsoft.com/office/drawing/2014/main" id="{478E801B-EBB2-7D07-E006-17F91A4C7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6" name="Rectangle 2163">
                <a:extLst>
                  <a:ext uri="{FF2B5EF4-FFF2-40B4-BE49-F238E27FC236}">
                    <a16:creationId xmlns:a16="http://schemas.microsoft.com/office/drawing/2014/main" id="{13B9271B-302E-815C-B7DB-277963C72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7" name="Rectangle 2164">
                <a:extLst>
                  <a:ext uri="{FF2B5EF4-FFF2-40B4-BE49-F238E27FC236}">
                    <a16:creationId xmlns:a16="http://schemas.microsoft.com/office/drawing/2014/main" id="{8711A748-4C6B-D3D1-267B-C3A60C3D1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18" name="Rectangle 2165">
                <a:extLst>
                  <a:ext uri="{FF2B5EF4-FFF2-40B4-BE49-F238E27FC236}">
                    <a16:creationId xmlns:a16="http://schemas.microsoft.com/office/drawing/2014/main" id="{0BA7CC80-554B-DA74-3932-B82DD76CF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  <p:grpSp>
          <p:nvGrpSpPr>
            <p:cNvPr id="24592" name="Group 2166">
              <a:extLst>
                <a:ext uri="{FF2B5EF4-FFF2-40B4-BE49-F238E27FC236}">
                  <a16:creationId xmlns:a16="http://schemas.microsoft.com/office/drawing/2014/main" id="{FED10689-B753-E889-77DD-C56258C5514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540510" y="2422515"/>
              <a:ext cx="642942" cy="928694"/>
              <a:chOff x="6897700" y="1708135"/>
              <a:chExt cx="642942" cy="928694"/>
            </a:xfrm>
          </p:grpSpPr>
          <p:sp>
            <p:nvSpPr>
              <p:cNvPr id="24593" name="Rectangle 2167">
                <a:extLst>
                  <a:ext uri="{FF2B5EF4-FFF2-40B4-BE49-F238E27FC236}">
                    <a16:creationId xmlns:a16="http://schemas.microsoft.com/office/drawing/2014/main" id="{CFE22EE1-E808-4CC2-7CC6-A578AFA2E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7700" y="170813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4" name="Rectangle 2168">
                <a:extLst>
                  <a:ext uri="{FF2B5EF4-FFF2-40B4-BE49-F238E27FC236}">
                    <a16:creationId xmlns:a16="http://schemas.microsoft.com/office/drawing/2014/main" id="{71ECDD1B-F2D9-0A71-03AB-A70B28AF8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9204" y="256539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5" name="Rectangle 2169">
                <a:extLst>
                  <a:ext uri="{FF2B5EF4-FFF2-40B4-BE49-F238E27FC236}">
                    <a16:creationId xmlns:a16="http://schemas.microsoft.com/office/drawing/2014/main" id="{12D12F0F-C281-F7A1-D0B3-44614DA7C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77957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6" name="Rectangle 2170">
                <a:extLst>
                  <a:ext uri="{FF2B5EF4-FFF2-40B4-BE49-F238E27FC236}">
                    <a16:creationId xmlns:a16="http://schemas.microsoft.com/office/drawing/2014/main" id="{A3FC6AA9-AB11-028D-E18D-5511E27A1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66" y="249395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7" name="Rectangle 2171">
                <a:extLst>
                  <a:ext uri="{FF2B5EF4-FFF2-40B4-BE49-F238E27FC236}">
                    <a16:creationId xmlns:a16="http://schemas.microsoft.com/office/drawing/2014/main" id="{D7B3543C-2CD3-7870-6C9F-975B4F8B4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42251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8" name="Rectangle 2172">
                <a:extLst>
                  <a:ext uri="{FF2B5EF4-FFF2-40B4-BE49-F238E27FC236}">
                    <a16:creationId xmlns:a16="http://schemas.microsoft.com/office/drawing/2014/main" id="{8F84254A-4D4C-7564-6459-7F7BDCB13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28" y="235107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599" name="Rectangle 2173">
                <a:extLst>
                  <a:ext uri="{FF2B5EF4-FFF2-40B4-BE49-F238E27FC236}">
                    <a16:creationId xmlns:a16="http://schemas.microsoft.com/office/drawing/2014/main" id="{C3900B00-4AC6-6C59-7E12-4D240E9E2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90" y="227963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0" name="Rectangle 2174">
                <a:extLst>
                  <a:ext uri="{FF2B5EF4-FFF2-40B4-BE49-F238E27FC236}">
                    <a16:creationId xmlns:a16="http://schemas.microsoft.com/office/drawing/2014/main" id="{9FA15368-71CD-D5A4-CFFA-A1FF9DDB1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20820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1" name="Rectangle 2175">
                <a:extLst>
                  <a:ext uri="{FF2B5EF4-FFF2-40B4-BE49-F238E27FC236}">
                    <a16:creationId xmlns:a16="http://schemas.microsoft.com/office/drawing/2014/main" id="{E57DDE67-B4A6-80BD-C69C-297A5C280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3452" y="2136763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2" name="Rectangle 2176">
                <a:extLst>
                  <a:ext uri="{FF2B5EF4-FFF2-40B4-BE49-F238E27FC236}">
                    <a16:creationId xmlns:a16="http://schemas.microsoft.com/office/drawing/2014/main" id="{386665EA-910C-182E-334E-E5F03AC6A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2065325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3" name="Rectangle 2177">
                <a:extLst>
                  <a:ext uri="{FF2B5EF4-FFF2-40B4-BE49-F238E27FC236}">
                    <a16:creationId xmlns:a16="http://schemas.microsoft.com/office/drawing/2014/main" id="{B50AD953-319F-8222-64CC-0449BB60C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2014" y="1993887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4" name="Rectangle 2178">
                <a:extLst>
                  <a:ext uri="{FF2B5EF4-FFF2-40B4-BE49-F238E27FC236}">
                    <a16:creationId xmlns:a16="http://schemas.microsoft.com/office/drawing/2014/main" id="{E72EA9D3-E7BE-72A1-9296-A8A0A2CF8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0576" y="1922449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24605" name="Rectangle 2179">
                <a:extLst>
                  <a:ext uri="{FF2B5EF4-FFF2-40B4-BE49-F238E27FC236}">
                    <a16:creationId xmlns:a16="http://schemas.microsoft.com/office/drawing/2014/main" id="{73D66A1B-6FDD-17FB-440D-FEC448E4B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138" y="1851011"/>
                <a:ext cx="71438" cy="714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</p:grpSp>
      </p:grpSp>
      <p:sp>
        <p:nvSpPr>
          <p:cNvPr id="24588" name="Content Placeholder 129">
            <a:extLst>
              <a:ext uri="{FF2B5EF4-FFF2-40B4-BE49-F238E27FC236}">
                <a16:creationId xmlns:a16="http://schemas.microsoft.com/office/drawing/2014/main" id="{EAEBF231-BA55-8A48-C396-A9CCDA0BF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5465762" cy="4987925"/>
          </a:xfrm>
        </p:spPr>
        <p:txBody>
          <a:bodyPr/>
          <a:lstStyle/>
          <a:p>
            <a:pPr marL="457200" indent="-457200">
              <a:buFont typeface="FreeSans" pitchFamily="32" charset="0"/>
              <a:buAutoNum type="arabicPeriod" startAt="4"/>
            </a:pPr>
            <a:r>
              <a:rPr lang="nl-BE" altLang="en-US">
                <a:ea typeface="ＭＳ Ｐゴシック" panose="020B0600070205080204" pitchFamily="34" charset="-128"/>
              </a:rPr>
              <a:t>Bereken de offsets dx en dy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Om de afbeelding correct op de image te centreren zijn heeft het Z-Buffer algoritme de waardes ‘dx’ en ‘dy’ nodig.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Hoe deze waardes berekend worden vindt je in de cursus (pagina 8) en in de slides van de opdracht 2D-Lijntekeningen.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22E9ADB9-3AFE-1A25-8932-4401270D4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1AFF9-FC58-A66C-D727-ADBDE70D8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 zélf wordt driehoek per driehoek toegepast</a:t>
            </a:r>
          </a:p>
          <a:p>
            <a:pPr lvl="1"/>
            <a:r>
              <a:rPr lang="nl-BE" altLang="en-US"/>
              <a:t>Vb: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draw_zbuf_triag(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ZBuffer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 img::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EasyImage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 A,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 B,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Vector3D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 C,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dx,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dy, </a:t>
            </a: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b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8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Color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color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  <a:r>
              <a:rPr lang="nl-BE" altLang="en-US" sz="18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;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Door deze functie op elke driehoek (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Face</a:t>
            </a:r>
            <a:r>
              <a:rPr lang="nl-BE" altLang="en-US"/>
              <a:t>) in de lijst van figuren (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Figures3D</a:t>
            </a:r>
            <a:r>
              <a:rPr lang="nl-BE" altLang="en-US"/>
              <a:t>) toe te passen kan de image worden opgesteld.</a:t>
            </a:r>
          </a:p>
          <a:p>
            <a:pPr lvl="1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3B6D9-9BAB-9949-8DFD-E89070B1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6AB9D28B-BF99-0687-89DA-FAB78BAF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C663DB41-DE76-4C48-B545-1553571BF8C0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404F9F3F-4D13-1730-6B59-EFF55C89ED37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2076450"/>
            <a:ext cx="6116638" cy="788988"/>
            <a:chOff x="1825602" y="2351077"/>
            <a:chExt cx="6116186" cy="789207"/>
          </a:xfrm>
        </p:grpSpPr>
        <p:sp>
          <p:nvSpPr>
            <p:cNvPr id="25614" name="Rectangle 5">
              <a:extLst>
                <a:ext uri="{FF2B5EF4-FFF2-40B4-BE49-F238E27FC236}">
                  <a16:creationId xmlns:a16="http://schemas.microsoft.com/office/drawing/2014/main" id="{81FB072E-0E2E-388D-4694-3F1731DE3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602" y="2351077"/>
              <a:ext cx="2500330" cy="64294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5615" name="TextBox 8">
              <a:extLst>
                <a:ext uri="{FF2B5EF4-FFF2-40B4-BE49-F238E27FC236}">
                  <a16:creationId xmlns:a16="http://schemas.microsoft.com/office/drawing/2014/main" id="{2022589D-2CB2-2B5E-C52F-C19F2BC90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2" y="2493953"/>
              <a:ext cx="254428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De </a:t>
              </a:r>
              <a:r>
                <a:rPr lang="nl-BE" altLang="en-US" b="1"/>
                <a:t>ongeprojecteerde</a:t>
              </a:r>
              <a:r>
                <a:rPr lang="nl-BE" altLang="en-US"/>
                <a:t> </a:t>
              </a:r>
              <a:br>
                <a:rPr lang="nl-BE" altLang="en-US"/>
              </a:br>
              <a:r>
                <a:rPr lang="nl-BE" altLang="en-US"/>
                <a:t>punten van de 3-hoek</a:t>
              </a:r>
            </a:p>
          </p:txBody>
        </p:sp>
        <p:cxnSp>
          <p:nvCxnSpPr>
            <p:cNvPr id="25616" name="Straight Arrow Connector 12">
              <a:extLst>
                <a:ext uri="{FF2B5EF4-FFF2-40B4-BE49-F238E27FC236}">
                  <a16:creationId xmlns:a16="http://schemas.microsoft.com/office/drawing/2014/main" id="{26C55FD7-0B2F-1BD8-DFBF-9D626EC602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4540246" y="2636829"/>
              <a:ext cx="785818" cy="142876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29">
            <a:extLst>
              <a:ext uri="{FF2B5EF4-FFF2-40B4-BE49-F238E27FC236}">
                <a16:creationId xmlns:a16="http://schemas.microsoft.com/office/drawing/2014/main" id="{A73B4D08-01A5-1154-F3A8-76608F821EDB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2901950"/>
            <a:ext cx="6067425" cy="584200"/>
            <a:chOff x="1825602" y="3208333"/>
            <a:chExt cx="6066844" cy="583646"/>
          </a:xfrm>
        </p:grpSpPr>
        <p:sp>
          <p:nvSpPr>
            <p:cNvPr id="25611" name="Rectangle 6">
              <a:extLst>
                <a:ext uri="{FF2B5EF4-FFF2-40B4-BE49-F238E27FC236}">
                  <a16:creationId xmlns:a16="http://schemas.microsoft.com/office/drawing/2014/main" id="{80F49AAB-E4FB-9D57-88AB-D344B629C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602" y="3208333"/>
              <a:ext cx="1214446" cy="2857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5612" name="TextBox 9">
              <a:extLst>
                <a:ext uri="{FF2B5EF4-FFF2-40B4-BE49-F238E27FC236}">
                  <a16:creationId xmlns:a16="http://schemas.microsoft.com/office/drawing/2014/main" id="{8B6641ED-182D-FE88-5689-7CDBEDA36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246" y="3422647"/>
              <a:ext cx="3352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De afstand tot het projectievlak</a:t>
              </a:r>
            </a:p>
          </p:txBody>
        </p:sp>
        <p:cxnSp>
          <p:nvCxnSpPr>
            <p:cNvPr id="25613" name="Straight Arrow Connector 23">
              <a:extLst>
                <a:ext uri="{FF2B5EF4-FFF2-40B4-BE49-F238E27FC236}">
                  <a16:creationId xmlns:a16="http://schemas.microsoft.com/office/drawing/2014/main" id="{BD99B7A0-7C52-9874-FD9D-9D58103A70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182924" y="3351209"/>
              <a:ext cx="1357322" cy="214314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30">
            <a:extLst>
              <a:ext uri="{FF2B5EF4-FFF2-40B4-BE49-F238E27FC236}">
                <a16:creationId xmlns:a16="http://schemas.microsoft.com/office/drawing/2014/main" id="{7F3ED80F-0C9A-6C60-5DB1-8696DAD96386}"/>
              </a:ext>
            </a:extLst>
          </p:cNvPr>
          <p:cNvGrpSpPr>
            <a:grpSpLocks/>
          </p:cNvGrpSpPr>
          <p:nvPr/>
        </p:nvGrpSpPr>
        <p:grpSpPr bwMode="auto">
          <a:xfrm>
            <a:off x="1814513" y="3363913"/>
            <a:ext cx="4710112" cy="727075"/>
            <a:chOff x="1825602" y="3636961"/>
            <a:chExt cx="4709950" cy="726522"/>
          </a:xfrm>
        </p:grpSpPr>
        <p:sp>
          <p:nvSpPr>
            <p:cNvPr id="25608" name="Rectangle 7">
              <a:extLst>
                <a:ext uri="{FF2B5EF4-FFF2-40B4-BE49-F238E27FC236}">
                  <a16:creationId xmlns:a16="http://schemas.microsoft.com/office/drawing/2014/main" id="{B9727FC8-EAB1-2584-C0CD-F3C068B13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602" y="3636961"/>
              <a:ext cx="1357322" cy="5000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5609" name="TextBox 10">
              <a:extLst>
                <a:ext uri="{FF2B5EF4-FFF2-40B4-BE49-F238E27FC236}">
                  <a16:creationId xmlns:a16="http://schemas.microsoft.com/office/drawing/2014/main" id="{912B7AAC-5ED5-DCE7-9956-58F68EA73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3122" y="3994151"/>
              <a:ext cx="18524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De pixel ‘offsets’</a:t>
              </a:r>
            </a:p>
          </p:txBody>
        </p:sp>
        <p:cxnSp>
          <p:nvCxnSpPr>
            <p:cNvPr id="25610" name="Straight Arrow Connector 25">
              <a:extLst>
                <a:ext uri="{FF2B5EF4-FFF2-40B4-BE49-F238E27FC236}">
                  <a16:creationId xmlns:a16="http://schemas.microsoft.com/office/drawing/2014/main" id="{A513209C-E0C3-BCD5-8C9B-C347CF374695}"/>
                </a:ext>
              </a:extLst>
            </p:cNvPr>
            <p:cNvCxnSpPr>
              <a:cxnSpLocks noChangeShapeType="1"/>
              <a:stCxn id="25609" idx="1"/>
            </p:cNvCxnSpPr>
            <p:nvPr/>
          </p:nvCxnSpPr>
          <p:spPr bwMode="auto">
            <a:xfrm rot="10800000">
              <a:off x="3254362" y="3922713"/>
              <a:ext cx="1428760" cy="256104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93998175-E1B9-431C-EE29-F3FE31E62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Toepassen van Z-Buffering met driehoeken</a:t>
            </a:r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8B246959-7CC5-82F8-F36E-6DA7E4104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 zelf: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Implementatie van </a:t>
            </a:r>
            <a:r>
              <a:rPr lang="nl-BE" altLang="en-US" sz="18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18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draw_zbuf_triag(…);</a:t>
            </a:r>
            <a:endParaRPr lang="nl-BE" altLang="en-US" sz="1800"/>
          </a:p>
          <a:p>
            <a:pPr lvl="1"/>
            <a:endParaRPr lang="nl-BE" altLang="en-US"/>
          </a:p>
          <a:p>
            <a:pPr lvl="1"/>
            <a:r>
              <a:rPr lang="nl-BE" altLang="en-US"/>
              <a:t>Drie belangrijke facetten:</a:t>
            </a:r>
          </a:p>
          <a:p>
            <a:pPr lvl="2"/>
            <a:r>
              <a:rPr lang="nl-BE" altLang="en-US"/>
              <a:t>Projecteren van de driehoek</a:t>
            </a:r>
          </a:p>
          <a:p>
            <a:pPr lvl="2"/>
            <a:r>
              <a:rPr lang="nl-BE" altLang="en-US"/>
              <a:t>Bepalen welke pixels tot de driehoek behoren</a:t>
            </a:r>
          </a:p>
          <a:p>
            <a:pPr lvl="2"/>
            <a:r>
              <a:rPr lang="nl-BE" altLang="en-US"/>
              <a:t>De 1/z waarde voor elke pixel berekenen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21F57-CA15-2146-8876-9B8A3BA2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59845F7F-DB4C-5F75-7AEA-AFF0DF18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2DE294AD-196C-A94F-9DCA-870DBFCBA4F0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9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F9AAB4B6-E1A7-BFBC-6BD9-A34B2529C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</a:t>
            </a:r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984EDC79-9C76-6C45-EDEC-E44794FC1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Projectie van de driehoek ABC</a:t>
            </a:r>
          </a:p>
          <a:p>
            <a:pPr lvl="1"/>
            <a:r>
              <a:rPr lang="nl-BE" altLang="en-US"/>
              <a:t>Originele 3-hoek: ABC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r>
              <a:rPr lang="nl-BE" altLang="en-US"/>
              <a:t> </a:t>
            </a:r>
          </a:p>
          <a:p>
            <a:pPr lvl="2"/>
            <a:r>
              <a:rPr lang="nl-BE" altLang="en-US"/>
              <a:t> </a:t>
            </a:r>
          </a:p>
          <a:p>
            <a:pPr lvl="1"/>
            <a:r>
              <a:rPr lang="nl-BE" altLang="en-US"/>
              <a:t>Geprojecteerde 3-hoek; A’B’C’</a:t>
            </a:r>
          </a:p>
          <a:p>
            <a:pPr lvl="2"/>
            <a:r>
              <a:rPr lang="nl-BE" altLang="en-US"/>
              <a:t> </a:t>
            </a:r>
          </a:p>
          <a:p>
            <a:pPr lvl="3"/>
            <a:endParaRPr lang="nl-BE" altLang="en-US" sz="400"/>
          </a:p>
          <a:p>
            <a:pPr lvl="3">
              <a:buFont typeface="Times New Roman" panose="02020603050405020304" pitchFamily="18" charset="0"/>
              <a:buNone/>
            </a:pPr>
            <a:r>
              <a:rPr lang="nl-BE" altLang="en-US"/>
              <a:t>                          </a:t>
            </a:r>
            <a:r>
              <a:rPr lang="nl-BE" altLang="en-US" b="1"/>
              <a:t>,</a:t>
            </a:r>
            <a:r>
              <a:rPr lang="nl-BE" altLang="en-US"/>
              <a:t>  </a:t>
            </a:r>
          </a:p>
          <a:p>
            <a:pPr lvl="3">
              <a:buFont typeface="Times New Roman" panose="02020603050405020304" pitchFamily="18" charset="0"/>
              <a:buNone/>
            </a:pPr>
            <a:endParaRPr lang="nl-BE" altLang="en-US" sz="1200"/>
          </a:p>
          <a:p>
            <a:pPr lvl="2"/>
            <a:r>
              <a:rPr lang="nl-BE" altLang="en-US"/>
              <a:t> </a:t>
            </a:r>
          </a:p>
          <a:p>
            <a:pPr lvl="2"/>
            <a:endParaRPr lang="nl-BE" altLang="en-US"/>
          </a:p>
          <a:p>
            <a:pPr lvl="2"/>
            <a:r>
              <a:rPr lang="nl-BE" altLang="en-US" b="1"/>
              <a:t>Let op</a:t>
            </a:r>
            <a:r>
              <a:rPr lang="nl-BE" altLang="en-US"/>
              <a:t>:  deze coördinaten mogen </a:t>
            </a:r>
            <a:r>
              <a:rPr lang="nl-BE" altLang="en-US" b="1"/>
              <a:t>niet </a:t>
            </a:r>
            <a:r>
              <a:rPr lang="nl-BE" altLang="en-US"/>
              <a:t>worden afgerond 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E6772-C283-1F45-809C-8AE0C0C0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8C101F7D-B2B9-CF41-2AB8-68D40AC3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01A05B6A-DAE9-AB4D-B966-6177324526D9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10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A16AEE93-27FF-0396-6A50-18D7AE084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54" name="Picture 1">
            <a:extLst>
              <a:ext uri="{FF2B5EF4-FFF2-40B4-BE49-F238E27FC236}">
                <a16:creationId xmlns:a16="http://schemas.microsoft.com/office/drawing/2014/main" id="{E619F8B6-F528-85E3-96B6-2B205D0F5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136775"/>
            <a:ext cx="18097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3">
            <a:extLst>
              <a:ext uri="{FF2B5EF4-FFF2-40B4-BE49-F238E27FC236}">
                <a16:creationId xmlns:a16="http://schemas.microsoft.com/office/drawing/2014/main" id="{2365D4A9-E451-721D-8B75-F1EDE1FD2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56" name="Rectangle 5">
            <a:extLst>
              <a:ext uri="{FF2B5EF4-FFF2-40B4-BE49-F238E27FC236}">
                <a16:creationId xmlns:a16="http://schemas.microsoft.com/office/drawing/2014/main" id="{0C80CD0B-7992-55FC-4CCF-CDFC6C72B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57" name="Picture 4">
            <a:extLst>
              <a:ext uri="{FF2B5EF4-FFF2-40B4-BE49-F238E27FC236}">
                <a16:creationId xmlns:a16="http://schemas.microsoft.com/office/drawing/2014/main" id="{46D4E607-23C3-D3FE-83AF-770C5CA95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493963"/>
            <a:ext cx="1876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Rectangle 6">
            <a:extLst>
              <a:ext uri="{FF2B5EF4-FFF2-40B4-BE49-F238E27FC236}">
                <a16:creationId xmlns:a16="http://schemas.microsoft.com/office/drawing/2014/main" id="{E650986F-5045-A50A-D11B-1AE74BB0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59" name="Rectangle 8">
            <a:extLst>
              <a:ext uri="{FF2B5EF4-FFF2-40B4-BE49-F238E27FC236}">
                <a16:creationId xmlns:a16="http://schemas.microsoft.com/office/drawing/2014/main" id="{0B9D9BF9-0CDD-E7B2-1C71-CD06EE7A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60" name="Picture 7">
            <a:extLst>
              <a:ext uri="{FF2B5EF4-FFF2-40B4-BE49-F238E27FC236}">
                <a16:creationId xmlns:a16="http://schemas.microsoft.com/office/drawing/2014/main" id="{905E13E4-9EAF-0E29-4B15-4AE4DD1A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851150"/>
            <a:ext cx="18383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1" name="Rectangle 9">
            <a:extLst>
              <a:ext uri="{FF2B5EF4-FFF2-40B4-BE49-F238E27FC236}">
                <a16:creationId xmlns:a16="http://schemas.microsoft.com/office/drawing/2014/main" id="{FB84FE81-2F5D-4BE5-BEB2-A861BEC3C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62" name="Rectangle 11">
            <a:extLst>
              <a:ext uri="{FF2B5EF4-FFF2-40B4-BE49-F238E27FC236}">
                <a16:creationId xmlns:a16="http://schemas.microsoft.com/office/drawing/2014/main" id="{0A639878-8D07-EC76-B2BC-FBF5E0634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63" name="Picture 10">
            <a:extLst>
              <a:ext uri="{FF2B5EF4-FFF2-40B4-BE49-F238E27FC236}">
                <a16:creationId xmlns:a16="http://schemas.microsoft.com/office/drawing/2014/main" id="{58F690B7-2EA1-828F-FADC-EF8F3333A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636963"/>
            <a:ext cx="1676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Rectangle 12">
            <a:extLst>
              <a:ext uri="{FF2B5EF4-FFF2-40B4-BE49-F238E27FC236}">
                <a16:creationId xmlns:a16="http://schemas.microsoft.com/office/drawing/2014/main" id="{02B676DF-7532-F1F9-D871-BE54E7C15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65" name="Rectangle 14">
            <a:extLst>
              <a:ext uri="{FF2B5EF4-FFF2-40B4-BE49-F238E27FC236}">
                <a16:creationId xmlns:a16="http://schemas.microsoft.com/office/drawing/2014/main" id="{5825B898-FE1B-7A41-0BB4-AE55C3C5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66" name="Picture 13">
            <a:extLst>
              <a:ext uri="{FF2B5EF4-FFF2-40B4-BE49-F238E27FC236}">
                <a16:creationId xmlns:a16="http://schemas.microsoft.com/office/drawing/2014/main" id="{2740A47C-0590-D136-E132-3C2531633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4065588"/>
            <a:ext cx="15049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Rectangle 16">
            <a:extLst>
              <a:ext uri="{FF2B5EF4-FFF2-40B4-BE49-F238E27FC236}">
                <a16:creationId xmlns:a16="http://schemas.microsoft.com/office/drawing/2014/main" id="{CABE9022-EAF5-1EA5-2859-475AB23FA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68" name="Picture 15">
            <a:extLst>
              <a:ext uri="{FF2B5EF4-FFF2-40B4-BE49-F238E27FC236}">
                <a16:creationId xmlns:a16="http://schemas.microsoft.com/office/drawing/2014/main" id="{14332C3A-5DA3-53D5-A314-F903ECCF4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4065588"/>
            <a:ext cx="15525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9" name="Rectangle 17">
            <a:extLst>
              <a:ext uri="{FF2B5EF4-FFF2-40B4-BE49-F238E27FC236}">
                <a16:creationId xmlns:a16="http://schemas.microsoft.com/office/drawing/2014/main" id="{CEF6F2CA-36C1-EE69-3699-00C3C506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96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70" name="Rectangle 19">
            <a:extLst>
              <a:ext uri="{FF2B5EF4-FFF2-40B4-BE49-F238E27FC236}">
                <a16:creationId xmlns:a16="http://schemas.microsoft.com/office/drawing/2014/main" id="{D22F6F5F-BE98-6288-1E40-A75D0F70F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71" name="Picture 18">
            <a:extLst>
              <a:ext uri="{FF2B5EF4-FFF2-40B4-BE49-F238E27FC236}">
                <a16:creationId xmlns:a16="http://schemas.microsoft.com/office/drawing/2014/main" id="{5BC27F6E-2E0D-0A2C-9D35-497C12117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637088"/>
            <a:ext cx="171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2" name="Rectangle 20">
            <a:extLst>
              <a:ext uri="{FF2B5EF4-FFF2-40B4-BE49-F238E27FC236}">
                <a16:creationId xmlns:a16="http://schemas.microsoft.com/office/drawing/2014/main" id="{17273F2B-E87D-8EE9-A1D8-6D3CB42C7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7673" name="Rectangle 22">
            <a:extLst>
              <a:ext uri="{FF2B5EF4-FFF2-40B4-BE49-F238E27FC236}">
                <a16:creationId xmlns:a16="http://schemas.microsoft.com/office/drawing/2014/main" id="{BE643100-4E35-661A-FE69-E4DC4FBEA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27674" name="Picture 21">
            <a:extLst>
              <a:ext uri="{FF2B5EF4-FFF2-40B4-BE49-F238E27FC236}">
                <a16:creationId xmlns:a16="http://schemas.microsoft.com/office/drawing/2014/main" id="{039DB921-D168-731E-B926-E5308D3E1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994275"/>
            <a:ext cx="1676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5" name="Rectangle 23">
            <a:extLst>
              <a:ext uri="{FF2B5EF4-FFF2-40B4-BE49-F238E27FC236}">
                <a16:creationId xmlns:a16="http://schemas.microsoft.com/office/drawing/2014/main" id="{308CDE27-51B4-5977-6567-1260489F4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C369-427F-7203-7E60-5EC0A23AB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8751887" cy="4987925"/>
          </a:xfrm>
        </p:spPr>
        <p:txBody>
          <a:bodyPr/>
          <a:lstStyle/>
          <a:p>
            <a:r>
              <a:rPr lang="nl-BE" altLang="en-US" dirty="0">
                <a:ea typeface="ＭＳ Ｐゴシック" panose="020B0600070205080204" pitchFamily="34" charset="-128"/>
              </a:rPr>
              <a:t>Bepalen van de pixels die tot de 3-hoek A’B’C’ behoren</a:t>
            </a:r>
          </a:p>
          <a:p>
            <a:pPr lvl="1"/>
            <a:r>
              <a:rPr lang="nl-BE" altLang="en-US" dirty="0"/>
              <a:t>Bepaal y</a:t>
            </a:r>
            <a:r>
              <a:rPr lang="nl-BE" altLang="en-US" baseline="-25000" dirty="0"/>
              <a:t>min</a:t>
            </a:r>
            <a:r>
              <a:rPr lang="nl-BE" altLang="en-US" dirty="0"/>
              <a:t>, y</a:t>
            </a:r>
            <a:r>
              <a:rPr lang="nl-BE" altLang="en-US" baseline="-25000" dirty="0"/>
              <a:t>max</a:t>
            </a:r>
          </a:p>
          <a:p>
            <a:pPr lvl="2"/>
            <a:r>
              <a:rPr lang="nl-BE" altLang="en-US" dirty="0"/>
              <a:t>Zie cursus p.39</a:t>
            </a:r>
          </a:p>
          <a:p>
            <a:pPr lvl="2"/>
            <a:r>
              <a:rPr lang="nl-BE" altLang="en-US" dirty="0"/>
              <a:t>Dit zijn </a:t>
            </a:r>
            <a:r>
              <a:rPr lang="nl-BE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dirty="0"/>
              <a:t>’s.</a:t>
            </a:r>
          </a:p>
          <a:p>
            <a:pPr lvl="1"/>
            <a:r>
              <a:rPr lang="nl-BE" altLang="en-US" b="1" dirty="0">
                <a:sym typeface="Symbol" pitchFamily="2" charset="2"/>
              </a:rPr>
              <a:t></a:t>
            </a:r>
            <a:r>
              <a:rPr lang="nl-BE" altLang="en-US" dirty="0">
                <a:sym typeface="Symbol" pitchFamily="2" charset="2"/>
              </a:rPr>
              <a:t> y</a:t>
            </a:r>
            <a:r>
              <a:rPr lang="nl-BE" altLang="en-US" baseline="-25000" dirty="0">
                <a:sym typeface="Symbol" pitchFamily="2" charset="2"/>
              </a:rPr>
              <a:t>i</a:t>
            </a:r>
            <a:r>
              <a:rPr lang="nl-BE" altLang="en-US" dirty="0">
                <a:sym typeface="Symbol" pitchFamily="2" charset="2"/>
              </a:rPr>
              <a:t> </a:t>
            </a:r>
            <a:r>
              <a:rPr lang="nl-BE" altLang="en-US" b="1" dirty="0">
                <a:sym typeface="Symbol" pitchFamily="2" charset="2"/>
              </a:rPr>
              <a:t></a:t>
            </a:r>
            <a:r>
              <a:rPr lang="nl-BE" altLang="en-US" dirty="0">
                <a:sym typeface="Symbol" pitchFamily="2" charset="2"/>
              </a:rPr>
              <a:t> [y</a:t>
            </a:r>
            <a:r>
              <a:rPr lang="nl-BE" altLang="en-US" baseline="-25000" dirty="0">
                <a:sym typeface="Symbol" pitchFamily="2" charset="2"/>
              </a:rPr>
              <a:t>min</a:t>
            </a:r>
            <a:r>
              <a:rPr lang="nl-BE" altLang="en-US" dirty="0">
                <a:sym typeface="Symbol" pitchFamily="2" charset="2"/>
              </a:rPr>
              <a:t>,y</a:t>
            </a:r>
            <a:r>
              <a:rPr lang="nl-BE" altLang="en-US" baseline="-25000" dirty="0">
                <a:sym typeface="Symbol" pitchFamily="2" charset="2"/>
              </a:rPr>
              <a:t>max</a:t>
            </a:r>
            <a:r>
              <a:rPr lang="nl-BE" altLang="en-US" dirty="0">
                <a:sym typeface="Symbol" pitchFamily="2" charset="2"/>
              </a:rPr>
              <a:t>]</a:t>
            </a:r>
          </a:p>
          <a:p>
            <a:pPr lvl="2"/>
            <a:r>
              <a:rPr lang="nl-BE" altLang="en-US" dirty="0">
                <a:sym typeface="Symbol" pitchFamily="2" charset="2"/>
              </a:rPr>
              <a:t>Bepaal x</a:t>
            </a:r>
            <a:r>
              <a:rPr lang="nl-BE" altLang="en-US" baseline="-25000" dirty="0">
                <a:sym typeface="Symbol" pitchFamily="2" charset="2"/>
              </a:rPr>
              <a:t>L</a:t>
            </a:r>
            <a:r>
              <a:rPr lang="nl-BE" altLang="en-US" dirty="0">
                <a:sym typeface="Symbol" pitchFamily="2" charset="2"/>
              </a:rPr>
              <a:t>, x</a:t>
            </a:r>
            <a:r>
              <a:rPr lang="nl-BE" altLang="en-US" baseline="-25000" dirty="0">
                <a:sym typeface="Symbol" pitchFamily="2" charset="2"/>
              </a:rPr>
              <a:t>R</a:t>
            </a:r>
          </a:p>
          <a:p>
            <a:pPr lvl="2"/>
            <a:r>
              <a:rPr lang="nl-BE" altLang="en-US" dirty="0">
                <a:sym typeface="Symbol" pitchFamily="2" charset="2"/>
              </a:rPr>
              <a:t>Zie cursus p. 39 – 41</a:t>
            </a:r>
          </a:p>
          <a:p>
            <a:pPr lvl="2"/>
            <a:r>
              <a:rPr lang="nl-BE" altLang="en-US" dirty="0">
                <a:sym typeface="Symbol" pitchFamily="2" charset="2"/>
              </a:rPr>
              <a:t>Enkel x</a:t>
            </a:r>
            <a:r>
              <a:rPr lang="nl-BE" altLang="en-US" baseline="-25000" dirty="0">
                <a:sym typeface="Symbol" pitchFamily="2" charset="2"/>
              </a:rPr>
              <a:t>L</a:t>
            </a:r>
            <a:r>
              <a:rPr lang="nl-BE" altLang="en-US" dirty="0">
                <a:sym typeface="Symbol" pitchFamily="2" charset="2"/>
              </a:rPr>
              <a:t> en x</a:t>
            </a:r>
            <a:r>
              <a:rPr lang="nl-BE" altLang="en-US" baseline="-25000" dirty="0">
                <a:sym typeface="Symbol" pitchFamily="2" charset="2"/>
              </a:rPr>
              <a:t>R</a:t>
            </a:r>
            <a:r>
              <a:rPr lang="nl-BE" altLang="en-US" dirty="0">
                <a:sym typeface="Symbol" pitchFamily="2" charset="2"/>
              </a:rPr>
              <a:t> zijn </a:t>
            </a:r>
            <a:r>
              <a:rPr lang="nl-BE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dirty="0"/>
              <a:t>’s</a:t>
            </a:r>
            <a:r>
              <a:rPr lang="nl-BE" altLang="en-US" dirty="0">
                <a:sym typeface="Symbol" pitchFamily="2" charset="2"/>
              </a:rPr>
              <a:t>.</a:t>
            </a:r>
            <a:br>
              <a:rPr lang="nl-BE" altLang="en-US" dirty="0">
                <a:sym typeface="Symbol" pitchFamily="2" charset="2"/>
              </a:rPr>
            </a:br>
            <a:r>
              <a:rPr lang="nl-BE" altLang="en-US" dirty="0">
                <a:sym typeface="Symbol" pitchFamily="2" charset="2"/>
              </a:rPr>
              <a:t>De waarden die je nodig hebt </a:t>
            </a:r>
            <a:br>
              <a:rPr lang="nl-BE" altLang="en-US" dirty="0">
                <a:sym typeface="Symbol" pitchFamily="2" charset="2"/>
              </a:rPr>
            </a:br>
            <a:r>
              <a:rPr lang="nl-BE" altLang="en-US" dirty="0">
                <a:sym typeface="Symbol" pitchFamily="2" charset="2"/>
              </a:rPr>
              <a:t>om deze te bekomen </a:t>
            </a:r>
            <a:br>
              <a:rPr lang="nl-BE" altLang="en-US" dirty="0">
                <a:sym typeface="Symbol" pitchFamily="2" charset="2"/>
              </a:rPr>
            </a:br>
            <a:r>
              <a:rPr lang="nl-BE" altLang="en-US" dirty="0">
                <a:sym typeface="Symbol" pitchFamily="2" charset="2"/>
              </a:rPr>
              <a:t>zijn allemaal </a:t>
            </a:r>
            <a:r>
              <a:rPr lang="nl-BE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sym typeface="Symbol" pitchFamily="2" charset="2"/>
              </a:rPr>
              <a:t>double</a:t>
            </a:r>
            <a:r>
              <a:rPr lang="nl-BE" altLang="en-US" dirty="0">
                <a:sym typeface="Symbol" pitchFamily="2" charset="2"/>
              </a:rPr>
              <a:t>’s.</a:t>
            </a:r>
            <a:endParaRPr lang="nl-BE" altLang="en-US" dirty="0"/>
          </a:p>
          <a:p>
            <a:pPr lvl="1"/>
            <a:r>
              <a:rPr lang="nl-BE" altLang="en-US" dirty="0"/>
              <a:t>Let op met afronden !!</a:t>
            </a:r>
          </a:p>
          <a:p>
            <a:pPr lvl="1"/>
            <a:endParaRPr lang="nl-BE" altLang="en-US" dirty="0"/>
          </a:p>
        </p:txBody>
      </p:sp>
      <p:grpSp>
        <p:nvGrpSpPr>
          <p:cNvPr id="28674" name="Group 485">
            <a:extLst>
              <a:ext uri="{FF2B5EF4-FFF2-40B4-BE49-F238E27FC236}">
                <a16:creationId xmlns:a16="http://schemas.microsoft.com/office/drawing/2014/main" id="{E4749694-8914-47EC-3F78-2C72BC8A60C7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1851025"/>
            <a:ext cx="2000250" cy="3859213"/>
            <a:chOff x="7183452" y="1851010"/>
            <a:chExt cx="2000266" cy="3859241"/>
          </a:xfrm>
        </p:grpSpPr>
        <p:cxnSp>
          <p:nvCxnSpPr>
            <p:cNvPr id="28696" name="Straight Connector 2191">
              <a:extLst>
                <a:ext uri="{FF2B5EF4-FFF2-40B4-BE49-F238E27FC236}">
                  <a16:creationId xmlns:a16="http://schemas.microsoft.com/office/drawing/2014/main" id="{E65F505C-7C94-7E77-0B05-3BDD682EA5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70853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7" name="Straight Connector 2191">
              <a:extLst>
                <a:ext uri="{FF2B5EF4-FFF2-40B4-BE49-F238E27FC236}">
                  <a16:creationId xmlns:a16="http://schemas.microsoft.com/office/drawing/2014/main" id="{4E7EBDC5-2867-51A8-C722-7707141A01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968211" y="3779838"/>
              <a:ext cx="3858448" cy="79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8" name="Straight Connector 2191">
              <a:extLst>
                <a:ext uri="{FF2B5EF4-FFF2-40B4-BE49-F238E27FC236}">
                  <a16:creationId xmlns:a16="http://schemas.microsoft.com/office/drawing/2014/main" id="{692A298F-A9BB-B19A-DDFB-9C7501A13E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111090" y="3779839"/>
              <a:ext cx="3858445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9" name="Straight Connector 2191">
              <a:extLst>
                <a:ext uri="{FF2B5EF4-FFF2-40B4-BE49-F238E27FC236}">
                  <a16:creationId xmlns:a16="http://schemas.microsoft.com/office/drawing/2014/main" id="{0B13C609-5B5F-D960-A1C2-F490210298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253966" y="3779839"/>
              <a:ext cx="3858445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0" name="Straight Connector 2191">
              <a:extLst>
                <a:ext uri="{FF2B5EF4-FFF2-40B4-BE49-F238E27FC236}">
                  <a16:creationId xmlns:a16="http://schemas.microsoft.com/office/drawing/2014/main" id="{19CEE1E6-6EF8-5C67-6C82-7631B0AC2A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396842" y="3779839"/>
              <a:ext cx="3858445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1" name="Straight Connector 2191">
              <a:extLst>
                <a:ext uri="{FF2B5EF4-FFF2-40B4-BE49-F238E27FC236}">
                  <a16:creationId xmlns:a16="http://schemas.microsoft.com/office/drawing/2014/main" id="{8B404B5E-DD64-1AC0-6A7F-D81F6477B4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40510" y="3779837"/>
              <a:ext cx="385765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2" name="Straight Connector 2191">
              <a:extLst>
                <a:ext uri="{FF2B5EF4-FFF2-40B4-BE49-F238E27FC236}">
                  <a16:creationId xmlns:a16="http://schemas.microsoft.com/office/drawing/2014/main" id="{7AECE35E-D2FE-8394-0CFA-72E2B61179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82594" y="3779839"/>
              <a:ext cx="3858445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3" name="Straight Connector 2191">
              <a:extLst>
                <a:ext uri="{FF2B5EF4-FFF2-40B4-BE49-F238E27FC236}">
                  <a16:creationId xmlns:a16="http://schemas.microsoft.com/office/drawing/2014/main" id="{8CDEF4AA-4B41-2C0B-D6F7-0D1623879B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825471" y="3779840"/>
              <a:ext cx="3858444" cy="79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4" name="Straight Connector 2191">
              <a:extLst>
                <a:ext uri="{FF2B5EF4-FFF2-40B4-BE49-F238E27FC236}">
                  <a16:creationId xmlns:a16="http://schemas.microsoft.com/office/drawing/2014/main" id="{2567B2E2-D7E7-36C8-3599-E7C900467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68347" y="3779840"/>
              <a:ext cx="3858445" cy="79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5" name="Straight Connector 2191">
              <a:extLst>
                <a:ext uri="{FF2B5EF4-FFF2-40B4-BE49-F238E27FC236}">
                  <a16:creationId xmlns:a16="http://schemas.microsoft.com/office/drawing/2014/main" id="{B12AE065-3437-04BF-1872-3323AF9453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112014" y="3779837"/>
              <a:ext cx="3857654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6" name="Straight Connector 2191">
              <a:extLst>
                <a:ext uri="{FF2B5EF4-FFF2-40B4-BE49-F238E27FC236}">
                  <a16:creationId xmlns:a16="http://schemas.microsoft.com/office/drawing/2014/main" id="{61A3808F-9945-DD1F-EF51-806FEAAA2A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254890" y="3779837"/>
              <a:ext cx="3857654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7" name="Straight Connector 2191">
              <a:extLst>
                <a:ext uri="{FF2B5EF4-FFF2-40B4-BE49-F238E27FC236}">
                  <a16:creationId xmlns:a16="http://schemas.microsoft.com/office/drawing/2014/main" id="{22175F98-5085-A8D5-142E-41278C610E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825339" y="3779838"/>
              <a:ext cx="3858443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8" name="Straight Connector 2191">
              <a:extLst>
                <a:ext uri="{FF2B5EF4-FFF2-40B4-BE49-F238E27FC236}">
                  <a16:creationId xmlns:a16="http://schemas.microsoft.com/office/drawing/2014/main" id="{99BCB61C-CD1E-32CA-0641-CF8F39AC0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682463" y="3779838"/>
              <a:ext cx="3858443" cy="7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09" name="Straight Connector 2191">
              <a:extLst>
                <a:ext uri="{FF2B5EF4-FFF2-40B4-BE49-F238E27FC236}">
                  <a16:creationId xmlns:a16="http://schemas.microsoft.com/office/drawing/2014/main" id="{289A9025-B0D5-D6CD-748B-5496336D46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538574" y="3778031"/>
              <a:ext cx="3857651" cy="361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0" name="Straight Connector 2191">
              <a:extLst>
                <a:ext uri="{FF2B5EF4-FFF2-40B4-BE49-F238E27FC236}">
                  <a16:creationId xmlns:a16="http://schemas.microsoft.com/office/drawing/2014/main" id="{2340A3FC-1B27-643D-FDC2-6FA93CBE20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5565787"/>
              <a:ext cx="2000264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1" name="Straight Connector 2191">
              <a:extLst>
                <a:ext uri="{FF2B5EF4-FFF2-40B4-BE49-F238E27FC236}">
                  <a16:creationId xmlns:a16="http://schemas.microsoft.com/office/drawing/2014/main" id="{61749A37-0CE2-66E5-41EA-6E49353FA7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570866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2" name="Straight Connector 2191">
              <a:extLst>
                <a:ext uri="{FF2B5EF4-FFF2-40B4-BE49-F238E27FC236}">
                  <a16:creationId xmlns:a16="http://schemas.microsoft.com/office/drawing/2014/main" id="{C33DED2E-CB1C-13E4-BD1E-C02D7D3DEF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542291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3" name="Straight Connector 2191">
              <a:extLst>
                <a:ext uri="{FF2B5EF4-FFF2-40B4-BE49-F238E27FC236}">
                  <a16:creationId xmlns:a16="http://schemas.microsoft.com/office/drawing/2014/main" id="{49103C8C-0081-7A85-C618-020E7B0132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5280035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4" name="Straight Connector 2191">
              <a:extLst>
                <a:ext uri="{FF2B5EF4-FFF2-40B4-BE49-F238E27FC236}">
                  <a16:creationId xmlns:a16="http://schemas.microsoft.com/office/drawing/2014/main" id="{82EA7A5F-8255-5E85-461A-FA36F51878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5137159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5" name="Straight Connector 2191">
              <a:extLst>
                <a:ext uri="{FF2B5EF4-FFF2-40B4-BE49-F238E27FC236}">
                  <a16:creationId xmlns:a16="http://schemas.microsoft.com/office/drawing/2014/main" id="{DD10454A-5054-5256-4656-CA34D7AD18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99428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6" name="Straight Connector 2191">
              <a:extLst>
                <a:ext uri="{FF2B5EF4-FFF2-40B4-BE49-F238E27FC236}">
                  <a16:creationId xmlns:a16="http://schemas.microsoft.com/office/drawing/2014/main" id="{82251F54-C3ED-1590-5C66-5D830B609F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851407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7" name="Straight Connector 2191">
              <a:extLst>
                <a:ext uri="{FF2B5EF4-FFF2-40B4-BE49-F238E27FC236}">
                  <a16:creationId xmlns:a16="http://schemas.microsoft.com/office/drawing/2014/main" id="{E1D87BC0-3EF5-3F65-5285-7E13D51591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708399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8" name="Straight Connector 2191">
              <a:extLst>
                <a:ext uri="{FF2B5EF4-FFF2-40B4-BE49-F238E27FC236}">
                  <a16:creationId xmlns:a16="http://schemas.microsoft.com/office/drawing/2014/main" id="{09337A76-B1FA-E091-1B47-FD3EFB8529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422779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9" name="Straight Connector 2191">
              <a:extLst>
                <a:ext uri="{FF2B5EF4-FFF2-40B4-BE49-F238E27FC236}">
                  <a16:creationId xmlns:a16="http://schemas.microsoft.com/office/drawing/2014/main" id="{50C50928-B0C1-862A-C4B3-CCEC4B3E9F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27990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0" name="Straight Connector 2191">
              <a:extLst>
                <a:ext uri="{FF2B5EF4-FFF2-40B4-BE49-F238E27FC236}">
                  <a16:creationId xmlns:a16="http://schemas.microsoft.com/office/drawing/2014/main" id="{27C8CD96-B1AE-3654-01C3-198E9F1405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137027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1" name="Straight Connector 2191">
              <a:extLst>
                <a:ext uri="{FF2B5EF4-FFF2-40B4-BE49-F238E27FC236}">
                  <a16:creationId xmlns:a16="http://schemas.microsoft.com/office/drawing/2014/main" id="{269DCA8D-7282-FBD9-76D9-4578FEFB63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99415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Straight Connector 2191">
              <a:extLst>
                <a:ext uri="{FF2B5EF4-FFF2-40B4-BE49-F238E27FC236}">
                  <a16:creationId xmlns:a16="http://schemas.microsoft.com/office/drawing/2014/main" id="{11C63F1D-505B-D26F-9DF2-BA5C56BB0E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851275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Straight Connector 2191">
              <a:extLst>
                <a:ext uri="{FF2B5EF4-FFF2-40B4-BE49-F238E27FC236}">
                  <a16:creationId xmlns:a16="http://schemas.microsoft.com/office/drawing/2014/main" id="{787F9853-D77B-D9AC-39ED-6A943D4D97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4565655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Straight Connector 2191">
              <a:extLst>
                <a:ext uri="{FF2B5EF4-FFF2-40B4-BE49-F238E27FC236}">
                  <a16:creationId xmlns:a16="http://schemas.microsoft.com/office/drawing/2014/main" id="{B6725FF1-998A-BDE8-6270-9632E309DD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56552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5" name="Straight Connector 2191">
              <a:extLst>
                <a:ext uri="{FF2B5EF4-FFF2-40B4-BE49-F238E27FC236}">
                  <a16:creationId xmlns:a16="http://schemas.microsoft.com/office/drawing/2014/main" id="{83090E04-3740-70DE-860F-6338F4C9AA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422647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6" name="Straight Connector 2191">
              <a:extLst>
                <a:ext uri="{FF2B5EF4-FFF2-40B4-BE49-F238E27FC236}">
                  <a16:creationId xmlns:a16="http://schemas.microsoft.com/office/drawing/2014/main" id="{87AC7680-80D0-72A1-3E98-94EE2C3B65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27977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7" name="Straight Connector 2191">
              <a:extLst>
                <a:ext uri="{FF2B5EF4-FFF2-40B4-BE49-F238E27FC236}">
                  <a16:creationId xmlns:a16="http://schemas.microsoft.com/office/drawing/2014/main" id="{C5F3088B-D522-7D6A-3324-6EEF722E34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3136895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Straight Connector 2191">
              <a:extLst>
                <a:ext uri="{FF2B5EF4-FFF2-40B4-BE49-F238E27FC236}">
                  <a16:creationId xmlns:a16="http://schemas.microsoft.com/office/drawing/2014/main" id="{58163518-7260-9989-8B04-5F45CF28B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994019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9" name="Straight Connector 2191">
              <a:extLst>
                <a:ext uri="{FF2B5EF4-FFF2-40B4-BE49-F238E27FC236}">
                  <a16:creationId xmlns:a16="http://schemas.microsoft.com/office/drawing/2014/main" id="{94FCCBF6-98D9-61A1-B3E6-E2DF46401B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85114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0" name="Straight Connector 2191">
              <a:extLst>
                <a:ext uri="{FF2B5EF4-FFF2-40B4-BE49-F238E27FC236}">
                  <a16:creationId xmlns:a16="http://schemas.microsoft.com/office/drawing/2014/main" id="{78840632-0EAB-5216-3005-C66DE33FF9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708267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1" name="Straight Connector 2191">
              <a:extLst>
                <a:ext uri="{FF2B5EF4-FFF2-40B4-BE49-F238E27FC236}">
                  <a16:creationId xmlns:a16="http://schemas.microsoft.com/office/drawing/2014/main" id="{4CA540E8-C1AE-04FF-B9B4-4214DCBCA9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56539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2" name="Straight Connector 2191">
              <a:extLst>
                <a:ext uri="{FF2B5EF4-FFF2-40B4-BE49-F238E27FC236}">
                  <a16:creationId xmlns:a16="http://schemas.microsoft.com/office/drawing/2014/main" id="{9CE8B3A9-8D29-A117-0BD2-173688D5F8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422515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3" name="Straight Connector 2191">
              <a:extLst>
                <a:ext uri="{FF2B5EF4-FFF2-40B4-BE49-F238E27FC236}">
                  <a16:creationId xmlns:a16="http://schemas.microsoft.com/office/drawing/2014/main" id="{0F314BDC-3AA4-A5F9-5D06-65EFDFBD47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279639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Straight Connector 2191">
              <a:extLst>
                <a:ext uri="{FF2B5EF4-FFF2-40B4-BE49-F238E27FC236}">
                  <a16:creationId xmlns:a16="http://schemas.microsoft.com/office/drawing/2014/main" id="{F04CE65B-28EA-8B59-7E83-B694A4355E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2136763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Straight Connector 2191">
              <a:extLst>
                <a:ext uri="{FF2B5EF4-FFF2-40B4-BE49-F238E27FC236}">
                  <a16:creationId xmlns:a16="http://schemas.microsoft.com/office/drawing/2014/main" id="{1458A02B-2CB7-9D64-B717-800F65356B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1993887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6" name="Straight Connector 2191">
              <a:extLst>
                <a:ext uri="{FF2B5EF4-FFF2-40B4-BE49-F238E27FC236}">
                  <a16:creationId xmlns:a16="http://schemas.microsoft.com/office/drawing/2014/main" id="{990F5AD8-B3C4-E5E7-3EC7-4217F7EBC9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397503" y="3779835"/>
              <a:ext cx="3857650" cy="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7" name="Straight Connector 2191">
              <a:extLst>
                <a:ext uri="{FF2B5EF4-FFF2-40B4-BE49-F238E27FC236}">
                  <a16:creationId xmlns:a16="http://schemas.microsoft.com/office/drawing/2014/main" id="{74A4EEB5-1FD1-6FB6-FF99-481534C4CF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254627" y="3779835"/>
              <a:ext cx="3857651" cy="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8" name="Straight Connector 2191">
              <a:extLst>
                <a:ext uri="{FF2B5EF4-FFF2-40B4-BE49-F238E27FC236}">
                  <a16:creationId xmlns:a16="http://schemas.microsoft.com/office/drawing/2014/main" id="{CD545BD1-2690-58C3-4F6B-D79130BFB7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183452" y="1851011"/>
              <a:ext cx="2000262" cy="15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75" name="Title 1">
            <a:extLst>
              <a:ext uri="{FF2B5EF4-FFF2-40B4-BE49-F238E27FC236}">
                <a16:creationId xmlns:a16="http://schemas.microsoft.com/office/drawing/2014/main" id="{46290D0D-BB02-180B-0E41-48D9B1E32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FC085-913B-2E47-ACA7-F5B2B152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dirty="0"/>
              <a:t>Practicum Computer </a:t>
            </a:r>
            <a:r>
              <a:rPr lang="nl-BE" dirty="0" err="1"/>
              <a:t>Graphics</a:t>
            </a:r>
            <a:r>
              <a:rPr lang="nl-BE" dirty="0"/>
              <a:t>: </a:t>
            </a:r>
            <a:r>
              <a:rPr lang="nl-BE" dirty="0" err="1"/>
              <a:t>Z-Buffering</a:t>
            </a:r>
            <a:r>
              <a:rPr lang="nl-BE" dirty="0"/>
              <a:t> met driehoeken</a:t>
            </a:r>
            <a:endParaRPr lang="en-GB" dirty="0"/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E835F3D6-857C-8405-9F68-35363B3F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579C25FD-6B7F-5F4A-8893-9D073B196991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11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grpSp>
        <p:nvGrpSpPr>
          <p:cNvPr id="28678" name="Group 467">
            <a:extLst>
              <a:ext uri="{FF2B5EF4-FFF2-40B4-BE49-F238E27FC236}">
                <a16:creationId xmlns:a16="http://schemas.microsoft.com/office/drawing/2014/main" id="{3FFBD278-34FB-387E-B46D-71DEFF697732}"/>
              </a:ext>
            </a:extLst>
          </p:cNvPr>
          <p:cNvGrpSpPr>
            <a:grpSpLocks/>
          </p:cNvGrpSpPr>
          <p:nvPr/>
        </p:nvGrpSpPr>
        <p:grpSpPr bwMode="auto">
          <a:xfrm>
            <a:off x="7397750" y="2065338"/>
            <a:ext cx="1571625" cy="3429000"/>
            <a:chOff x="3254362" y="2351077"/>
            <a:chExt cx="1571636" cy="3429024"/>
          </a:xfrm>
        </p:grpSpPr>
        <p:cxnSp>
          <p:nvCxnSpPr>
            <p:cNvPr id="28693" name="Straight Connector 242">
              <a:extLst>
                <a:ext uri="{FF2B5EF4-FFF2-40B4-BE49-F238E27FC236}">
                  <a16:creationId xmlns:a16="http://schemas.microsoft.com/office/drawing/2014/main" id="{7A35BCA1-E30E-4EE9-3CB3-F71C1CB554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111486" y="2922581"/>
              <a:ext cx="2286016" cy="114300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4" name="Straight Connector 246">
              <a:extLst>
                <a:ext uri="{FF2B5EF4-FFF2-40B4-BE49-F238E27FC236}">
                  <a16:creationId xmlns:a16="http://schemas.microsoft.com/office/drawing/2014/main" id="{55F4C806-A956-DE6A-770C-0D49230167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54362" y="4637093"/>
              <a:ext cx="1571636" cy="114300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5" name="Straight Connector 249">
              <a:extLst>
                <a:ext uri="{FF2B5EF4-FFF2-40B4-BE49-F238E27FC236}">
                  <a16:creationId xmlns:a16="http://schemas.microsoft.com/office/drawing/2014/main" id="{AF245C36-FF86-D4B2-340E-BB20B5F78C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754164" y="3851275"/>
              <a:ext cx="3429024" cy="42862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496">
            <a:extLst>
              <a:ext uri="{FF2B5EF4-FFF2-40B4-BE49-F238E27FC236}">
                <a16:creationId xmlns:a16="http://schemas.microsoft.com/office/drawing/2014/main" id="{42A159F5-B137-953D-556A-5BC669F3A9C8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1922463"/>
            <a:ext cx="2808287" cy="369887"/>
            <a:chOff x="7183452" y="1922449"/>
            <a:chExt cx="2807593" cy="369332"/>
          </a:xfrm>
        </p:grpSpPr>
        <p:sp>
          <p:nvSpPr>
            <p:cNvPr id="28691" name="Rectangle 486">
              <a:extLst>
                <a:ext uri="{FF2B5EF4-FFF2-40B4-BE49-F238E27FC236}">
                  <a16:creationId xmlns:a16="http://schemas.microsoft.com/office/drawing/2014/main" id="{399BAE9C-FAD5-13EF-6ABC-F9CC42C1A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3452" y="1993887"/>
              <a:ext cx="2000264" cy="142876"/>
            </a:xfrm>
            <a:prstGeom prst="rect">
              <a:avLst/>
            </a:prstGeom>
            <a:solidFill>
              <a:schemeClr val="tx1">
                <a:alpha val="38039"/>
              </a:schemeClr>
            </a:solidFill>
            <a:ln w="9525">
              <a:solidFill>
                <a:schemeClr val="tx1">
                  <a:alpha val="38039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8692" name="TextBox 491">
              <a:extLst>
                <a:ext uri="{FF2B5EF4-FFF2-40B4-BE49-F238E27FC236}">
                  <a16:creationId xmlns:a16="http://schemas.microsoft.com/office/drawing/2014/main" id="{DFEA5E87-008A-99A2-520F-582D72220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2278" y="1922449"/>
              <a:ext cx="8787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Y=y</a:t>
              </a:r>
              <a:r>
                <a:rPr lang="nl-BE" altLang="en-US" baseline="-25000"/>
                <a:t>max</a:t>
              </a:r>
            </a:p>
          </p:txBody>
        </p:sp>
      </p:grpSp>
      <p:grpSp>
        <p:nvGrpSpPr>
          <p:cNvPr id="8" name="Group 494">
            <a:extLst>
              <a:ext uri="{FF2B5EF4-FFF2-40B4-BE49-F238E27FC236}">
                <a16:creationId xmlns:a16="http://schemas.microsoft.com/office/drawing/2014/main" id="{E1979821-6267-2385-6BE4-996FF8D8F32B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5351463"/>
            <a:ext cx="2763837" cy="369887"/>
            <a:chOff x="7183452" y="5351473"/>
            <a:chExt cx="2764311" cy="369332"/>
          </a:xfrm>
        </p:grpSpPr>
        <p:sp>
          <p:nvSpPr>
            <p:cNvPr id="28689" name="Rectangle 489">
              <a:extLst>
                <a:ext uri="{FF2B5EF4-FFF2-40B4-BE49-F238E27FC236}">
                  <a16:creationId xmlns:a16="http://schemas.microsoft.com/office/drawing/2014/main" id="{C9FCD294-63B6-F85F-90CE-83BEBE673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3452" y="5422911"/>
              <a:ext cx="2000264" cy="142876"/>
            </a:xfrm>
            <a:prstGeom prst="rect">
              <a:avLst/>
            </a:prstGeom>
            <a:solidFill>
              <a:schemeClr val="tx1">
                <a:alpha val="38039"/>
              </a:schemeClr>
            </a:solidFill>
            <a:ln w="9525">
              <a:solidFill>
                <a:schemeClr val="tx1">
                  <a:alpha val="38039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8690" name="TextBox 492">
              <a:extLst>
                <a:ext uri="{FF2B5EF4-FFF2-40B4-BE49-F238E27FC236}">
                  <a16:creationId xmlns:a16="http://schemas.microsoft.com/office/drawing/2014/main" id="{615D6EF3-A9D6-37C5-EAC0-ECCE3759D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2278" y="5351473"/>
              <a:ext cx="8354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Y=y</a:t>
              </a:r>
              <a:r>
                <a:rPr lang="nl-BE" altLang="en-US" baseline="-25000"/>
                <a:t>min</a:t>
              </a:r>
            </a:p>
          </p:txBody>
        </p:sp>
      </p:grpSp>
      <p:grpSp>
        <p:nvGrpSpPr>
          <p:cNvPr id="9" name="Group 495">
            <a:extLst>
              <a:ext uri="{FF2B5EF4-FFF2-40B4-BE49-F238E27FC236}">
                <a16:creationId xmlns:a16="http://schemas.microsoft.com/office/drawing/2014/main" id="{A095B078-AB8B-56A5-3BC1-7093131C85E8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3208338"/>
            <a:ext cx="2551112" cy="369887"/>
            <a:chOff x="7183452" y="3208333"/>
            <a:chExt cx="2551112" cy="369332"/>
          </a:xfrm>
        </p:grpSpPr>
        <p:sp>
          <p:nvSpPr>
            <p:cNvPr id="28687" name="Rectangle 490">
              <a:extLst>
                <a:ext uri="{FF2B5EF4-FFF2-40B4-BE49-F238E27FC236}">
                  <a16:creationId xmlns:a16="http://schemas.microsoft.com/office/drawing/2014/main" id="{B6628B30-8F96-A61A-109F-1FB83B6A5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3452" y="3279771"/>
              <a:ext cx="2000264" cy="142876"/>
            </a:xfrm>
            <a:prstGeom prst="rect">
              <a:avLst/>
            </a:prstGeom>
            <a:solidFill>
              <a:schemeClr val="tx1">
                <a:alpha val="38039"/>
              </a:schemeClr>
            </a:solidFill>
            <a:ln w="9525">
              <a:solidFill>
                <a:schemeClr val="tx1">
                  <a:alpha val="38039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8688" name="TextBox 493">
              <a:extLst>
                <a:ext uri="{FF2B5EF4-FFF2-40B4-BE49-F238E27FC236}">
                  <a16:creationId xmlns:a16="http://schemas.microsoft.com/office/drawing/2014/main" id="{B924A3CC-0395-15DE-0567-0CC1AF531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2278" y="3208333"/>
              <a:ext cx="6222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Y=y</a:t>
              </a:r>
              <a:r>
                <a:rPr lang="nl-BE" altLang="en-US" baseline="-25000"/>
                <a:t>i</a:t>
              </a:r>
            </a:p>
          </p:txBody>
        </p:sp>
      </p:grpSp>
      <p:grpSp>
        <p:nvGrpSpPr>
          <p:cNvPr id="10" name="Group 501">
            <a:extLst>
              <a:ext uri="{FF2B5EF4-FFF2-40B4-BE49-F238E27FC236}">
                <a16:creationId xmlns:a16="http://schemas.microsoft.com/office/drawing/2014/main" id="{7DE93C9C-8B11-6242-EDF9-0945F4772DE4}"/>
              </a:ext>
            </a:extLst>
          </p:cNvPr>
          <p:cNvGrpSpPr>
            <a:grpSpLocks/>
          </p:cNvGrpSpPr>
          <p:nvPr/>
        </p:nvGrpSpPr>
        <p:grpSpPr bwMode="auto">
          <a:xfrm>
            <a:off x="7326313" y="2922588"/>
            <a:ext cx="1423987" cy="500062"/>
            <a:chOff x="7326328" y="2922581"/>
            <a:chExt cx="1423646" cy="500066"/>
          </a:xfrm>
        </p:grpSpPr>
        <p:sp>
          <p:nvSpPr>
            <p:cNvPr id="28683" name="Rectangle 497">
              <a:extLst>
                <a:ext uri="{FF2B5EF4-FFF2-40B4-BE49-F238E27FC236}">
                  <a16:creationId xmlns:a16="http://schemas.microsoft.com/office/drawing/2014/main" id="{D765D04A-FBB8-B929-F63E-06DACDEA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2080" y="3279771"/>
              <a:ext cx="142876" cy="14287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8684" name="Rectangle 498">
              <a:extLst>
                <a:ext uri="{FF2B5EF4-FFF2-40B4-BE49-F238E27FC236}">
                  <a16:creationId xmlns:a16="http://schemas.microsoft.com/office/drawing/2014/main" id="{BD88493A-5CBF-C569-CFFF-14DD3E625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6460" y="3279771"/>
              <a:ext cx="142876" cy="14287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sp>
          <p:nvSpPr>
            <p:cNvPr id="28685" name="TextBox 499">
              <a:extLst>
                <a:ext uri="{FF2B5EF4-FFF2-40B4-BE49-F238E27FC236}">
                  <a16:creationId xmlns:a16="http://schemas.microsoft.com/office/drawing/2014/main" id="{5227CE42-38CB-952E-5E0B-09EB02792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6328" y="2922581"/>
              <a:ext cx="4074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 b="1"/>
                <a:t>x</a:t>
              </a:r>
              <a:r>
                <a:rPr lang="nl-BE" altLang="en-US" b="1" baseline="-25000"/>
                <a:t>L</a:t>
              </a:r>
            </a:p>
          </p:txBody>
        </p:sp>
        <p:sp>
          <p:nvSpPr>
            <p:cNvPr id="28686" name="TextBox 500">
              <a:extLst>
                <a:ext uri="{FF2B5EF4-FFF2-40B4-BE49-F238E27FC236}">
                  <a16:creationId xmlns:a16="http://schemas.microsoft.com/office/drawing/2014/main" id="{2D14F025-4704-3598-BD76-E9BA578BD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6460" y="2922581"/>
              <a:ext cx="42351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 b="1"/>
                <a:t>x</a:t>
              </a:r>
              <a:r>
                <a:rPr lang="nl-BE" altLang="en-US" b="1" baseline="-25000"/>
                <a:t>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9048E2A7-ED8E-8A30-1AAD-03ED86058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3B072-77AC-1BDE-5A7B-834AA7BF3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5591175"/>
          </a:xfrm>
        </p:spPr>
        <p:txBody>
          <a:bodyPr/>
          <a:lstStyle/>
          <a:p>
            <a:r>
              <a:rPr lang="nl-BE" altLang="en-US" dirty="0">
                <a:ea typeface="ＭＳ Ｐゴシック" panose="020B0600070205080204" pitchFamily="34" charset="-128"/>
              </a:rPr>
              <a:t>Berekenen van de 1/z waardes</a:t>
            </a:r>
          </a:p>
          <a:p>
            <a:pPr lvl="1"/>
            <a:r>
              <a:rPr lang="nl-BE" altLang="en-US" dirty="0">
                <a:sym typeface="Symbol" pitchFamily="2" charset="2"/>
              </a:rPr>
              <a:t>Coördinaten van het zwaartepunt van A’B’C’:</a:t>
            </a:r>
          </a:p>
          <a:p>
            <a:pPr lvl="2"/>
            <a:endParaRPr lang="nl-BE" altLang="en-US" sz="1000" dirty="0">
              <a:sym typeface="Symbol" pitchFamily="2" charset="2"/>
            </a:endParaRPr>
          </a:p>
          <a:p>
            <a:pPr lvl="2"/>
            <a:r>
              <a:rPr lang="nl-BE" altLang="en-US" dirty="0">
                <a:sym typeface="Symbol" pitchFamily="2" charset="2"/>
              </a:rPr>
              <a:t>                                 ,  </a:t>
            </a:r>
          </a:p>
          <a:p>
            <a:pPr lvl="2"/>
            <a:endParaRPr lang="nl-BE" altLang="en-US" sz="2400" dirty="0">
              <a:sym typeface="Symbol" pitchFamily="2" charset="2"/>
            </a:endParaRPr>
          </a:p>
          <a:p>
            <a:pPr lvl="2"/>
            <a:r>
              <a:rPr lang="nl-BE" altLang="en-US" dirty="0">
                <a:sym typeface="Symbol" pitchFamily="2" charset="2"/>
              </a:rPr>
              <a:t> </a:t>
            </a:r>
          </a:p>
          <a:p>
            <a:pPr lvl="2"/>
            <a:endParaRPr lang="nl-BE" altLang="en-US" dirty="0">
              <a:sym typeface="Symbol" pitchFamily="2" charset="2"/>
            </a:endParaRPr>
          </a:p>
          <a:p>
            <a:pPr lvl="1"/>
            <a:endParaRPr lang="nl-BE" altLang="en-US" dirty="0">
              <a:sym typeface="Symbol" pitchFamily="2" charset="2"/>
            </a:endParaRPr>
          </a:p>
          <a:p>
            <a:pPr lvl="1"/>
            <a:r>
              <a:rPr lang="nl-BE" altLang="en-US" dirty="0">
                <a:sym typeface="Symbol" pitchFamily="2" charset="2"/>
              </a:rPr>
              <a:t> pixel (x,y)  3-hoek A’B’C’:</a:t>
            </a:r>
          </a:p>
          <a:p>
            <a:pPr lvl="2"/>
            <a:endParaRPr lang="nl-BE" altLang="en-US" sz="100" dirty="0"/>
          </a:p>
          <a:p>
            <a:pPr lvl="2"/>
            <a:r>
              <a:rPr lang="nl-BE" altLang="en-US" dirty="0"/>
              <a:t> </a:t>
            </a:r>
          </a:p>
          <a:p>
            <a:pPr lvl="2"/>
            <a:endParaRPr lang="nl-BE" altLang="en-US" dirty="0"/>
          </a:p>
          <a:p>
            <a:pPr lvl="2"/>
            <a:r>
              <a:rPr lang="nl-BE" altLang="en-US" dirty="0"/>
              <a:t>In deze formule zijn enkel x en y </a:t>
            </a:r>
            <a:r>
              <a:rPr lang="nl-BE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dirty="0"/>
              <a:t>’s. </a:t>
            </a:r>
            <a:br>
              <a:rPr lang="nl-BE" altLang="en-US" dirty="0"/>
            </a:br>
            <a:r>
              <a:rPr lang="nl-BE" altLang="en-US" dirty="0"/>
              <a:t>Alle overige waarden zijn </a:t>
            </a:r>
            <a:r>
              <a:rPr lang="nl-BE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dirty="0"/>
              <a:t>’s.</a:t>
            </a:r>
          </a:p>
          <a:p>
            <a:pPr lvl="2"/>
            <a:r>
              <a:rPr lang="nl-BE" altLang="en-US" dirty="0"/>
              <a:t>Berekening van </a:t>
            </a:r>
            <a:r>
              <a:rPr lang="nl-BE" altLang="en-US" i="1" dirty="0"/>
              <a:t>dzdx</a:t>
            </a:r>
            <a:r>
              <a:rPr lang="nl-BE" altLang="en-US" dirty="0"/>
              <a:t>, </a:t>
            </a:r>
            <a:r>
              <a:rPr lang="nl-BE" altLang="en-US" i="1" dirty="0"/>
              <a:t>dzdy</a:t>
            </a:r>
            <a:r>
              <a:rPr lang="nl-BE" altLang="en-US" dirty="0"/>
              <a:t>:</a:t>
            </a:r>
          </a:p>
          <a:p>
            <a:pPr lvl="3"/>
            <a:r>
              <a:rPr lang="nl-BE" altLang="en-US" dirty="0"/>
              <a:t>Zie cursus p. 41 - 43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9339C-4759-4D41-A527-C46F303B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09B1FDA8-69C0-A84E-C463-34D71308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C917A4D-DB2D-5B4A-8825-5BA6D4D5ECB8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1DF00E2E-55A3-D6D2-0765-ECB2975BE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sp>
        <p:nvSpPr>
          <p:cNvPr id="29702" name="Rectangle 4">
            <a:extLst>
              <a:ext uri="{FF2B5EF4-FFF2-40B4-BE49-F238E27FC236}">
                <a16:creationId xmlns:a16="http://schemas.microsoft.com/office/drawing/2014/main" id="{CD0F584C-042E-90AA-63AB-232E7088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66563" name="Picture 3">
            <a:extLst>
              <a:ext uri="{FF2B5EF4-FFF2-40B4-BE49-F238E27FC236}">
                <a16:creationId xmlns:a16="http://schemas.microsoft.com/office/drawing/2014/main" id="{B34A7973-5484-23ED-2815-31CAA3DD8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4708525"/>
            <a:ext cx="51149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5">
            <a:extLst>
              <a:ext uri="{FF2B5EF4-FFF2-40B4-BE49-F238E27FC236}">
                <a16:creationId xmlns:a16="http://schemas.microsoft.com/office/drawing/2014/main" id="{780A91E1-5441-6936-E95A-A691E496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39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3410168E-0177-8031-D9E5-749E4824D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sp>
        <p:nvSpPr>
          <p:cNvPr id="29706" name="Rectangle 8">
            <a:extLst>
              <a:ext uri="{FF2B5EF4-FFF2-40B4-BE49-F238E27FC236}">
                <a16:creationId xmlns:a16="http://schemas.microsoft.com/office/drawing/2014/main" id="{8739F8B3-4756-54A3-07F4-2E7551D14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39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9707" name="Rectangle 10">
            <a:extLst>
              <a:ext uri="{FF2B5EF4-FFF2-40B4-BE49-F238E27FC236}">
                <a16:creationId xmlns:a16="http://schemas.microsoft.com/office/drawing/2014/main" id="{9C5EBA0F-68F8-A293-5DB9-337EF509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66569" name="Picture 9">
            <a:extLst>
              <a:ext uri="{FF2B5EF4-FFF2-40B4-BE49-F238E27FC236}">
                <a16:creationId xmlns:a16="http://schemas.microsoft.com/office/drawing/2014/main" id="{08B5E119-BB14-A1C7-7B3B-7FFAFEE07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208213"/>
            <a:ext cx="2200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9" name="Rectangle 11">
            <a:extLst>
              <a:ext uri="{FF2B5EF4-FFF2-40B4-BE49-F238E27FC236}">
                <a16:creationId xmlns:a16="http://schemas.microsoft.com/office/drawing/2014/main" id="{4A559DBC-E3E0-248F-8160-12CBA5012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9710" name="Rectangle 13">
            <a:extLst>
              <a:ext uri="{FF2B5EF4-FFF2-40B4-BE49-F238E27FC236}">
                <a16:creationId xmlns:a16="http://schemas.microsoft.com/office/drawing/2014/main" id="{3F5F14E9-045A-C7F5-5C4F-C89287A63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66572" name="Picture 12">
            <a:extLst>
              <a:ext uri="{FF2B5EF4-FFF2-40B4-BE49-F238E27FC236}">
                <a16:creationId xmlns:a16="http://schemas.microsoft.com/office/drawing/2014/main" id="{53BBC1B6-A2C1-678E-E93F-682F6EFD4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2208213"/>
            <a:ext cx="22383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2" name="Rectangle 14">
            <a:extLst>
              <a:ext uri="{FF2B5EF4-FFF2-40B4-BE49-F238E27FC236}">
                <a16:creationId xmlns:a16="http://schemas.microsoft.com/office/drawing/2014/main" id="{129DBA93-6539-829C-79B7-508C7291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5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sp>
        <p:nvSpPr>
          <p:cNvPr id="29713" name="Rectangle 16">
            <a:extLst>
              <a:ext uri="{FF2B5EF4-FFF2-40B4-BE49-F238E27FC236}">
                <a16:creationId xmlns:a16="http://schemas.microsoft.com/office/drawing/2014/main" id="{E4CFC07E-012F-CFAC-5CAA-121994F60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nl-BE" altLang="en-US"/>
          </a:p>
        </p:txBody>
      </p:sp>
      <p:pic>
        <p:nvPicPr>
          <p:cNvPr id="66575" name="Picture 15">
            <a:extLst>
              <a:ext uri="{FF2B5EF4-FFF2-40B4-BE49-F238E27FC236}">
                <a16:creationId xmlns:a16="http://schemas.microsoft.com/office/drawing/2014/main" id="{309B5E89-B2ED-C041-68CF-C890C466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2994025"/>
            <a:ext cx="23526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5" name="Rectangle 17">
            <a:extLst>
              <a:ext uri="{FF2B5EF4-FFF2-40B4-BE49-F238E27FC236}">
                <a16:creationId xmlns:a16="http://schemas.microsoft.com/office/drawing/2014/main" id="{03276A86-4AD2-D45A-0D6F-406749917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3950"/>
            <a:ext cx="10080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nl-BE" altLang="en-US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05B2D74E-4275-CCF5-6882-F6AD544C764C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1565275"/>
            <a:ext cx="8231187" cy="1285875"/>
            <a:chOff x="1611288" y="1565259"/>
            <a:chExt cx="8231866" cy="1285884"/>
          </a:xfrm>
        </p:grpSpPr>
        <p:sp>
          <p:nvSpPr>
            <p:cNvPr id="29721" name="Rectangle 23">
              <a:extLst>
                <a:ext uri="{FF2B5EF4-FFF2-40B4-BE49-F238E27FC236}">
                  <a16:creationId xmlns:a16="http://schemas.microsoft.com/office/drawing/2014/main" id="{2286C824-FDC4-D22A-C1F8-609C68E32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288" y="2136763"/>
              <a:ext cx="4786346" cy="71438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cxnSp>
          <p:nvCxnSpPr>
            <p:cNvPr id="29722" name="Straight Arrow Connector 25">
              <a:extLst>
                <a:ext uri="{FF2B5EF4-FFF2-40B4-BE49-F238E27FC236}">
                  <a16:creationId xmlns:a16="http://schemas.microsoft.com/office/drawing/2014/main" id="{6F9C82DE-EE5F-845B-794D-CDE92BD915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540510" y="1993887"/>
              <a:ext cx="642942" cy="500066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3" name="TextBox 28">
              <a:extLst>
                <a:ext uri="{FF2B5EF4-FFF2-40B4-BE49-F238E27FC236}">
                  <a16:creationId xmlns:a16="http://schemas.microsoft.com/office/drawing/2014/main" id="{ECF0563C-25CF-A9E7-4EEB-BE81FDF3B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452" y="1565259"/>
              <a:ext cx="2659702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x</a:t>
              </a:r>
              <a:r>
                <a:rPr lang="nl-BE" altLang="en-US" baseline="-25000"/>
                <a:t>G</a:t>
              </a:r>
              <a:r>
                <a:rPr lang="nl-BE" altLang="en-US"/>
                <a:t> en y</a:t>
              </a:r>
              <a:r>
                <a:rPr lang="nl-BE" altLang="en-US" baseline="-25000"/>
                <a:t>G</a:t>
              </a:r>
              <a:r>
                <a:rPr lang="nl-BE" altLang="en-US"/>
                <a:t> worden </a:t>
              </a:r>
              <a:br>
                <a:rPr lang="nl-BE" altLang="en-US"/>
              </a:br>
              <a:r>
                <a:rPr lang="nl-BE" altLang="en-US"/>
                <a:t>berekend op basis </a:t>
              </a:r>
              <a:br>
                <a:rPr lang="nl-BE" altLang="en-US"/>
              </a:br>
              <a:r>
                <a:rPr lang="nl-BE" altLang="en-US"/>
                <a:t>van de </a:t>
              </a:r>
              <a:r>
                <a:rPr lang="nl-BE" altLang="en-US" b="1"/>
                <a:t>geprojecteerde</a:t>
              </a:r>
              <a:r>
                <a:rPr lang="nl-BE" altLang="en-US"/>
                <a:t> </a:t>
              </a:r>
              <a:br>
                <a:rPr lang="nl-BE" altLang="en-US"/>
              </a:br>
              <a:r>
                <a:rPr lang="nl-BE" altLang="en-US"/>
                <a:t>coördinaten.</a:t>
              </a:r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296F47E0-E6DA-DFDA-1E2C-9A8432108953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2922588"/>
            <a:ext cx="7348537" cy="1414462"/>
            <a:chOff x="1611288" y="2922581"/>
            <a:chExt cx="7348892" cy="1414643"/>
          </a:xfrm>
        </p:grpSpPr>
        <p:cxnSp>
          <p:nvCxnSpPr>
            <p:cNvPr id="29718" name="Straight Arrow Connector 30">
              <a:extLst>
                <a:ext uri="{FF2B5EF4-FFF2-40B4-BE49-F238E27FC236}">
                  <a16:creationId xmlns:a16="http://schemas.microsoft.com/office/drawing/2014/main" id="{0A774759-19A6-9D81-F41E-2565D1CBEEFA}"/>
                </a:ext>
              </a:extLst>
            </p:cNvPr>
            <p:cNvCxnSpPr>
              <a:cxnSpLocks noChangeShapeType="1"/>
              <a:stCxn id="29719" idx="1"/>
            </p:cNvCxnSpPr>
            <p:nvPr/>
          </p:nvCxnSpPr>
          <p:spPr bwMode="auto">
            <a:xfrm rot="10800000">
              <a:off x="4111618" y="3351210"/>
              <a:ext cx="2714644" cy="385851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9" name="TextBox 31">
              <a:extLst>
                <a:ext uri="{FF2B5EF4-FFF2-40B4-BE49-F238E27FC236}">
                  <a16:creationId xmlns:a16="http://schemas.microsoft.com/office/drawing/2014/main" id="{72E041C0-AF28-4C47-3E5C-C0D670D2C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6262" y="3136895"/>
              <a:ext cx="2133918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1/z</a:t>
              </a:r>
              <a:r>
                <a:rPr lang="nl-BE" altLang="en-US" baseline="-25000"/>
                <a:t>G</a:t>
              </a:r>
              <a:r>
                <a:rPr lang="nl-BE" altLang="en-US"/>
                <a:t> wordt </a:t>
              </a:r>
              <a:br>
                <a:rPr lang="nl-BE" altLang="en-US"/>
              </a:br>
              <a:r>
                <a:rPr lang="nl-BE" altLang="en-US"/>
                <a:t>berekend op basis </a:t>
              </a:r>
              <a:br>
                <a:rPr lang="nl-BE" altLang="en-US"/>
              </a:br>
              <a:r>
                <a:rPr lang="nl-BE" altLang="en-US"/>
                <a:t>van de </a:t>
              </a:r>
              <a:r>
                <a:rPr lang="nl-BE" altLang="en-US" b="1"/>
                <a:t>originele </a:t>
              </a:r>
              <a:br>
                <a:rPr lang="nl-BE" altLang="en-US"/>
              </a:br>
              <a:r>
                <a:rPr lang="nl-BE" altLang="en-US"/>
                <a:t>coördinaten.</a:t>
              </a:r>
            </a:p>
          </p:txBody>
        </p:sp>
        <p:sp>
          <p:nvSpPr>
            <p:cNvPr id="29720" name="Rectangle 35">
              <a:extLst>
                <a:ext uri="{FF2B5EF4-FFF2-40B4-BE49-F238E27FC236}">
                  <a16:creationId xmlns:a16="http://schemas.microsoft.com/office/drawing/2014/main" id="{D62C1D33-B955-1457-EB96-510534AB5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288" y="2922581"/>
              <a:ext cx="2428892" cy="71438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5B42699A-3267-2357-40A8-B653A3354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 </a:t>
            </a:r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EDABC418-31A6-AC52-FF88-89A659316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Typische fouten bij het implementeren van Z-Buffering</a:t>
            </a:r>
          </a:p>
          <a:p>
            <a:pPr lvl="1"/>
            <a:r>
              <a:rPr lang="nl-BE" altLang="en-US"/>
              <a:t>Verkeerd afronden bij het bereken van </a:t>
            </a:r>
            <a:r>
              <a:rPr lang="nl-BE" altLang="en-US" b="1"/>
              <a:t>y</a:t>
            </a:r>
            <a:r>
              <a:rPr lang="nl-BE" altLang="en-US" b="1" baseline="-25000"/>
              <a:t>min</a:t>
            </a:r>
            <a:r>
              <a:rPr lang="nl-BE" altLang="en-US"/>
              <a:t>, </a:t>
            </a:r>
            <a:r>
              <a:rPr lang="nl-BE" altLang="en-US" b="1"/>
              <a:t>y</a:t>
            </a:r>
            <a:r>
              <a:rPr lang="nl-BE" altLang="en-US" b="1" baseline="-25000"/>
              <a:t>max</a:t>
            </a:r>
            <a:r>
              <a:rPr lang="nl-BE" altLang="en-US"/>
              <a:t>, </a:t>
            </a:r>
            <a:r>
              <a:rPr lang="nl-BE" altLang="en-US" b="1"/>
              <a:t>x</a:t>
            </a:r>
            <a:r>
              <a:rPr lang="nl-BE" altLang="en-US" b="1" baseline="-25000"/>
              <a:t>L</a:t>
            </a:r>
            <a:r>
              <a:rPr lang="nl-BE" altLang="en-US"/>
              <a:t>, </a:t>
            </a:r>
            <a:r>
              <a:rPr lang="nl-BE" altLang="en-US" b="1"/>
              <a:t>x</a:t>
            </a:r>
            <a:r>
              <a:rPr lang="nl-BE" altLang="en-US" b="1" baseline="-25000"/>
              <a:t>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F08E3-C790-FB40-BC70-C2C6231E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57DAF525-FAC7-861E-48F9-E5EF98F6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D03A93E-91E2-E748-9730-54F0821916F3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30725" name="Picture 5" descr="rounding_bad.bmp">
            <a:extLst>
              <a:ext uri="{FF2B5EF4-FFF2-40B4-BE49-F238E27FC236}">
                <a16:creationId xmlns:a16="http://schemas.microsoft.com/office/drawing/2014/main" id="{19BF7394-D6B5-BA7E-5503-0DC5DE64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063" y="2708275"/>
            <a:ext cx="4195762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 descr="rounding_good.bmp">
            <a:extLst>
              <a:ext uri="{FF2B5EF4-FFF2-40B4-BE49-F238E27FC236}">
                <a16:creationId xmlns:a16="http://schemas.microsoft.com/office/drawing/2014/main" id="{D565B575-731F-0649-B77B-6848659DB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08275"/>
            <a:ext cx="4183062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TextBox 7">
            <a:extLst>
              <a:ext uri="{FF2B5EF4-FFF2-40B4-BE49-F238E27FC236}">
                <a16:creationId xmlns:a16="http://schemas.microsoft.com/office/drawing/2014/main" id="{E314837C-1979-B99C-07B6-726EE815F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5780088"/>
            <a:ext cx="2000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BE" altLang="en-US"/>
              <a:t>Verwachte output</a:t>
            </a:r>
          </a:p>
        </p:txBody>
      </p:sp>
      <p:sp>
        <p:nvSpPr>
          <p:cNvPr id="30728" name="TextBox 8">
            <a:extLst>
              <a:ext uri="{FF2B5EF4-FFF2-40B4-BE49-F238E27FC236}">
                <a16:creationId xmlns:a16="http://schemas.microsoft.com/office/drawing/2014/main" id="{B3E53D6F-4342-B52E-AE5C-6E0012C2E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5851525"/>
            <a:ext cx="3500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BE" altLang="en-US"/>
              <a:t>Output bij verkeerd afronden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568B3ACB-BA2E-BD9F-B463-95B3BA94B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Het Z-Buffer algoritme </a:t>
            </a:r>
          </a:p>
        </p:txBody>
      </p:sp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D675482F-ED3F-9D47-6308-EB31349407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Typische fouten bij het implementeren van Z-Buffering</a:t>
            </a:r>
          </a:p>
          <a:p>
            <a:pPr lvl="1"/>
            <a:r>
              <a:rPr lang="nl-BE" altLang="en-US"/>
              <a:t>Verkeerde </a:t>
            </a:r>
            <a:r>
              <a:rPr lang="nl-BE" altLang="en-US" b="1"/>
              <a:t>d-</a:t>
            </a:r>
            <a:r>
              <a:rPr lang="nl-BE" altLang="en-US"/>
              <a:t>waarde bij berekenen van </a:t>
            </a:r>
            <a:r>
              <a:rPr lang="nl-BE" altLang="en-US" b="1"/>
              <a:t>dzdx</a:t>
            </a:r>
            <a:r>
              <a:rPr lang="nl-BE" altLang="en-US"/>
              <a:t> en </a:t>
            </a:r>
            <a:r>
              <a:rPr lang="nl-BE" altLang="en-US" b="1"/>
              <a:t>dzdy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45F8D-17C2-234B-8493-687C2CBA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764FD38C-6ED7-69D8-C28B-35BFF4FD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3C4AA555-C18C-4442-BE13-DB1CE1437BD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31749" name="Picture 5" descr="rounding_bad.bmp">
            <a:extLst>
              <a:ext uri="{FF2B5EF4-FFF2-40B4-BE49-F238E27FC236}">
                <a16:creationId xmlns:a16="http://schemas.microsoft.com/office/drawing/2014/main" id="{BE870D3A-8841-6845-4066-6BDE487C7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0" y="2279650"/>
            <a:ext cx="337502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Box 7">
            <a:extLst>
              <a:ext uri="{FF2B5EF4-FFF2-40B4-BE49-F238E27FC236}">
                <a16:creationId xmlns:a16="http://schemas.microsoft.com/office/drawing/2014/main" id="{5439D430-EF43-1A1D-9106-4BA662FC0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6351588"/>
            <a:ext cx="2000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BE" altLang="en-US"/>
              <a:t>Verwachte output</a:t>
            </a:r>
          </a:p>
        </p:txBody>
      </p:sp>
      <p:sp>
        <p:nvSpPr>
          <p:cNvPr id="31751" name="TextBox 8">
            <a:extLst>
              <a:ext uri="{FF2B5EF4-FFF2-40B4-BE49-F238E27FC236}">
                <a16:creationId xmlns:a16="http://schemas.microsoft.com/office/drawing/2014/main" id="{BE4A5474-6F61-FFDD-C3A9-D927D753E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280150"/>
            <a:ext cx="350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BE" altLang="en-US"/>
              <a:t>Output met verkeerde d-waarde</a:t>
            </a:r>
          </a:p>
        </p:txBody>
      </p:sp>
      <p:pic>
        <p:nvPicPr>
          <p:cNvPr id="31752" name="Picture 9" descr="rounding_bad.bmp">
            <a:extLst>
              <a:ext uri="{FF2B5EF4-FFF2-40B4-BE49-F238E27FC236}">
                <a16:creationId xmlns:a16="http://schemas.microsoft.com/office/drawing/2014/main" id="{80EA880E-E6F2-7B6D-86B0-9CE0A7256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2279650"/>
            <a:ext cx="337502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BE5F8361-1642-51F8-FE14-404F986B0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Z-Buffering met driehoeken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0765909B-4732-CCDF-F4B9-5B662FF0D4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Tips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  <a:p>
            <a:pPr lvl="1"/>
            <a:r>
              <a:rPr lang="nl-BE" altLang="en-US"/>
              <a:t>Zorg er eerst voor dat je engine driehoeken correct kan inkleuren. Eens dat werkt kun je het berekenen van de 1/z waardes inbouwen.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Let op bij het afronden van reële waardes. Een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/>
              <a:t> naar een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/>
              <a:t> casten is </a:t>
            </a:r>
            <a:r>
              <a:rPr lang="nl-BE" altLang="en-US" b="1"/>
              <a:t>geen</a:t>
            </a:r>
            <a:r>
              <a:rPr lang="nl-BE" altLang="en-US"/>
              <a:t> correcte afronding. De correcte manier van afronden staat beschreven in de intro slides.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Test je Z-Buffer implementatie goed uit. Bepaalde typische fouten hebben op dit moment geen grote invloed maar zorgen bij volgende opdrachten gegarandeerd voor problemen !!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A7E8D-F3EC-CF44-9C46-193E989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driehoeken</a:t>
            </a:r>
            <a:endParaRPr lang="en-GB" dirty="0"/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EA96DD64-1CC8-6EE3-9CC2-540B9610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1E919A0-153D-DC42-A308-A8DC20041966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15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eeSans"/>
        <a:ea typeface="WenQuanYi Zen Hei"/>
        <a:cs typeface="WenQuanYi Zen Hei"/>
      </a:majorFont>
      <a:minorFont>
        <a:latin typeface="FreeSans"/>
        <a:ea typeface="WenQuanYi Zen Hei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"/>
        <a:cs typeface="DejaVu Sans"/>
      </a:majorFont>
      <a:minorFont>
        <a:latin typeface="Verdana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5013</TotalTime>
  <Words>1083</Words>
  <Application>Microsoft Macintosh PowerPoint</Application>
  <PresentationFormat>Custom</PresentationFormat>
  <Paragraphs>215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ＭＳ Ｐゴシック</vt:lpstr>
      <vt:lpstr>WenQuanYi Zen Hei</vt:lpstr>
      <vt:lpstr>FreeSans</vt:lpstr>
      <vt:lpstr>Times New Roman</vt:lpstr>
      <vt:lpstr>Verdana</vt:lpstr>
      <vt:lpstr>DejaVu Sans</vt:lpstr>
      <vt:lpstr>Wingdings</vt:lpstr>
      <vt:lpstr>Courier New</vt:lpstr>
      <vt:lpstr>Symbol</vt:lpstr>
      <vt:lpstr>Office Theme</vt:lpstr>
      <vt:lpstr>1_Office Theme</vt:lpstr>
      <vt:lpstr>Z-buffering met driehoeken</vt:lpstr>
      <vt:lpstr>Z-Buffering met driehoeken</vt:lpstr>
      <vt:lpstr>Voorbereidingen voor het Z-Buffer algoritme</vt:lpstr>
      <vt:lpstr>Voorbereidingen voor het Z-Buffer algoritme</vt:lpstr>
      <vt:lpstr>Voorbereidingen voor het Z-Buffer algoritme</vt:lpstr>
      <vt:lpstr>Voorbereidingen voor het Z-Buffer algoritme</vt:lpstr>
      <vt:lpstr>Voorbereidingen voor het Z-Buffer algoritme</vt:lpstr>
      <vt:lpstr>Het Z-Buffer algoritme</vt:lpstr>
      <vt:lpstr>Toepassen van Z-Buffering met driehoeken</vt:lpstr>
      <vt:lpstr>Het Z-Buffer algoritme</vt:lpstr>
      <vt:lpstr>Het Z-Buffer algoritme</vt:lpstr>
      <vt:lpstr>Het Z-Buffer algoritme</vt:lpstr>
      <vt:lpstr>Het Z-Buffer algoritme </vt:lpstr>
      <vt:lpstr>Het Z-Buffer algoritme </vt:lpstr>
      <vt:lpstr>Z-Buffering met driehoeken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/>
  <cp:lastModifiedBy>Tim Apers</cp:lastModifiedBy>
  <cp:revision>402</cp:revision>
  <cp:lastPrinted>1601-01-01T00:00:00Z</cp:lastPrinted>
  <dcterms:created xsi:type="dcterms:W3CDTF">2011-10-06T12:04:05Z</dcterms:created>
  <dcterms:modified xsi:type="dcterms:W3CDTF">2026-03-31T09:49:23Z</dcterms:modified>
</cp:coreProperties>
</file>