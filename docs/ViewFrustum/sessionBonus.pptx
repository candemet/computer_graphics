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50" r:id="rId2"/>
  </p:sldMasterIdLst>
  <p:notesMasterIdLst>
    <p:notesMasterId r:id="rId9"/>
  </p:notesMasterIdLst>
  <p:sldIdLst>
    <p:sldId id="256" r:id="rId3"/>
    <p:sldId id="261" r:id="rId4"/>
    <p:sldId id="266" r:id="rId5"/>
    <p:sldId id="264" r:id="rId6"/>
    <p:sldId id="262" r:id="rId7"/>
    <p:sldId id="263" r:id="rId8"/>
  </p:sldIdLst>
  <p:sldSz cx="10080625" cy="7559675"/>
  <p:notesSz cx="7772400" cy="10058400"/>
  <p:defaultTextStyle>
    <a:defPPr>
      <a:defRPr lang="en-GB"/>
    </a:defPPr>
    <a:lvl1pPr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742950" indent="-28575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1430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6002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2057400" indent="-228600" algn="l" defTabSz="457200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3F0043-0D31-A825-3C1E-A5F417910D7D}" v="458" dt="2020-03-31T08:29:02.838"/>
    <p1510:client id="{A43899BA-76FC-4128-A701-05441FCB8DCE}" v="58" dt="2020-03-31T09:10:03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09" d="100"/>
          <a:sy n="109" d="100"/>
        </p:scale>
        <p:origin x="1424" y="18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AutoShape 1">
            <a:extLst>
              <a:ext uri="{FF2B5EF4-FFF2-40B4-BE49-F238E27FC236}">
                <a16:creationId xmlns:a16="http://schemas.microsoft.com/office/drawing/2014/main" id="{310DEC75-17A0-4BE5-97AE-FFC5C8F0A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098" name="AutoShape 2">
            <a:extLst>
              <a:ext uri="{FF2B5EF4-FFF2-40B4-BE49-F238E27FC236}">
                <a16:creationId xmlns:a16="http://schemas.microsoft.com/office/drawing/2014/main" id="{24F8D213-C2CA-4B07-A13B-2B285A75A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099" name="AutoShape 3">
            <a:extLst>
              <a:ext uri="{FF2B5EF4-FFF2-40B4-BE49-F238E27FC236}">
                <a16:creationId xmlns:a16="http://schemas.microsoft.com/office/drawing/2014/main" id="{512B6FA7-4C12-428E-A896-81DB7134F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100" name="AutoShape 4">
            <a:extLst>
              <a:ext uri="{FF2B5EF4-FFF2-40B4-BE49-F238E27FC236}">
                <a16:creationId xmlns:a16="http://schemas.microsoft.com/office/drawing/2014/main" id="{7B79381E-CC9B-4D1F-A349-BDE1AC8CC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772400" cy="100584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101" name="Text Box 5">
            <a:extLst>
              <a:ext uri="{FF2B5EF4-FFF2-40B4-BE49-F238E27FC236}">
                <a16:creationId xmlns:a16="http://schemas.microsoft.com/office/drawing/2014/main" id="{0E5AC1CE-38D5-4448-A8CF-D3A9D761F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336867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102" name="Text Box 6">
            <a:extLst>
              <a:ext uri="{FF2B5EF4-FFF2-40B4-BE49-F238E27FC236}">
                <a16:creationId xmlns:a16="http://schemas.microsoft.com/office/drawing/2014/main" id="{9D6C7CEA-13AE-41FD-A1C9-41EEEA290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0"/>
            <a:ext cx="336867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DC53A99F-5AB3-48AD-B6C3-7463016E9C2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95400" y="754063"/>
            <a:ext cx="5175250" cy="376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FE642B9-63E8-4643-9792-6E50801E006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1036638" y="4776788"/>
            <a:ext cx="5692775" cy="4519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nl-NL" altLang="nl-NL"/>
          </a:p>
        </p:txBody>
      </p:sp>
      <p:sp>
        <p:nvSpPr>
          <p:cNvPr id="4105" name="Text Box 9">
            <a:extLst>
              <a:ext uri="{FF2B5EF4-FFF2-40B4-BE49-F238E27FC236}">
                <a16:creationId xmlns:a16="http://schemas.microsoft.com/office/drawing/2014/main" id="{FA906CAB-0B4A-4B65-933A-02EF74682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555163"/>
            <a:ext cx="3368675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106" name="Rectangle 10">
            <a:extLst>
              <a:ext uri="{FF2B5EF4-FFF2-40B4-BE49-F238E27FC236}">
                <a16:creationId xmlns:a16="http://schemas.microsoft.com/office/drawing/2014/main" id="{EBEB3609-86F0-43A7-824E-C554AF9DE56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403725" y="9555163"/>
            <a:ext cx="3362325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>
              <a:buClr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fld id="{47EFE0C1-9F75-4234-9DDD-59320D8A9182}" type="slidenum">
              <a:rPr lang="en-US" altLang="nl-NL"/>
              <a:pPr/>
              <a:t>‹#›</a:t>
            </a:fld>
            <a:endParaRPr lang="en-US" alt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>
            <a:extLst>
              <a:ext uri="{FF2B5EF4-FFF2-40B4-BE49-F238E27FC236}">
                <a16:creationId xmlns:a16="http://schemas.microsoft.com/office/drawing/2014/main" id="{965EFF96-732B-47E6-AF24-3B6DBA25D61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186272B-4841-4CE3-80C5-81AFF6FAE7A6}" type="slidenum">
              <a:rPr lang="en-US" altLang="nl-NL"/>
              <a:pPr/>
              <a:t>1</a:t>
            </a:fld>
            <a:endParaRPr lang="en-US" altLang="nl-NL"/>
          </a:p>
        </p:txBody>
      </p:sp>
      <p:sp>
        <p:nvSpPr>
          <p:cNvPr id="13313" name="Text Box 1">
            <a:extLst>
              <a:ext uri="{FF2B5EF4-FFF2-40B4-BE49-F238E27FC236}">
                <a16:creationId xmlns:a16="http://schemas.microsoft.com/office/drawing/2014/main" id="{57391BC5-CDA7-4F95-B794-A9A856257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3913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buClrTx/>
              <a:buFontTx/>
              <a:buNone/>
            </a:pPr>
            <a:fld id="{A0341897-97BB-4E9D-A1C7-7123EA5505D1}" type="slidenum">
              <a:rPr lang="en-US" altLang="nl-NL" sz="12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 algn="r" eaLnBrk="1">
                <a:buClrTx/>
                <a:buFontTx/>
                <a:buNone/>
              </a:pPr>
              <a:t>1</a:t>
            </a:fld>
            <a:endParaRPr lang="en-US" altLang="nl-NL" sz="12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3314" name="Text Box 2">
            <a:extLst>
              <a:ext uri="{FF2B5EF4-FFF2-40B4-BE49-F238E27FC236}">
                <a16:creationId xmlns:a16="http://schemas.microsoft.com/office/drawing/2014/main" id="{9C2D60D0-FD6B-4FE1-A828-D050F04DB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7088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buClrTx/>
              <a:buFontTx/>
              <a:buNone/>
            </a:pPr>
            <a:fld id="{A66792DC-3D14-4A3F-B643-A66122A73F10}" type="slidenum">
              <a:rPr lang="en-US" altLang="nl-NL" sz="1200">
                <a:solidFill>
                  <a:srgbClr val="000000"/>
                </a:solidFill>
                <a:latin typeface="Times New Roman" panose="02020603050405020304" pitchFamily="18" charset="0"/>
                <a:cs typeface="WenQuanYi Zen Hei" charset="0"/>
              </a:rPr>
              <a:pPr algn="r" eaLnBrk="1">
                <a:buClrTx/>
                <a:buFontTx/>
                <a:buNone/>
              </a:pPr>
              <a:t>1</a:t>
            </a:fld>
            <a:endParaRPr lang="en-US" altLang="nl-NL" sz="1200">
              <a:solidFill>
                <a:srgbClr val="000000"/>
              </a:solidFill>
              <a:latin typeface="Times New Roman" panose="02020603050405020304" pitchFamily="18" charset="0"/>
              <a:cs typeface="WenQuanYi Zen Hei" charset="0"/>
            </a:endParaRP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2D326759-DF93-4478-B275-991245834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8675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buClrTx/>
              <a:buFontTx/>
              <a:buNone/>
            </a:pPr>
            <a:fld id="{D489A80E-8449-49AC-B224-8878E94965EA}" type="slidenum">
              <a:rPr lang="en-US" altLang="nl-NL" sz="1200">
                <a:solidFill>
                  <a:srgbClr val="000000"/>
                </a:solidFill>
                <a:cs typeface="WenQuanYi Zen Hei" charset="0"/>
              </a:rPr>
              <a:pPr algn="r" eaLnBrk="1">
                <a:buClrTx/>
                <a:buFontTx/>
                <a:buNone/>
              </a:pPr>
              <a:t>1</a:t>
            </a:fld>
            <a:endParaRPr lang="en-US" altLang="nl-NL" sz="1200">
              <a:solidFill>
                <a:srgbClr val="000000"/>
              </a:solidFill>
              <a:cs typeface="WenQuanYi Zen Hei" charset="0"/>
            </a:endParaRP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BA8A3246-E898-4028-857C-A2BEA71368E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754063"/>
            <a:ext cx="5029200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37A00171-4B09-40D7-AF00-4B662398225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36638" y="4776788"/>
            <a:ext cx="5699125" cy="45275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 altLang="nl-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A22483A1-E2E3-48F1-AB57-3106B0943DC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3EC70D8-5C51-4051-81DA-5C12C6C0085D}" type="slidenum">
              <a:rPr lang="en-US" altLang="nl-NL"/>
              <a:pPr/>
              <a:t>2</a:t>
            </a:fld>
            <a:endParaRPr lang="en-US" altLang="nl-NL"/>
          </a:p>
        </p:txBody>
      </p:sp>
      <p:sp>
        <p:nvSpPr>
          <p:cNvPr id="18433" name="Text Box 1">
            <a:extLst>
              <a:ext uri="{FF2B5EF4-FFF2-40B4-BE49-F238E27FC236}">
                <a16:creationId xmlns:a16="http://schemas.microsoft.com/office/drawing/2014/main" id="{3E601EB5-5E99-4A9A-B778-EFBBF521E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3913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buClrTx/>
              <a:buFontTx/>
              <a:buNone/>
            </a:pPr>
            <a:fld id="{BD64B20A-CE43-4931-88BC-5147A32CD1A2}" type="slidenum">
              <a:rPr lang="en-US" altLang="nl-NL" sz="12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 algn="r" eaLnBrk="1">
                <a:buClrTx/>
                <a:buFontTx/>
                <a:buNone/>
              </a:pPr>
              <a:t>2</a:t>
            </a:fld>
            <a:endParaRPr lang="en-US" altLang="nl-NL" sz="12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43C1E20C-F760-4C06-9C81-74A41741407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754063"/>
            <a:ext cx="5027613" cy="37703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872158C-5D1F-40E9-92CA-EB879E5620F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36638" y="4776788"/>
            <a:ext cx="5697537" cy="45243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 altLang="nl-N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A22483A1-E2E3-48F1-AB57-3106B0943DC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3EC70D8-5C51-4051-81DA-5C12C6C0085D}" type="slidenum">
              <a:rPr lang="en-US" altLang="nl-NL"/>
              <a:pPr/>
              <a:t>3</a:t>
            </a:fld>
            <a:endParaRPr lang="en-US" altLang="nl-NL"/>
          </a:p>
        </p:txBody>
      </p:sp>
      <p:sp>
        <p:nvSpPr>
          <p:cNvPr id="18433" name="Text Box 1">
            <a:extLst>
              <a:ext uri="{FF2B5EF4-FFF2-40B4-BE49-F238E27FC236}">
                <a16:creationId xmlns:a16="http://schemas.microsoft.com/office/drawing/2014/main" id="{3E601EB5-5E99-4A9A-B778-EFBBF521E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3913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buClrTx/>
              <a:buFontTx/>
              <a:buNone/>
            </a:pPr>
            <a:fld id="{BD64B20A-CE43-4931-88BC-5147A32CD1A2}" type="slidenum">
              <a:rPr lang="en-US" altLang="nl-NL" sz="12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 algn="r" eaLnBrk="1">
                <a:buClrTx/>
                <a:buFontTx/>
                <a:buNone/>
              </a:pPr>
              <a:t>3</a:t>
            </a:fld>
            <a:endParaRPr lang="en-US" altLang="nl-NL" sz="12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43C1E20C-F760-4C06-9C81-74A41741407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754063"/>
            <a:ext cx="5027613" cy="37703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872158C-5D1F-40E9-92CA-EB879E5620F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36638" y="4776788"/>
            <a:ext cx="5697537" cy="45243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3076288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A22483A1-E2E3-48F1-AB57-3106B0943DC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3EC70D8-5C51-4051-81DA-5C12C6C0085D}" type="slidenum">
              <a:rPr lang="en-US" altLang="nl-NL"/>
              <a:pPr/>
              <a:t>4</a:t>
            </a:fld>
            <a:endParaRPr lang="en-US" altLang="nl-NL"/>
          </a:p>
        </p:txBody>
      </p:sp>
      <p:sp>
        <p:nvSpPr>
          <p:cNvPr id="18433" name="Text Box 1">
            <a:extLst>
              <a:ext uri="{FF2B5EF4-FFF2-40B4-BE49-F238E27FC236}">
                <a16:creationId xmlns:a16="http://schemas.microsoft.com/office/drawing/2014/main" id="{3E601EB5-5E99-4A9A-B778-EFBBF521E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3913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buClrTx/>
              <a:buFontTx/>
              <a:buNone/>
            </a:pPr>
            <a:fld id="{BD64B20A-CE43-4931-88BC-5147A32CD1A2}" type="slidenum">
              <a:rPr lang="en-US" altLang="nl-NL" sz="12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 algn="r" eaLnBrk="1">
                <a:buClrTx/>
                <a:buFontTx/>
                <a:buNone/>
              </a:pPr>
              <a:t>4</a:t>
            </a:fld>
            <a:endParaRPr lang="en-US" altLang="nl-NL" sz="12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43C1E20C-F760-4C06-9C81-74A417414079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754063"/>
            <a:ext cx="5027613" cy="37703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872158C-5D1F-40E9-92CA-EB879E5620F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36638" y="4776788"/>
            <a:ext cx="5697537" cy="45243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2353413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57DC4D9A-5C93-4383-BA56-9558BEF922C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235B2D8-F436-40E4-8380-CE5ECA9E6F9C}" type="slidenum">
              <a:rPr lang="en-US" altLang="nl-NL"/>
              <a:pPr/>
              <a:t>5</a:t>
            </a:fld>
            <a:endParaRPr lang="en-US" altLang="nl-NL"/>
          </a:p>
        </p:txBody>
      </p:sp>
      <p:sp>
        <p:nvSpPr>
          <p:cNvPr id="19457" name="Text Box 1">
            <a:extLst>
              <a:ext uri="{FF2B5EF4-FFF2-40B4-BE49-F238E27FC236}">
                <a16:creationId xmlns:a16="http://schemas.microsoft.com/office/drawing/2014/main" id="{8F66B212-69C0-429A-9733-A7A5A54BB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3913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buClrTx/>
              <a:buFontTx/>
              <a:buNone/>
            </a:pPr>
            <a:fld id="{5997A120-AD22-49BB-9005-F0C2DCE8FBAD}" type="slidenum">
              <a:rPr lang="en-US" altLang="nl-NL" sz="12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 algn="r" eaLnBrk="1">
                <a:buClrTx/>
                <a:buFontTx/>
                <a:buNone/>
              </a:pPr>
              <a:t>5</a:t>
            </a:fld>
            <a:endParaRPr lang="en-US" altLang="nl-NL" sz="12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FE5CE4CE-812A-4A66-B549-2E68376B83F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754063"/>
            <a:ext cx="5027613" cy="37703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517E546-AF0C-428A-BD28-577AB12F28B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36638" y="4776788"/>
            <a:ext cx="5697537" cy="45243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 altLang="nl-N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89B5FA89-FA08-489F-8DB8-11CA7377EA6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B963DA6-4985-404B-B58B-5518CBB55F11}" type="slidenum">
              <a:rPr lang="en-US" altLang="nl-NL"/>
              <a:pPr/>
              <a:t>6</a:t>
            </a:fld>
            <a:endParaRPr lang="en-US" altLang="nl-NL"/>
          </a:p>
        </p:txBody>
      </p:sp>
      <p:sp>
        <p:nvSpPr>
          <p:cNvPr id="20481" name="Text Box 1">
            <a:extLst>
              <a:ext uri="{FF2B5EF4-FFF2-40B4-BE49-F238E27FC236}">
                <a16:creationId xmlns:a16="http://schemas.microsoft.com/office/drawing/2014/main" id="{EEE4D01A-95B1-4453-892B-A990C1098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3725" y="9555163"/>
            <a:ext cx="3363913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buClrTx/>
              <a:buFontTx/>
              <a:buNone/>
            </a:pPr>
            <a:fld id="{4CF0C407-C8A8-4668-8267-68D7B3BD2092}" type="slidenum">
              <a:rPr lang="en-US" altLang="nl-NL" sz="12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pPr algn="r" eaLnBrk="1">
                <a:buClrTx/>
                <a:buFontTx/>
                <a:buNone/>
              </a:pPr>
              <a:t>6</a:t>
            </a:fld>
            <a:endParaRPr lang="en-US" altLang="nl-NL" sz="12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18E8F5AB-69CF-49B4-9DE5-706D646B1B2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371600" y="754063"/>
            <a:ext cx="5027613" cy="37703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CDBB8A3-0D85-46B0-B381-CA52D64318C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036638" y="4776788"/>
            <a:ext cx="5697537" cy="45243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 altLang="nl-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B646C8-9EAD-4CAA-B56F-381DC2906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95FA6DA-6ABA-4EFE-BCE0-4C0265084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994771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FA021A-12B9-401E-9306-EA2E32B6B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713B6C5-D2B5-4AAB-B905-E5683076A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902629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EC5C86-1042-4BEE-B3AD-02730A1B3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83F9D54-DC42-4974-BB3D-1BDAB8749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730057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58705F-DEB0-45EE-AB19-63CC38150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957ECE4-21E2-46B6-8128-0A5AB1BCB6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8500" y="1181100"/>
            <a:ext cx="4259263" cy="498316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71CA4A4-69CC-4BAB-BAB8-A24625A73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0163" y="1181100"/>
            <a:ext cx="4259262" cy="498316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8235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A6DBFD-A0F7-427F-8636-4B92138D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E98C5AD-D289-4C60-B544-BF356485B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06C2CA0-0305-42FA-9E9F-7A1C48341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A725816E-7026-44EA-B2CD-3DFF82C09A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F1619746-13E6-413F-BBB7-5158D56DC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715341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34806E-FEA5-4FEA-8E01-BC51787CD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38220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9686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863EAE-B7E0-4DB2-8E32-D640677D0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FEDE1F2-8CDA-4185-A753-3B8AF579E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55204E7-4E40-42B9-8C78-87FE89D13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20821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94854A-2CDD-4DCC-B85F-63E6415F9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794DC2E-57E1-4AD6-A019-2649A8951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7B1DD1F-932E-4992-A9EA-D6BF62B31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140603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F052A5-F1CF-4409-BD1E-10953F5DF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0478B19-7B69-4FF6-A93F-6BB5B6E18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19301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BF088EB-D780-4515-B732-28B1498F3B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08838" y="76200"/>
            <a:ext cx="2170112" cy="6088063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09339FE-340A-488D-A9F3-296DDAE3C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8500" y="76200"/>
            <a:ext cx="6357938" cy="6088063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157241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2E9473-139B-40E8-ADE4-C11FF885E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2B271E1-9F40-4C77-AABC-FEA22A5D7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3D35356-4436-4A27-8269-D2FDBCFFEADB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4C24EEF-2423-4945-8DB6-6F47A1F3ABD4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93917CAA-6309-4330-8EA1-3B653947E0AD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292571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EAA3E0-FC8F-4282-A196-E795C70D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26B640A-17AE-4E3B-8087-DC8A8CDCF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910CF210-CE33-4FF6-913B-1B14ED9890D1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E6B23C-4520-4745-B301-551192443B0A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F3DB0993-F982-4810-BC21-B442D28D1485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523390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6F19C-7EE9-4D2E-B2D3-E59BBEBC5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4FFF1D1-7A94-44C0-8EC4-7EC08E544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200F40C-2FB5-40A1-B286-EEE17679BB02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30BCE07-E33A-4142-9C17-C5DABF16585F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30B4E98D-CF4E-40B8-9369-A20C954EE4A4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344970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BDC4E0-7685-47C7-A6EC-6E1284FE6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E056F5B-FCD0-4C28-AC87-9DA07AA258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260475"/>
            <a:ext cx="4438650" cy="498316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90153B7-7404-43AB-A1BE-3B538A8AF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4288" y="1260475"/>
            <a:ext cx="4438650" cy="4983163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FBF368B-E295-48E7-9B8F-B56CB30CEBCF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CCFED29-35E9-4C80-84F3-06511C499721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400B16CE-2031-45C3-87FE-5931882A4634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284194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B9704C-FD6F-4FCA-9546-9C2F7B143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3FF04AA-2294-487C-83E7-342C3B91C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35533C53-F2D5-4AEF-8BC7-6E95DA856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E03C34E-4A30-4DEB-8F0E-6388A068D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41B9BA0F-DD24-40D4-82F4-5FC69280C6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423C5D1B-DCC4-40B4-BDED-75C3C2B35FB5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3A7162B7-6619-4C6C-BDEE-327B3FF4E172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4E6B93C4-F200-49DE-B164-E913F6386E85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40852055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76AE4-87CE-4170-9382-01DC1A7E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DAD80357-F439-4C1B-B5BB-1BD39E71C606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1C992DA-A933-4000-A0D7-BF90ADC4EC8E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91DE92FB-1374-4546-BE6B-D4DC2D2A01A9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1813761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D206757-019F-4CDA-B663-B8D2EF419451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596E60B-7104-494C-80CF-6DFC48696A44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80F6FC2B-4DDA-482A-B743-727A8A5BA439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8200450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E52B97-1A6B-4309-B584-59C3651AE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666ADA1-D21E-4515-B93F-CC0595E89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94450AF-4FF0-45FF-93FE-D71AAAC2D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A1196BB-F5D8-4E7F-A9EC-4B2144457A83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3F3B2BE-A78D-432B-90B7-0AA04C03AC35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0AA08057-B5F3-4496-8C9F-141F98DADA19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23203811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19A668-62C8-4522-9D54-03B81EFF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DA905052-841C-47E3-93BE-1B4EC340C5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9B38A9B-F6B7-4E0E-AABD-84C1FA392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15B1FC7-BD38-4282-89A4-85AE6BFD8A39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2D90B65-44D7-42CD-8EBE-A908C09B6B95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74DA5859-2E15-4533-9AC6-C35DD08DA17B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21391966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465456-5B43-4BFA-9405-63A375727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11CF34B-EEF7-40C8-83F8-69287BB8E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91F3F73-C6C2-4006-A4FE-CDD658E1AB1E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C18B598-106B-4ED8-BD97-2A835F2F0694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E797055A-07EE-4138-B4EB-DF50A6AB2C7C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4645033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BCA3A2C9-8EDD-495E-9F20-DF2F7875E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77100" y="179388"/>
            <a:ext cx="2257425" cy="6064250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30CCC9C-F405-4285-8599-B8559A1E8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179388"/>
            <a:ext cx="6621462" cy="606425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93A271A-BF1B-4627-A5AD-78BF4B6F097E}"/>
              </a:ext>
            </a:extLst>
          </p:cNvPr>
          <p:cNvSpPr>
            <a:spLocks noGrp="1"/>
          </p:cNvSpPr>
          <p:nvPr>
            <p:ph type="ft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537C361-FB10-40E3-AE9C-5F3E051AD438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>
            <a:lvl1pPr>
              <a:defRPr/>
            </a:lvl1pPr>
          </a:lstStyle>
          <a:p>
            <a:fld id="{03D5377B-CCC6-4212-AB8E-1D0AEF861D21}" type="slidenum">
              <a:rPr lang="en-US" altLang="nl-NL"/>
              <a:pPr/>
              <a:t>‹#›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371316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>
            <a:extLst>
              <a:ext uri="{FF2B5EF4-FFF2-40B4-BE49-F238E27FC236}">
                <a16:creationId xmlns:a16="http://schemas.microsoft.com/office/drawing/2014/main" id="{88593561-F764-4F77-8E1B-ADF13A745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6929438"/>
            <a:ext cx="9166225" cy="63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C5B67D6D-4CFC-4FE9-B377-21F89415E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54175" y="76200"/>
            <a:ext cx="7724775" cy="1169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l-NL"/>
              <a:t>Click to edit the title text format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9DBBAE9-D91B-4F44-AC2E-09D07A75DA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98500" y="1181100"/>
            <a:ext cx="8670925" cy="498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l-NL"/>
              <a:t>Click to edit the outline text format</a:t>
            </a:r>
          </a:p>
          <a:p>
            <a:pPr lvl="1"/>
            <a:r>
              <a:rPr lang="en-GB" altLang="nl-NL"/>
              <a:t>Second Outline Level</a:t>
            </a:r>
          </a:p>
          <a:p>
            <a:pPr lvl="2"/>
            <a:r>
              <a:rPr lang="en-GB" altLang="nl-NL"/>
              <a:t>Third Outline Level</a:t>
            </a:r>
          </a:p>
          <a:p>
            <a:pPr lvl="3"/>
            <a:r>
              <a:rPr lang="en-GB" altLang="nl-NL"/>
              <a:t>Fourth Outline Level</a:t>
            </a:r>
          </a:p>
          <a:p>
            <a:pPr lvl="4"/>
            <a:r>
              <a:rPr lang="en-GB" altLang="nl-NL"/>
              <a:t>Fifth Outline Level</a:t>
            </a:r>
          </a:p>
          <a:p>
            <a:pPr lvl="4"/>
            <a:r>
              <a:rPr lang="en-GB" altLang="nl-NL"/>
              <a:t>Sixth Outline Level</a:t>
            </a:r>
          </a:p>
          <a:p>
            <a:pPr lvl="4"/>
            <a:r>
              <a:rPr lang="en-GB" altLang="nl-NL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 kern="1200">
          <a:solidFill>
            <a:srgbClr val="003D62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anose="020B0604030504040204" pitchFamily="34" charset="0"/>
          <a:ea typeface="ＭＳ Ｐゴシック" panose="020B0600070205080204" pitchFamily="34" charset="-128"/>
        </a:defRPr>
      </a:lvl2pPr>
      <a:lvl3pPr marL="1143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anose="020B0604030504040204" pitchFamily="34" charset="0"/>
          <a:ea typeface="ＭＳ Ｐゴシック" panose="020B0600070205080204" pitchFamily="34" charset="-128"/>
        </a:defRPr>
      </a:lvl3pPr>
      <a:lvl4pPr marL="1600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anose="020B0604030504040204" pitchFamily="34" charset="0"/>
          <a:ea typeface="ＭＳ Ｐゴシック" panose="020B0600070205080204" pitchFamily="34" charset="-128"/>
        </a:defRPr>
      </a:lvl4pPr>
      <a:lvl5pPr marL="20574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anose="020B0604030504040204" pitchFamily="34" charset="0"/>
          <a:ea typeface="ＭＳ Ｐゴシック" panose="020B0600070205080204" pitchFamily="34" charset="-128"/>
        </a:defRPr>
      </a:lvl5pPr>
      <a:lvl6pPr marL="25146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anose="020B0604030504040204" pitchFamily="34" charset="0"/>
          <a:ea typeface="ＭＳ Ｐゴシック" panose="020B0600070205080204" pitchFamily="34" charset="-128"/>
        </a:defRPr>
      </a:lvl6pPr>
      <a:lvl7pPr marL="29718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anose="020B0604030504040204" pitchFamily="34" charset="0"/>
          <a:ea typeface="ＭＳ Ｐゴシック" panose="020B0600070205080204" pitchFamily="34" charset="-128"/>
        </a:defRPr>
      </a:lvl7pPr>
      <a:lvl8pPr marL="34290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anose="020B0604030504040204" pitchFamily="34" charset="0"/>
          <a:ea typeface="ＭＳ Ｐゴシック" panose="020B0600070205080204" pitchFamily="34" charset="-128"/>
        </a:defRPr>
      </a:lvl8pPr>
      <a:lvl9pPr marL="3886200" indent="-228600" algn="l" defTabSz="45720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300">
          <a:solidFill>
            <a:srgbClr val="003D62"/>
          </a:solidFill>
          <a:latin typeface="Verdana" panose="020B0604030504040204" pitchFamily="34" charset="0"/>
          <a:ea typeface="ＭＳ Ｐゴシック" panose="020B0600070205080204" pitchFamily="34" charset="-128"/>
        </a:defRPr>
      </a:lvl9pPr>
    </p:titleStyle>
    <p:bodyStyle>
      <a:lvl1pPr marL="342900" indent="-342900" algn="l" defTabSz="457200" rtl="0" eaLnBrk="0" fontAlgn="base" hangingPunct="0">
        <a:spcBef>
          <a:spcPts val="68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3D62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613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3D62"/>
          </a:solidFill>
          <a:latin typeface="+mn-lt"/>
          <a:ea typeface="+mn-ea"/>
          <a:cs typeface="DejaVu Sans" charset="0"/>
        </a:defRPr>
      </a:lvl2pPr>
      <a:lvl3pPr marL="1143000" indent="-228600" algn="l" defTabSz="457200" rtl="0" eaLnBrk="0" fontAlgn="base" hangingPunct="0">
        <a:spcBef>
          <a:spcPts val="663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700" kern="1200">
          <a:solidFill>
            <a:srgbClr val="003D62"/>
          </a:solidFill>
          <a:latin typeface="+mn-lt"/>
          <a:ea typeface="+mn-ea"/>
          <a:cs typeface="DejaVu Sans" charset="0"/>
        </a:defRPr>
      </a:lvl3pPr>
      <a:lvl4pPr marL="1600200" indent="-228600" algn="l" defTabSz="457200" rtl="0" eaLnBrk="0" fontAlgn="base" hangingPunct="0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3D62"/>
          </a:solidFill>
          <a:latin typeface="+mn-lt"/>
          <a:ea typeface="+mn-ea"/>
          <a:cs typeface="DejaVu Sans" charset="0"/>
        </a:defRPr>
      </a:lvl4pPr>
      <a:lvl5pPr marL="2057400" indent="-228600" algn="l" defTabSz="457200" rtl="0" eaLnBrk="0" fontAlgn="base" hangingPunct="0">
        <a:spcBef>
          <a:spcPts val="4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3D62"/>
          </a:solidFill>
          <a:latin typeface="+mn-lt"/>
          <a:ea typeface="+mn-ea"/>
          <a:cs typeface="DejaVu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>
            <a:extLst>
              <a:ext uri="{FF2B5EF4-FFF2-40B4-BE49-F238E27FC236}">
                <a16:creationId xmlns:a16="http://schemas.microsoft.com/office/drawing/2014/main" id="{98F070F0-CA1D-4081-AD44-2605C66DA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840538"/>
            <a:ext cx="10080625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AA6EDC2-DBD4-4690-AD99-2EBE12BB1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60350"/>
            <a:ext cx="892175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C243A6EE-1771-4D6C-BD80-97D5AC418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2300" y="4843463"/>
            <a:ext cx="1322388" cy="132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6" name="Rectangle 4">
            <a:extLst>
              <a:ext uri="{FF2B5EF4-FFF2-40B4-BE49-F238E27FC236}">
                <a16:creationId xmlns:a16="http://schemas.microsoft.com/office/drawing/2014/main" id="{FAFFEF6A-ED7B-4865-B7FA-C3A66B06C9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60475" y="179388"/>
            <a:ext cx="8274050" cy="893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l-NL"/>
              <a:t>Click to edit the title text format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45CB445D-84A3-49C4-B30E-AA212436CD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260475"/>
            <a:ext cx="9029700" cy="498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576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nl-NL"/>
              <a:t>Click to edit the outline text format</a:t>
            </a:r>
          </a:p>
          <a:p>
            <a:pPr lvl="1"/>
            <a:r>
              <a:rPr lang="en-GB" altLang="nl-NL"/>
              <a:t>Second Outline Level</a:t>
            </a:r>
          </a:p>
          <a:p>
            <a:pPr lvl="2"/>
            <a:r>
              <a:rPr lang="en-GB" altLang="nl-NL"/>
              <a:t>Third Outline Level</a:t>
            </a:r>
          </a:p>
          <a:p>
            <a:pPr lvl="3"/>
            <a:r>
              <a:rPr lang="en-GB" altLang="nl-NL"/>
              <a:t>Fourth Outline Level</a:t>
            </a:r>
          </a:p>
          <a:p>
            <a:pPr lvl="4"/>
            <a:r>
              <a:rPr lang="en-GB" altLang="nl-NL"/>
              <a:t>Fifth Outline Level</a:t>
            </a:r>
          </a:p>
          <a:p>
            <a:pPr lvl="4"/>
            <a:r>
              <a:rPr lang="en-GB" altLang="nl-NL"/>
              <a:t>Sixth Outline Level</a:t>
            </a:r>
          </a:p>
          <a:p>
            <a:pPr lvl="4"/>
            <a:r>
              <a:rPr lang="en-GB" altLang="nl-NL"/>
              <a:t>Seventh Outline Level</a:t>
            </a:r>
          </a:p>
        </p:txBody>
      </p:sp>
      <p:sp>
        <p:nvSpPr>
          <p:cNvPr id="3078" name="Text Box 6">
            <a:extLst>
              <a:ext uri="{FF2B5EF4-FFF2-40B4-BE49-F238E27FC236}">
                <a16:creationId xmlns:a16="http://schemas.microsoft.com/office/drawing/2014/main" id="{1554691B-7371-4FF1-A784-3EE8E6CBA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2038" y="7380288"/>
            <a:ext cx="2346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BB8116FD-3EE6-4178-BB97-D5C4340258FA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4319588" y="7199313"/>
            <a:ext cx="5216525" cy="354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lnSpc>
                <a:spcPct val="108000"/>
              </a:lnSpc>
              <a:buClr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</a:tabLst>
              <a:defRPr sz="1400" i="1">
                <a:solidFill>
                  <a:srgbClr val="FFFFFF"/>
                </a:solidFill>
                <a:latin typeface="+mn-lt"/>
                <a:cs typeface="WenQuanYi Zen Hei" charset="0"/>
              </a:defRPr>
            </a:lvl1pPr>
          </a:lstStyle>
          <a:p>
            <a:r>
              <a:rPr lang="en-US" altLang="nl-NL"/>
              <a:t>Practicum Computer Graphics: 3D-Fractalen</a:t>
            </a:r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F64B04A7-1153-48DA-A3DC-0C9C1276542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9720263" y="7199313"/>
            <a:ext cx="1063625" cy="354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108000"/>
              </a:lnSpc>
              <a:buClrTx/>
              <a:buFontTx/>
              <a:buNone/>
              <a:tabLst>
                <a:tab pos="457200" algn="l"/>
                <a:tab pos="914400" algn="l"/>
              </a:tabLst>
              <a:defRPr sz="1400">
                <a:solidFill>
                  <a:srgbClr val="FFFFFF"/>
                </a:solidFill>
                <a:latin typeface="+mn-lt"/>
                <a:cs typeface="DejaVu Sans" charset="0"/>
              </a:defRPr>
            </a:lvl1pPr>
          </a:lstStyle>
          <a:p>
            <a:fld id="{0D0D1568-A4BB-4524-9B25-F314E8AE1054}" type="slidenum">
              <a:rPr lang="en-US" altLang="nl-NL"/>
              <a:pPr/>
              <a:t>‹#›</a:t>
            </a:fld>
            <a:endParaRPr lang="en-US" alt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457200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 kern="1200">
          <a:solidFill>
            <a:srgbClr val="003D64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panose="020B0600070205080204" pitchFamily="34" charset="-128"/>
        </a:defRPr>
      </a:lvl2pPr>
      <a:lvl3pPr marL="1143000" indent="-228600" algn="l" defTabSz="457200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panose="020B0600070205080204" pitchFamily="34" charset="-128"/>
        </a:defRPr>
      </a:lvl3pPr>
      <a:lvl4pPr marL="1600200" indent="-228600" algn="l" defTabSz="457200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panose="020B0600070205080204" pitchFamily="34" charset="-128"/>
        </a:defRPr>
      </a:lvl4pPr>
      <a:lvl5pPr marL="2057400" indent="-228600" algn="l" defTabSz="457200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panose="020B0600070205080204" pitchFamily="34" charset="-128"/>
        </a:defRPr>
      </a:lvl5pPr>
      <a:lvl6pPr marL="2514600" indent="-228600" algn="l" defTabSz="457200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panose="020B0600070205080204" pitchFamily="34" charset="-128"/>
        </a:defRPr>
      </a:lvl6pPr>
      <a:lvl7pPr marL="2971800" indent="-228600" algn="l" defTabSz="457200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panose="020B0600070205080204" pitchFamily="34" charset="-128"/>
        </a:defRPr>
      </a:lvl7pPr>
      <a:lvl8pPr marL="3429000" indent="-228600" algn="l" defTabSz="457200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panose="020B0600070205080204" pitchFamily="34" charset="-128"/>
        </a:defRPr>
      </a:lvl8pPr>
      <a:lvl9pPr marL="3886200" indent="-228600" algn="l" defTabSz="457200" rtl="0" eaLnBrk="0" fontAlgn="base" hangingPunct="0">
        <a:lnSpc>
          <a:spcPct val="108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b="1">
          <a:solidFill>
            <a:srgbClr val="003D64"/>
          </a:solidFill>
          <a:latin typeface="FreeSans" pitchFamily="32" charset="0"/>
          <a:ea typeface="ＭＳ Ｐゴシック" panose="020B0600070205080204" pitchFamily="34" charset="-128"/>
        </a:defRPr>
      </a:lvl9pPr>
    </p:titleStyle>
    <p:bodyStyle>
      <a:lvl1pPr marL="342900" indent="-342900" algn="l" defTabSz="457200" rtl="0" eaLnBrk="0" fontAlgn="base" hangingPunct="0">
        <a:lnSpc>
          <a:spcPct val="81000"/>
        </a:lnSpc>
        <a:spcBef>
          <a:spcPct val="0"/>
        </a:spcBef>
        <a:spcAft>
          <a:spcPts val="1413"/>
        </a:spcAft>
        <a:buClr>
          <a:srgbClr val="000000"/>
        </a:buClr>
        <a:buSzPct val="100000"/>
        <a:buFont typeface="Times New Roman" panose="02020603050405020304" pitchFamily="18" charset="0"/>
        <a:defRPr sz="2400" b="1" kern="1200">
          <a:solidFill>
            <a:srgbClr val="003D64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lnSpc>
          <a:spcPct val="81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 sz="2200" kern="1200">
          <a:solidFill>
            <a:srgbClr val="003D64"/>
          </a:solidFill>
          <a:latin typeface="+mn-lt"/>
          <a:ea typeface="+mn-ea"/>
          <a:cs typeface="WenQuanYi Zen Hei" charset="0"/>
        </a:defRPr>
      </a:lvl2pPr>
      <a:lvl3pPr marL="1143000" indent="-228600" algn="l" defTabSz="457200" rtl="0" eaLnBrk="0" fontAlgn="base" hangingPunct="0">
        <a:lnSpc>
          <a:spcPct val="81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3D64"/>
          </a:solidFill>
          <a:latin typeface="+mn-lt"/>
          <a:ea typeface="+mn-ea"/>
          <a:cs typeface="WenQuanYi Zen Hei" charset="0"/>
        </a:defRPr>
      </a:lvl3pPr>
      <a:lvl4pPr marL="1600200" indent="-228600" algn="l" defTabSz="457200" rtl="0" eaLnBrk="0" fontAlgn="base" hangingPunct="0">
        <a:lnSpc>
          <a:spcPct val="81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3D64"/>
          </a:solidFill>
          <a:latin typeface="+mn-lt"/>
          <a:ea typeface="+mn-ea"/>
          <a:cs typeface="WenQuanYi Zen Hei" charset="0"/>
        </a:defRPr>
      </a:lvl4pPr>
      <a:lvl5pPr marL="2057400" indent="-228600" algn="l" defTabSz="457200" rtl="0" eaLnBrk="0" fontAlgn="base" hangingPunct="0">
        <a:lnSpc>
          <a:spcPct val="81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3D64"/>
          </a:solidFill>
          <a:latin typeface="+mn-lt"/>
          <a:ea typeface="+mn-ea"/>
          <a:cs typeface="WenQuanYi Zen Hei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honeycomb, outdoor object&#10;&#10;Description automatically generated">
            <a:extLst>
              <a:ext uri="{FF2B5EF4-FFF2-40B4-BE49-F238E27FC236}">
                <a16:creationId xmlns:a16="http://schemas.microsoft.com/office/drawing/2014/main" id="{B1CF0DB5-AF8D-512D-B23C-202B3377A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333" y="2255837"/>
            <a:ext cx="5218179" cy="4433414"/>
          </a:xfrm>
          <a:prstGeom prst="rect">
            <a:avLst/>
          </a:prstGeom>
        </p:spPr>
      </p:pic>
      <p:sp>
        <p:nvSpPr>
          <p:cNvPr id="5121" name="Text Box 1">
            <a:extLst>
              <a:ext uri="{FF2B5EF4-FFF2-40B4-BE49-F238E27FC236}">
                <a16:creationId xmlns:a16="http://schemas.microsoft.com/office/drawing/2014/main" id="{3C402F0B-EE89-4843-AA35-52A28C6CF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1422400"/>
            <a:ext cx="8677275" cy="50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b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GB" altLang="nl-NL" sz="3600" b="1" dirty="0" err="1">
                <a:solidFill>
                  <a:srgbClr val="003D62"/>
                </a:solidFill>
                <a:latin typeface="Verdana" panose="020B0604030504040204" pitchFamily="34" charset="0"/>
              </a:rPr>
              <a:t>Opdracht</a:t>
            </a:r>
            <a:r>
              <a:rPr lang="en-GB" altLang="nl-NL" sz="3600" b="1" dirty="0">
                <a:solidFill>
                  <a:srgbClr val="003D62"/>
                </a:solidFill>
                <a:latin typeface="Verdana" panose="020B0604030504040204" pitchFamily="34" charset="0"/>
              </a:rPr>
              <a:t> View Frustum</a:t>
            </a:r>
          </a:p>
        </p:txBody>
      </p:sp>
      <p:sp>
        <p:nvSpPr>
          <p:cNvPr id="5122" name="Text Box 2">
            <a:extLst>
              <a:ext uri="{FF2B5EF4-FFF2-40B4-BE49-F238E27FC236}">
                <a16:creationId xmlns:a16="http://schemas.microsoft.com/office/drawing/2014/main" id="{23861B20-8148-49E9-BFC9-EFF539618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1922463"/>
            <a:ext cx="8677275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t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500"/>
              </a:spcBef>
              <a:buClrTx/>
            </a:pPr>
            <a:r>
              <a:rPr lang="en-GB" sz="2000" dirty="0">
                <a:solidFill>
                  <a:srgbClr val="7E002F"/>
                </a:solidFill>
                <a:latin typeface="Verdana"/>
                <a:ea typeface="ＭＳ Ｐゴシック"/>
                <a:cs typeface="Arial"/>
              </a:rPr>
              <a:t>Tim Apers</a:t>
            </a:r>
            <a:endParaRPr lang="nl-NL" dirty="0" err="1">
              <a:latin typeface="Arial"/>
              <a:ea typeface="ＭＳ Ｐゴシック"/>
              <a:cs typeface="Arial"/>
            </a:endParaRPr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960D7C06-F489-4014-BE15-0471F7372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5" y="136525"/>
            <a:ext cx="1338263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>
            <a:extLst>
              <a:ext uri="{FF2B5EF4-FFF2-40B4-BE49-F238E27FC236}">
                <a16:creationId xmlns:a16="http://schemas.microsoft.com/office/drawing/2014/main" id="{E43312F3-9F73-4EF6-951B-C7639C7DA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179388"/>
            <a:ext cx="8278813" cy="89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8000"/>
              </a:lnSpc>
              <a:buClrTx/>
              <a:buFontTx/>
              <a:buNone/>
            </a:pPr>
            <a:r>
              <a:rPr lang="nl-BE" altLang="nl-NL" sz="2800" b="1">
                <a:solidFill>
                  <a:srgbClr val="003D64"/>
                </a:solidFill>
                <a:latin typeface="FreeSans" pitchFamily="32" charset="0"/>
              </a:rPr>
              <a:t>View Frustum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43F52DED-6D4C-4D83-9158-70EA8CFDB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260475"/>
            <a:ext cx="9190037" cy="530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57600" rIns="0" bIns="0" anchor="t"/>
          <a:lstStyle>
            <a:lvl1pPr marL="338138" indent="-338138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39775" indent="-282575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37820" indent="-337820">
              <a:lnSpc>
                <a:spcPct val="150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BE" sz="2400" dirty="0">
                <a:solidFill>
                  <a:srgbClr val="003D64"/>
                </a:solidFill>
                <a:latin typeface="FreeSans"/>
                <a:ea typeface="ＭＳ Ｐゴシック"/>
              </a:rPr>
              <a:t>Dynamische camera “in” de figuren</a:t>
            </a:r>
          </a:p>
          <a:p>
            <a:pPr marL="337820" indent="-337820">
              <a:lnSpc>
                <a:spcPct val="150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BE" sz="2400" dirty="0">
                <a:solidFill>
                  <a:srgbClr val="003D64"/>
                </a:solidFill>
                <a:latin typeface="FreeSans"/>
                <a:ea typeface="ＭＳ Ｐゴシック"/>
              </a:rPr>
              <a:t>Instelbare kijk</a:t>
            </a:r>
            <a:r>
              <a:rPr lang="nl-BE" sz="2400" b="1" dirty="0">
                <a:solidFill>
                  <a:srgbClr val="003D64"/>
                </a:solidFill>
                <a:latin typeface="FreeSans"/>
                <a:ea typeface="ＭＳ Ｐゴシック"/>
              </a:rPr>
              <a:t>richting</a:t>
            </a:r>
            <a:r>
              <a:rPr lang="nl-BE" sz="2400" dirty="0">
                <a:solidFill>
                  <a:srgbClr val="003D64"/>
                </a:solidFill>
                <a:latin typeface="FreeSans"/>
                <a:ea typeface="ＭＳ Ｐゴシック"/>
              </a:rPr>
              <a:t> en kijk</a:t>
            </a:r>
            <a:r>
              <a:rPr lang="nl-BE" sz="2400" b="1" dirty="0">
                <a:solidFill>
                  <a:srgbClr val="003D64"/>
                </a:solidFill>
                <a:latin typeface="FreeSans"/>
                <a:ea typeface="ＭＳ Ｐゴシック"/>
              </a:rPr>
              <a:t>hoek</a:t>
            </a:r>
          </a:p>
          <a:p>
            <a:pPr marL="337820" indent="-337820">
              <a:lnSpc>
                <a:spcPct val="150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NL" sz="2400" dirty="0">
                <a:solidFill>
                  <a:srgbClr val="003D64"/>
                </a:solidFill>
                <a:latin typeface="FreeSans"/>
                <a:ea typeface="ＭＳ Ｐゴシック"/>
                <a:cs typeface="Arial" panose="020B0604020202020204" pitchFamily="34" charset="0"/>
              </a:rPr>
              <a:t>(stukken van) driehoeken buiten het</a:t>
            </a:r>
            <a:br>
              <a:rPr lang="nl-NL" sz="2400" dirty="0">
                <a:solidFill>
                  <a:srgbClr val="003D64"/>
                </a:solidFill>
                <a:latin typeface="FreeSans"/>
                <a:ea typeface="ＭＳ Ｐゴシック"/>
                <a:cs typeface="Arial" panose="020B0604020202020204" pitchFamily="34" charset="0"/>
              </a:rPr>
            </a:br>
            <a:r>
              <a:rPr lang="nl-NL" sz="2400" dirty="0">
                <a:solidFill>
                  <a:srgbClr val="003D64"/>
                </a:solidFill>
                <a:latin typeface="FreeSans"/>
                <a:ea typeface="ＭＳ Ｐゴシック"/>
                <a:cs typeface="Arial" panose="020B0604020202020204" pitchFamily="34" charset="0"/>
              </a:rPr>
              <a:t> venster worden weggeknipt</a:t>
            </a:r>
            <a:endParaRPr lang="nl-BE" sz="2400" dirty="0">
              <a:solidFill>
                <a:srgbClr val="003D64"/>
              </a:solidFill>
              <a:latin typeface="FreeSans"/>
              <a:ea typeface="ＭＳ Ｐゴシック"/>
              <a:cs typeface="Arial" panose="020B0604020202020204" pitchFamily="34" charset="0"/>
            </a:endParaRPr>
          </a:p>
          <a:p>
            <a:pPr marL="337820" indent="-337820">
              <a:lnSpc>
                <a:spcPct val="150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endParaRPr lang="nl-BE" sz="2400" dirty="0">
              <a:solidFill>
                <a:srgbClr val="003D64"/>
              </a:solidFill>
              <a:latin typeface="FreeSans"/>
              <a:ea typeface="ＭＳ Ｐゴシック"/>
            </a:endParaRPr>
          </a:p>
          <a:p>
            <a:pPr marL="337820" indent="-337820">
              <a:lnSpc>
                <a:spcPct val="150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NL" sz="2400" dirty="0">
                <a:solidFill>
                  <a:srgbClr val="003D64"/>
                </a:solidFill>
                <a:latin typeface="FreeSans"/>
                <a:ea typeface="ＭＳ Ｐゴシック"/>
              </a:rPr>
              <a:t>Optionele feature: kan aan/uit voor elke tekening met driehoeken</a:t>
            </a:r>
            <a:endParaRPr lang="nl-NL" sz="2400" dirty="0">
              <a:solidFill>
                <a:srgbClr val="003D64"/>
              </a:solidFill>
              <a:latin typeface="FreeSans"/>
              <a:ea typeface="ＭＳ Ｐゴシック"/>
              <a:cs typeface="Arial" panose="020B0604020202020204" pitchFamily="34" charset="0"/>
            </a:endParaRPr>
          </a:p>
          <a:p>
            <a:pPr marL="0" indent="0">
              <a:spcAft>
                <a:spcPts val="1413"/>
              </a:spcAft>
              <a:buClr>
                <a:srgbClr val="053A60"/>
              </a:buClr>
            </a:pPr>
            <a:r>
              <a:rPr lang="nl-NL" dirty="0">
                <a:solidFill>
                  <a:srgbClr val="003D64"/>
                </a:solidFill>
                <a:latin typeface="FreeSans"/>
                <a:ea typeface="ＭＳ Ｐゴシック"/>
                <a:cs typeface="Arial" panose="020B0604020202020204" pitchFamily="34" charset="0"/>
              </a:rPr>
              <a:t>Tekenen zonder view frustum == tekenen met view frustum, waarbij</a:t>
            </a:r>
          </a:p>
          <a:p>
            <a:pPr marL="744537" lvl="1" indent="-342900"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003D64"/>
                </a:solidFill>
                <a:latin typeface="FreeSans"/>
                <a:ea typeface="ＭＳ Ｐゴシック"/>
                <a:cs typeface="Arial" panose="020B0604020202020204" pitchFamily="34" charset="0"/>
              </a:rPr>
              <a:t>Kijkrichting: naar originele oorsprong</a:t>
            </a:r>
          </a:p>
          <a:p>
            <a:pPr marL="744537" lvl="1" indent="-342900"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NL" dirty="0">
                <a:solidFill>
                  <a:srgbClr val="003D64"/>
                </a:solidFill>
                <a:latin typeface="FreeSans"/>
                <a:ea typeface="ＭＳ Ｐゴシック"/>
                <a:cs typeface="Arial" panose="020B0604020202020204" pitchFamily="34" charset="0"/>
              </a:rPr>
              <a:t>Kijkhoeken: net breed genoeg om alles te zien</a:t>
            </a:r>
          </a:p>
          <a:p>
            <a:pPr marL="739457" lvl="1" indent="-337820">
              <a:lnSpc>
                <a:spcPct val="150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endParaRPr lang="nl-NL" dirty="0">
              <a:solidFill>
                <a:srgbClr val="003D64"/>
              </a:solidFill>
              <a:latin typeface="FreeSans"/>
              <a:ea typeface="ＭＳ Ｐゴシック"/>
              <a:cs typeface="Arial" panose="020B0604020202020204" pitchFamily="34" charset="0"/>
            </a:endParaRP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4F7B4815-88CA-4F08-A30F-2BE7D9EDD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588" y="7199313"/>
            <a:ext cx="52212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lnSpc>
                <a:spcPct val="108000"/>
              </a:lnSpc>
              <a:buClrTx/>
              <a:buFontTx/>
              <a:buNone/>
            </a:pPr>
            <a:r>
              <a:rPr lang="en-US" altLang="nl-NL" sz="1400" i="1">
                <a:latin typeface="FreeSans" pitchFamily="32" charset="0"/>
                <a:cs typeface="WenQuanYi Zen Hei" charset="0"/>
              </a:rPr>
              <a:t>Practicum Computer Graphics: 3D-Fractalen</a:t>
            </a:r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63C91805-03C4-4574-A481-04873958B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263" y="7199313"/>
            <a:ext cx="10683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ct val="108000"/>
              </a:lnSpc>
              <a:buClrTx/>
              <a:buFontTx/>
              <a:buNone/>
            </a:pPr>
            <a:fld id="{58BF2C37-879A-4215-9530-43F594E3F1B1}" type="slidenum">
              <a:rPr lang="en-GB" altLang="nl-NL" sz="1400">
                <a:latin typeface="FreeSans" pitchFamily="32" charset="0"/>
              </a:rPr>
              <a:pPr eaLnBrk="1">
                <a:lnSpc>
                  <a:spcPct val="108000"/>
                </a:lnSpc>
                <a:buClrTx/>
                <a:buFontTx/>
                <a:buNone/>
              </a:pPr>
              <a:t>2</a:t>
            </a:fld>
            <a:endParaRPr lang="en-GB" altLang="nl-NL" sz="1400">
              <a:latin typeface="FreeSans" pitchFamily="32" charset="0"/>
            </a:endParaRP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EE3D9C47-5008-4923-8E54-4B66A307B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992CB038-2F92-4822-8044-337AC5AA1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8D16DE96-E873-41BE-B8A0-85FF54DBA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A596FA08-9D49-459B-84ED-022C08F7C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DE4A4451-19DD-45BF-9E5D-86AFB8514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1" name="Rectangle 11">
            <a:extLst>
              <a:ext uri="{FF2B5EF4-FFF2-40B4-BE49-F238E27FC236}">
                <a16:creationId xmlns:a16="http://schemas.microsoft.com/office/drawing/2014/main" id="{63B8BF7D-013F-410D-B3BF-5D22DACCB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2" name="Rectangle 12">
            <a:extLst>
              <a:ext uri="{FF2B5EF4-FFF2-40B4-BE49-F238E27FC236}">
                <a16:creationId xmlns:a16="http://schemas.microsoft.com/office/drawing/2014/main" id="{59580B19-B87E-4FAF-9CA8-EE885F14D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3" name="Rectangle 13">
            <a:extLst>
              <a:ext uri="{FF2B5EF4-FFF2-40B4-BE49-F238E27FC236}">
                <a16:creationId xmlns:a16="http://schemas.microsoft.com/office/drawing/2014/main" id="{174CE5D7-C910-4840-9695-1754049A0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0100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45F1BA2E-47BD-4634-8849-3E42EB795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5" name="Rectangle 15">
            <a:extLst>
              <a:ext uri="{FF2B5EF4-FFF2-40B4-BE49-F238E27FC236}">
                <a16:creationId xmlns:a16="http://schemas.microsoft.com/office/drawing/2014/main" id="{E46EE548-F58C-4A0E-AAF9-549D9F0B0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6" name="Rectangle 16">
            <a:extLst>
              <a:ext uri="{FF2B5EF4-FFF2-40B4-BE49-F238E27FC236}">
                <a16:creationId xmlns:a16="http://schemas.microsoft.com/office/drawing/2014/main" id="{293AC340-E9AE-4585-A33A-B206D7524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7" name="Rectangle 17">
            <a:extLst>
              <a:ext uri="{FF2B5EF4-FFF2-40B4-BE49-F238E27FC236}">
                <a16:creationId xmlns:a16="http://schemas.microsoft.com/office/drawing/2014/main" id="{41220E42-2259-47E7-B7C8-1D7849DEC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0100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8" name="Rectangle 18">
            <a:extLst>
              <a:ext uri="{FF2B5EF4-FFF2-40B4-BE49-F238E27FC236}">
                <a16:creationId xmlns:a16="http://schemas.microsoft.com/office/drawing/2014/main" id="{EF86537E-BD4F-4B89-9B6D-42C838EAB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9" name="Rectangle 19">
            <a:extLst>
              <a:ext uri="{FF2B5EF4-FFF2-40B4-BE49-F238E27FC236}">
                <a16:creationId xmlns:a16="http://schemas.microsoft.com/office/drawing/2014/main" id="{8FBDE3DB-341F-4D8D-A0E1-206AEDCF4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60" name="Rectangle 20">
            <a:extLst>
              <a:ext uri="{FF2B5EF4-FFF2-40B4-BE49-F238E27FC236}">
                <a16:creationId xmlns:a16="http://schemas.microsoft.com/office/drawing/2014/main" id="{ADCB60F5-18A7-4C33-AEC9-5979121AB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61" name="Rectangle 21">
            <a:extLst>
              <a:ext uri="{FF2B5EF4-FFF2-40B4-BE49-F238E27FC236}">
                <a16:creationId xmlns:a16="http://schemas.microsoft.com/office/drawing/2014/main" id="{DAA32B23-3C01-4DD4-B440-6EB8FE065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EB7E87-51EB-4035-9353-0C30FDFBC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887" y="1501776"/>
            <a:ext cx="4022726" cy="3037239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>
            <a:extLst>
              <a:ext uri="{FF2B5EF4-FFF2-40B4-BE49-F238E27FC236}">
                <a16:creationId xmlns:a16="http://schemas.microsoft.com/office/drawing/2014/main" id="{E43312F3-9F73-4EF6-951B-C7639C7DA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179388"/>
            <a:ext cx="8278813" cy="89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8000"/>
              </a:lnSpc>
              <a:buClrTx/>
              <a:buFontTx/>
              <a:buNone/>
            </a:pPr>
            <a:r>
              <a:rPr lang="nl-BE" altLang="nl-NL" sz="2800" b="1">
                <a:solidFill>
                  <a:srgbClr val="003D64"/>
                </a:solidFill>
                <a:latin typeface="FreeSans" pitchFamily="32" charset="0"/>
              </a:rPr>
              <a:t>View Frustum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43F52DED-6D4C-4D83-9158-70EA8CFDB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260475"/>
            <a:ext cx="9190037" cy="530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57600" rIns="0" bIns="0" anchor="t"/>
          <a:lstStyle>
            <a:lvl1pPr marL="338138" indent="-338138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39775" indent="-282575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37820" indent="-337820"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BE" altLang="nl-NL" sz="2000" b="1" dirty="0">
                <a:solidFill>
                  <a:srgbClr val="003D64"/>
                </a:solidFill>
                <a:latin typeface="FreeSans"/>
                <a:ea typeface="ＭＳ Ｐゴシック"/>
              </a:rPr>
              <a:t>Eyepoint met instelbare kijkrichting</a:t>
            </a:r>
          </a:p>
          <a:p>
            <a:pPr marL="687387" lvl="1" indent="-285750"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nl-NL" sz="2000" dirty="0">
                <a:solidFill>
                  <a:srgbClr val="003D64"/>
                </a:solidFill>
                <a:latin typeface="FreeSans"/>
                <a:ea typeface="ＭＳ Ｐゴシック"/>
              </a:rPr>
              <a:t>Gegeven: positie </a:t>
            </a:r>
            <a:r>
              <a:rPr lang="nl-NL" sz="2000" b="1" dirty="0">
                <a:solidFill>
                  <a:srgbClr val="003D64"/>
                </a:solidFill>
                <a:latin typeface="FreeSans"/>
                <a:ea typeface="ＭＳ Ｐゴシック"/>
              </a:rPr>
              <a:t>E</a:t>
            </a:r>
            <a:r>
              <a:rPr lang="nl-NL" sz="2000" b="1" baseline="-25000" dirty="0">
                <a:solidFill>
                  <a:srgbClr val="003D64"/>
                </a:solidFill>
                <a:latin typeface="FreeSans"/>
                <a:ea typeface="ＭＳ Ｐゴシック"/>
              </a:rPr>
              <a:t>pos</a:t>
            </a:r>
            <a:r>
              <a:rPr lang="nl-NL" sz="2000" baseline="-25000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nl-NL" sz="2000" dirty="0">
                <a:solidFill>
                  <a:srgbClr val="003D64"/>
                </a:solidFill>
                <a:latin typeface="FreeSans"/>
                <a:ea typeface="ＭＳ Ｐゴシック"/>
              </a:rPr>
              <a:t>en richting </a:t>
            </a:r>
            <a:r>
              <a:rPr lang="nl-NL" sz="2000" b="1" dirty="0">
                <a:solidFill>
                  <a:srgbClr val="003D64"/>
                </a:solidFill>
                <a:latin typeface="FreeSans"/>
                <a:ea typeface="ＭＳ Ｐゴシック"/>
              </a:rPr>
              <a:t>E</a:t>
            </a:r>
            <a:r>
              <a:rPr lang="nl-NL" sz="2000" b="1" baseline="-25000" dirty="0">
                <a:solidFill>
                  <a:srgbClr val="003D64"/>
                </a:solidFill>
                <a:latin typeface="FreeSans"/>
                <a:ea typeface="ＭＳ Ｐゴシック"/>
              </a:rPr>
              <a:t>dir</a:t>
            </a:r>
          </a:p>
          <a:p>
            <a:pPr marL="687387" lvl="1" indent="-285750"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nl-NL" sz="2000" dirty="0">
                <a:solidFill>
                  <a:srgbClr val="003D64"/>
                </a:solidFill>
                <a:latin typeface="FreeSans"/>
                <a:ea typeface="ＭＳ Ｐゴシック"/>
              </a:rPr>
              <a:t>Gezocht: eyepointtransformatiematrix </a:t>
            </a:r>
            <a:r>
              <a:rPr lang="nl-NL" sz="2000" b="1" dirty="0">
                <a:solidFill>
                  <a:srgbClr val="003D64"/>
                </a:solidFill>
                <a:latin typeface="FreeSans"/>
                <a:ea typeface="ＭＳ Ｐゴシック"/>
              </a:rPr>
              <a:t>V</a:t>
            </a:r>
          </a:p>
          <a:p>
            <a:pPr marL="687387" lvl="1" indent="-285750"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endParaRPr lang="nl-NL" sz="2000" b="1" dirty="0">
              <a:solidFill>
                <a:srgbClr val="003D64"/>
              </a:solidFill>
              <a:latin typeface="FreeSans"/>
              <a:ea typeface="ＭＳ Ｐゴシック"/>
            </a:endParaRPr>
          </a:p>
          <a:p>
            <a:pPr marL="687387" lvl="1" indent="-285750"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nl-NL" sz="2000" dirty="0">
                <a:solidFill>
                  <a:srgbClr val="003D64"/>
                </a:solidFill>
                <a:latin typeface="FreeSans"/>
                <a:ea typeface="ＭＳ Ｐゴシック"/>
              </a:rPr>
              <a:t>Converteer </a:t>
            </a:r>
            <a:r>
              <a:rPr lang="nl-NL" sz="2000" b="1" dirty="0">
                <a:solidFill>
                  <a:srgbClr val="003D64"/>
                </a:solidFill>
                <a:latin typeface="FreeSans"/>
                <a:ea typeface="ＭＳ Ｐゴシック"/>
              </a:rPr>
              <a:t>E</a:t>
            </a:r>
            <a:r>
              <a:rPr lang="nl-NL" sz="2000" b="1" baseline="-25000" dirty="0">
                <a:solidFill>
                  <a:srgbClr val="003D64"/>
                </a:solidFill>
                <a:latin typeface="FreeSans"/>
                <a:ea typeface="ＭＳ Ｐゴシック"/>
              </a:rPr>
              <a:t>pos  </a:t>
            </a:r>
            <a:r>
              <a:rPr lang="nl-NL" sz="2000" dirty="0">
                <a:solidFill>
                  <a:srgbClr val="003D64"/>
                </a:solidFill>
                <a:latin typeface="FreeSans"/>
                <a:ea typeface="ＭＳ Ｐゴシック"/>
              </a:rPr>
              <a:t>en </a:t>
            </a:r>
            <a:r>
              <a:rPr lang="nl-BE" altLang="nl-NL" sz="2000" dirty="0">
                <a:solidFill>
                  <a:srgbClr val="003D64"/>
                </a:solidFill>
                <a:latin typeface="FreeSans"/>
                <a:ea typeface="ＭＳ Ｐゴシック"/>
                <a:cs typeface="WenQuanYi Zen Hei" charset="0"/>
              </a:rPr>
              <a:t>–</a:t>
            </a:r>
            <a:r>
              <a:rPr lang="nl-NL" sz="2000" b="1" dirty="0">
                <a:solidFill>
                  <a:srgbClr val="003D64"/>
                </a:solidFill>
                <a:latin typeface="FreeSans"/>
                <a:ea typeface="ＭＳ Ｐゴシック"/>
              </a:rPr>
              <a:t>E</a:t>
            </a:r>
            <a:r>
              <a:rPr lang="nl-NL" sz="2000" b="1" baseline="-25000" dirty="0">
                <a:solidFill>
                  <a:srgbClr val="003D64"/>
                </a:solidFill>
                <a:latin typeface="FreeSans"/>
                <a:ea typeface="ＭＳ Ｐゴシック"/>
              </a:rPr>
              <a:t>dir </a:t>
            </a:r>
            <a:r>
              <a:rPr lang="nl-NL" sz="2000" dirty="0">
                <a:solidFill>
                  <a:srgbClr val="003D64"/>
                </a:solidFill>
                <a:latin typeface="FreeSans"/>
                <a:ea typeface="ＭＳ Ｐゴシック"/>
              </a:rPr>
              <a:t>naar bolco</a:t>
            </a:r>
            <a:r>
              <a:rPr lang="nl-BE" sz="2000" dirty="0">
                <a:solidFill>
                  <a:srgbClr val="003D64"/>
                </a:solidFill>
                <a:latin typeface="FreeSans"/>
                <a:ea typeface="ＭＳ Ｐゴシック"/>
              </a:rPr>
              <a:t>ördinaten </a:t>
            </a:r>
            <a:r>
              <a:rPr lang="nl-NL" sz="2000" dirty="0">
                <a:solidFill>
                  <a:srgbClr val="003D64"/>
                </a:solidFill>
                <a:latin typeface="FreeSans"/>
                <a:ea typeface="ＭＳ Ｐゴシック"/>
              </a:rPr>
              <a:t>(</a:t>
            </a:r>
            <a:r>
              <a:rPr lang="nl-BE" altLang="nl-NL" sz="2000" dirty="0">
                <a:solidFill>
                  <a:srgbClr val="003D64"/>
                </a:solidFill>
                <a:latin typeface="FreeSans"/>
                <a:ea typeface="ＭＳ Ｐゴシック"/>
                <a:cs typeface="WenQuanYi Zen Hei" charset="0"/>
              </a:rPr>
              <a:t>φ</a:t>
            </a:r>
            <a:r>
              <a:rPr lang="nl-BE" altLang="nl-NL" sz="2000" i="1" dirty="0">
                <a:solidFill>
                  <a:srgbClr val="003D64"/>
                </a:solidFill>
                <a:latin typeface="FreeSans"/>
                <a:ea typeface="ＭＳ Ｐゴシック"/>
                <a:cs typeface="WenQuanYi Zen Hei" charset="0"/>
              </a:rPr>
              <a:t>,</a:t>
            </a:r>
            <a:r>
              <a:rPr lang="nl-BE" altLang="nl-NL" sz="2000" dirty="0">
                <a:solidFill>
                  <a:srgbClr val="003D64"/>
                </a:solidFill>
                <a:latin typeface="FreeSans"/>
                <a:ea typeface="ＭＳ Ｐゴシック"/>
                <a:cs typeface="WenQuanYi Zen Hei" charset="0"/>
              </a:rPr>
              <a:t>θ</a:t>
            </a:r>
            <a:r>
              <a:rPr lang="nl-BE" altLang="nl-NL" sz="2000" dirty="0">
                <a:solidFill>
                  <a:srgbClr val="002060"/>
                </a:solidFill>
                <a:latin typeface="FreeSans"/>
                <a:ea typeface="ＭＳ Ｐゴシック"/>
                <a:cs typeface="WenQuanYi Zen Hei" charset="0"/>
              </a:rPr>
              <a:t>,r</a:t>
            </a:r>
            <a:r>
              <a:rPr lang="nl-BE" altLang="nl-NL" sz="2000" dirty="0">
                <a:solidFill>
                  <a:srgbClr val="003D64"/>
                </a:solidFill>
                <a:latin typeface="FreeSans"/>
                <a:ea typeface="ＭＳ Ｐゴシック"/>
                <a:cs typeface="WenQuanYi Zen Hei" charset="0"/>
              </a:rPr>
              <a:t>)</a:t>
            </a:r>
            <a:endParaRPr lang="nl-BE" sz="2000" dirty="0">
              <a:solidFill>
                <a:srgbClr val="003D64"/>
              </a:solidFill>
              <a:latin typeface="FreeSans"/>
              <a:ea typeface="ＭＳ Ｐゴシック"/>
            </a:endParaRPr>
          </a:p>
          <a:p>
            <a:pPr marL="687387" lvl="1" indent="-285750"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nl-BE" sz="2000" dirty="0">
                <a:solidFill>
                  <a:srgbClr val="003D64"/>
                </a:solidFill>
                <a:latin typeface="FreeSans"/>
                <a:ea typeface="ＭＳ Ｐゴシック"/>
              </a:rPr>
              <a:t>Vul </a:t>
            </a:r>
            <a:r>
              <a:rPr lang="nl-BE" sz="2000" b="1" dirty="0">
                <a:solidFill>
                  <a:srgbClr val="003D64"/>
                </a:solidFill>
                <a:latin typeface="FreeSans"/>
                <a:ea typeface="ＭＳ Ｐゴシック"/>
              </a:rPr>
              <a:t>V </a:t>
            </a:r>
            <a:r>
              <a:rPr lang="nl-BE" sz="2000" dirty="0">
                <a:solidFill>
                  <a:srgbClr val="003D64"/>
                </a:solidFill>
                <a:latin typeface="FreeSans"/>
                <a:ea typeface="ＭＳ Ｐゴシック"/>
              </a:rPr>
              <a:t>in met r van </a:t>
            </a:r>
            <a:r>
              <a:rPr lang="nl-NL" sz="2000" b="1" dirty="0">
                <a:solidFill>
                  <a:srgbClr val="003D64"/>
                </a:solidFill>
                <a:latin typeface="FreeSans"/>
                <a:ea typeface="ＭＳ Ｐゴシック"/>
              </a:rPr>
              <a:t>E</a:t>
            </a:r>
            <a:r>
              <a:rPr lang="nl-NL" sz="2000" b="1" baseline="-25000" dirty="0">
                <a:solidFill>
                  <a:srgbClr val="003D64"/>
                </a:solidFill>
                <a:latin typeface="FreeSans"/>
                <a:ea typeface="ＭＳ Ｐゴシック"/>
              </a:rPr>
              <a:t>pos</a:t>
            </a:r>
            <a:r>
              <a:rPr lang="nl-BE" sz="2000" dirty="0">
                <a:solidFill>
                  <a:srgbClr val="003D64"/>
                </a:solidFill>
                <a:latin typeface="FreeSans"/>
                <a:ea typeface="ＭＳ Ｐゴシック"/>
              </a:rPr>
              <a:t> en </a:t>
            </a:r>
            <a:r>
              <a:rPr lang="nl-BE" altLang="nl-NL" sz="2000" dirty="0">
                <a:solidFill>
                  <a:srgbClr val="003D64"/>
                </a:solidFill>
                <a:latin typeface="FreeSans"/>
                <a:ea typeface="ＭＳ Ｐゴシック"/>
                <a:cs typeface="WenQuanYi Zen Hei" charset="0"/>
              </a:rPr>
              <a:t>φ</a:t>
            </a:r>
            <a:r>
              <a:rPr lang="nl-BE" altLang="nl-NL" sz="2000" i="1" dirty="0">
                <a:solidFill>
                  <a:srgbClr val="003D64"/>
                </a:solidFill>
                <a:latin typeface="FreeSans"/>
                <a:ea typeface="ＭＳ Ｐゴシック"/>
                <a:cs typeface="WenQuanYi Zen Hei" charset="0"/>
              </a:rPr>
              <a:t>,</a:t>
            </a:r>
            <a:r>
              <a:rPr lang="nl-BE" altLang="nl-NL" sz="2000" dirty="0">
                <a:solidFill>
                  <a:srgbClr val="003D64"/>
                </a:solidFill>
                <a:latin typeface="FreeSans"/>
                <a:ea typeface="ＭＳ Ｐゴシック"/>
                <a:cs typeface="WenQuanYi Zen Hei" charset="0"/>
              </a:rPr>
              <a:t>θ van </a:t>
            </a:r>
            <a:r>
              <a:rPr lang="nl-BE" altLang="nl-NL" sz="2000" dirty="0">
                <a:solidFill>
                  <a:srgbClr val="FF0000"/>
                </a:solidFill>
                <a:latin typeface="FreeSans"/>
                <a:ea typeface="ＭＳ Ｐゴシック"/>
                <a:cs typeface="WenQuanYi Zen Hei" charset="0"/>
              </a:rPr>
              <a:t>–</a:t>
            </a:r>
            <a:r>
              <a:rPr lang="nl-NL" sz="2000" b="1" dirty="0">
                <a:solidFill>
                  <a:srgbClr val="003D64"/>
                </a:solidFill>
                <a:latin typeface="FreeSans"/>
                <a:ea typeface="ＭＳ Ｐゴシック"/>
              </a:rPr>
              <a:t>E</a:t>
            </a:r>
            <a:r>
              <a:rPr lang="nl-NL" sz="2000" b="1" baseline="-25000" dirty="0">
                <a:solidFill>
                  <a:srgbClr val="003D64"/>
                </a:solidFill>
                <a:latin typeface="FreeSans"/>
                <a:ea typeface="ＭＳ Ｐゴシック"/>
              </a:rPr>
              <a:t>dir </a:t>
            </a:r>
            <a:endParaRPr lang="nl-NL" sz="2000" dirty="0">
              <a:solidFill>
                <a:srgbClr val="003D64"/>
              </a:solidFill>
              <a:latin typeface="FreeSans"/>
              <a:ea typeface="ＭＳ Ｐゴシック"/>
            </a:endParaRPr>
          </a:p>
          <a:p>
            <a:pPr marL="1090612" lvl="2" indent="-285750"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nl-NL" sz="1600" b="1" dirty="0">
                <a:solidFill>
                  <a:srgbClr val="003D64"/>
                </a:solidFill>
                <a:latin typeface="FreeSans"/>
                <a:ea typeface="ＭＳ Ｐゴシック"/>
              </a:rPr>
              <a:t>E</a:t>
            </a:r>
            <a:r>
              <a:rPr lang="nl-NL" sz="1600" b="1" baseline="-25000" dirty="0">
                <a:solidFill>
                  <a:srgbClr val="003D64"/>
                </a:solidFill>
                <a:latin typeface="FreeSans"/>
                <a:ea typeface="ＭＳ Ｐゴシック"/>
              </a:rPr>
              <a:t>pos </a:t>
            </a:r>
            <a:r>
              <a:rPr lang="nl-NL" sz="1600" dirty="0">
                <a:solidFill>
                  <a:srgbClr val="003D64"/>
                </a:solidFill>
                <a:latin typeface="FreeSans"/>
                <a:ea typeface="ＭＳ Ｐゴシック"/>
              </a:rPr>
              <a:t>bepaalt waar de camera staat, </a:t>
            </a:r>
            <a:r>
              <a:rPr lang="nl-NL" sz="1600" b="1" dirty="0">
                <a:solidFill>
                  <a:srgbClr val="003D64"/>
                </a:solidFill>
                <a:latin typeface="FreeSans"/>
                <a:ea typeface="ＭＳ Ｐゴシック"/>
              </a:rPr>
              <a:t>E</a:t>
            </a:r>
            <a:r>
              <a:rPr lang="nl-NL" sz="1600" b="1" baseline="-25000" dirty="0">
                <a:solidFill>
                  <a:srgbClr val="003D64"/>
                </a:solidFill>
                <a:latin typeface="FreeSans"/>
                <a:ea typeface="ＭＳ Ｐゴシック"/>
              </a:rPr>
              <a:t>dir </a:t>
            </a:r>
            <a:r>
              <a:rPr lang="nl-NL" sz="1600" dirty="0">
                <a:solidFill>
                  <a:srgbClr val="003D64"/>
                </a:solidFill>
                <a:latin typeface="FreeSans"/>
                <a:ea typeface="ＭＳ Ｐゴシック"/>
              </a:rPr>
              <a:t>bepaalt waarheen de camera kijkt</a:t>
            </a:r>
          </a:p>
          <a:p>
            <a:pPr marL="457200" lvl="1" indent="0">
              <a:lnSpc>
                <a:spcPct val="81000"/>
              </a:lnSpc>
              <a:spcAft>
                <a:spcPts val="1413"/>
              </a:spcAft>
            </a:pPr>
            <a:br>
              <a:rPr lang="nl-BE" altLang="nl-NL" sz="2000" dirty="0">
                <a:solidFill>
                  <a:srgbClr val="003D64"/>
                </a:solidFill>
                <a:latin typeface="FreeSans"/>
                <a:ea typeface="ＭＳ Ｐゴシック"/>
              </a:rPr>
            </a:br>
            <a:endParaRPr lang="nl-BE" altLang="nl-NL" sz="2000" dirty="0">
              <a:solidFill>
                <a:srgbClr val="003D64"/>
              </a:solidFill>
              <a:latin typeface="FreeSans"/>
              <a:ea typeface="ＭＳ Ｐゴシック"/>
            </a:endParaRPr>
          </a:p>
          <a:p>
            <a:pPr marL="914400" lvl="2" indent="0">
              <a:lnSpc>
                <a:spcPct val="81000"/>
              </a:lnSpc>
              <a:spcAft>
                <a:spcPts val="1413"/>
              </a:spcAft>
              <a:buClrTx/>
            </a:pPr>
            <a:endParaRPr lang="nl-BE" altLang="nl-NL" sz="2000" dirty="0">
              <a:solidFill>
                <a:srgbClr val="003D64"/>
              </a:solidFill>
              <a:latin typeface="FreeSans"/>
              <a:ea typeface="ＭＳ Ｐゴシック"/>
            </a:endParaRPr>
          </a:p>
          <a:p>
            <a:pPr marL="854075" lvl="1" indent="-342900">
              <a:lnSpc>
                <a:spcPct val="81000"/>
              </a:lnSpc>
              <a:spcAft>
                <a:spcPts val="1413"/>
              </a:spcAft>
              <a:buClrTx/>
              <a:buFont typeface="Wingdings" panose="05000000000000000000" pitchFamily="2" charset="2"/>
              <a:buChar char="§"/>
            </a:pPr>
            <a:r>
              <a:rPr lang="nl-BE" altLang="nl-NL" sz="2000" dirty="0">
                <a:solidFill>
                  <a:srgbClr val="003D64"/>
                </a:solidFill>
                <a:latin typeface="FreeSans"/>
                <a:ea typeface="ＭＳ Ｐゴシック"/>
              </a:rPr>
              <a:t>Zonder view frustum:  </a:t>
            </a:r>
            <a:r>
              <a:rPr lang="nl-NL" sz="2000" b="1" dirty="0">
                <a:solidFill>
                  <a:srgbClr val="003D64"/>
                </a:solidFill>
                <a:latin typeface="FreeSans"/>
                <a:ea typeface="ＭＳ Ｐゴシック"/>
              </a:rPr>
              <a:t>E</a:t>
            </a:r>
            <a:r>
              <a:rPr lang="nl-NL" sz="2000" b="1" baseline="-25000" dirty="0">
                <a:solidFill>
                  <a:srgbClr val="003D64"/>
                </a:solidFill>
                <a:latin typeface="FreeSans"/>
                <a:ea typeface="ＭＳ Ｐゴシック"/>
              </a:rPr>
              <a:t>dir </a:t>
            </a:r>
            <a:r>
              <a:rPr lang="nl-NL" sz="2000" dirty="0">
                <a:solidFill>
                  <a:srgbClr val="003D64"/>
                </a:solidFill>
                <a:latin typeface="FreeSans"/>
                <a:ea typeface="ＭＳ Ｐゴシック"/>
              </a:rPr>
              <a:t>= -</a:t>
            </a:r>
            <a:r>
              <a:rPr lang="nl-NL" sz="2000" b="1" dirty="0">
                <a:solidFill>
                  <a:srgbClr val="003D64"/>
                </a:solidFill>
                <a:latin typeface="FreeSans"/>
                <a:ea typeface="ＭＳ Ｐゴシック"/>
              </a:rPr>
              <a:t>E</a:t>
            </a:r>
            <a:r>
              <a:rPr lang="nl-NL" sz="2000" b="1" baseline="-25000" dirty="0">
                <a:solidFill>
                  <a:srgbClr val="003D64"/>
                </a:solidFill>
                <a:latin typeface="FreeSans"/>
                <a:ea typeface="ＭＳ Ｐゴシック"/>
              </a:rPr>
              <a:t>pos    </a:t>
            </a:r>
            <a:r>
              <a:rPr lang="nl-NL" sz="2000" dirty="0">
                <a:solidFill>
                  <a:srgbClr val="003D64"/>
                </a:solidFill>
                <a:latin typeface="FreeSans"/>
                <a:ea typeface="ＭＳ Ｐゴシック"/>
              </a:rPr>
              <a:t>(kijk naar originele oorsprong)</a:t>
            </a:r>
            <a:endParaRPr lang="nl-BE" altLang="nl-NL" sz="2000" dirty="0">
              <a:solidFill>
                <a:srgbClr val="003D64"/>
              </a:solidFill>
              <a:latin typeface="FreeSans"/>
              <a:ea typeface="ＭＳ Ｐゴシック"/>
            </a:endParaRP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4F7B4815-88CA-4F08-A30F-2BE7D9EDD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588" y="7199313"/>
            <a:ext cx="52212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lnSpc>
                <a:spcPct val="108000"/>
              </a:lnSpc>
              <a:buClrTx/>
              <a:buFontTx/>
              <a:buNone/>
            </a:pPr>
            <a:r>
              <a:rPr lang="en-US" altLang="nl-NL" sz="1400" i="1">
                <a:latin typeface="FreeSans" pitchFamily="32" charset="0"/>
                <a:cs typeface="WenQuanYi Zen Hei" charset="0"/>
              </a:rPr>
              <a:t>Practicum Computer Graphics: 3D-Fractalen</a:t>
            </a:r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63C91805-03C4-4574-A481-04873958B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263" y="7199313"/>
            <a:ext cx="10683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ct val="108000"/>
              </a:lnSpc>
              <a:buClrTx/>
              <a:buFontTx/>
              <a:buNone/>
            </a:pPr>
            <a:fld id="{58BF2C37-879A-4215-9530-43F594E3F1B1}" type="slidenum">
              <a:rPr lang="en-GB" altLang="nl-NL" sz="1400">
                <a:latin typeface="FreeSans" pitchFamily="32" charset="0"/>
              </a:rPr>
              <a:pPr eaLnBrk="1">
                <a:lnSpc>
                  <a:spcPct val="108000"/>
                </a:lnSpc>
                <a:buClrTx/>
                <a:buFontTx/>
                <a:buNone/>
              </a:pPr>
              <a:t>3</a:t>
            </a:fld>
            <a:endParaRPr lang="en-GB" altLang="nl-NL" sz="1400">
              <a:latin typeface="FreeSans" pitchFamily="32" charset="0"/>
            </a:endParaRP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EE3D9C47-5008-4923-8E54-4B66A307B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992CB038-2F92-4822-8044-337AC5AA1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8D16DE96-E873-41BE-B8A0-85FF54DBA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A596FA08-9D49-459B-84ED-022C08F7C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DE4A4451-19DD-45BF-9E5D-86AFB8514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1" name="Rectangle 11">
            <a:extLst>
              <a:ext uri="{FF2B5EF4-FFF2-40B4-BE49-F238E27FC236}">
                <a16:creationId xmlns:a16="http://schemas.microsoft.com/office/drawing/2014/main" id="{63B8BF7D-013F-410D-B3BF-5D22DACCB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2" name="Rectangle 12">
            <a:extLst>
              <a:ext uri="{FF2B5EF4-FFF2-40B4-BE49-F238E27FC236}">
                <a16:creationId xmlns:a16="http://schemas.microsoft.com/office/drawing/2014/main" id="{59580B19-B87E-4FAF-9CA8-EE885F14D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3" name="Rectangle 13">
            <a:extLst>
              <a:ext uri="{FF2B5EF4-FFF2-40B4-BE49-F238E27FC236}">
                <a16:creationId xmlns:a16="http://schemas.microsoft.com/office/drawing/2014/main" id="{174CE5D7-C910-4840-9695-1754049A0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0100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45F1BA2E-47BD-4634-8849-3E42EB795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5" name="Rectangle 15">
            <a:extLst>
              <a:ext uri="{FF2B5EF4-FFF2-40B4-BE49-F238E27FC236}">
                <a16:creationId xmlns:a16="http://schemas.microsoft.com/office/drawing/2014/main" id="{E46EE548-F58C-4A0E-AAF9-549D9F0B0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6" name="Rectangle 16">
            <a:extLst>
              <a:ext uri="{FF2B5EF4-FFF2-40B4-BE49-F238E27FC236}">
                <a16:creationId xmlns:a16="http://schemas.microsoft.com/office/drawing/2014/main" id="{293AC340-E9AE-4585-A33A-B206D7524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7" name="Rectangle 17">
            <a:extLst>
              <a:ext uri="{FF2B5EF4-FFF2-40B4-BE49-F238E27FC236}">
                <a16:creationId xmlns:a16="http://schemas.microsoft.com/office/drawing/2014/main" id="{41220E42-2259-47E7-B7C8-1D7849DEC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0100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8" name="Rectangle 18">
            <a:extLst>
              <a:ext uri="{FF2B5EF4-FFF2-40B4-BE49-F238E27FC236}">
                <a16:creationId xmlns:a16="http://schemas.microsoft.com/office/drawing/2014/main" id="{EF86537E-BD4F-4B89-9B6D-42C838EAB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9" name="Rectangle 19">
            <a:extLst>
              <a:ext uri="{FF2B5EF4-FFF2-40B4-BE49-F238E27FC236}">
                <a16:creationId xmlns:a16="http://schemas.microsoft.com/office/drawing/2014/main" id="{8FBDE3DB-341F-4D8D-A0E1-206AEDCF4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60" name="Rectangle 20">
            <a:extLst>
              <a:ext uri="{FF2B5EF4-FFF2-40B4-BE49-F238E27FC236}">
                <a16:creationId xmlns:a16="http://schemas.microsoft.com/office/drawing/2014/main" id="{ADCB60F5-18A7-4C33-AEC9-5979121AB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61" name="Rectangle 21">
            <a:extLst>
              <a:ext uri="{FF2B5EF4-FFF2-40B4-BE49-F238E27FC236}">
                <a16:creationId xmlns:a16="http://schemas.microsoft.com/office/drawing/2014/main" id="{DAA32B23-3C01-4DD4-B440-6EB8FE065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267844-9B5C-45C8-BA1C-59F0FA33DC27}"/>
              </a:ext>
            </a:extLst>
          </p:cNvPr>
          <p:cNvSpPr txBox="1"/>
          <p:nvPr/>
        </p:nvSpPr>
        <p:spPr>
          <a:xfrm>
            <a:off x="6411912" y="1798637"/>
            <a:ext cx="3387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Zonder view frustum: enkel </a:t>
            </a:r>
            <a:r>
              <a:rPr lang="nl-NL" sz="14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FreeSans"/>
                <a:ea typeface="ＭＳ Ｐゴシック"/>
              </a:rPr>
              <a:t>E</a:t>
            </a:r>
            <a:r>
              <a:rPr lang="nl-NL" sz="1400" b="1" baseline="-25000" dirty="0">
                <a:solidFill>
                  <a:schemeClr val="accent2">
                    <a:lumMod val="60000"/>
                    <a:lumOff val="40000"/>
                  </a:schemeClr>
                </a:solidFill>
                <a:latin typeface="FreeSans"/>
                <a:ea typeface="ＭＳ Ｐゴシック"/>
              </a:rPr>
              <a:t>pos  </a:t>
            </a:r>
            <a:r>
              <a:rPr lang="nl-BE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gegeven</a:t>
            </a:r>
          </a:p>
        </p:txBody>
      </p:sp>
    </p:spTree>
    <p:extLst>
      <p:ext uri="{BB962C8B-B14F-4D97-AF65-F5344CB8AC3E}">
        <p14:creationId xmlns:p14="http://schemas.microsoft.com/office/powerpoint/2010/main" val="37435851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Picture 1">
            <a:extLst>
              <a:ext uri="{FF2B5EF4-FFF2-40B4-BE49-F238E27FC236}">
                <a16:creationId xmlns:a16="http://schemas.microsoft.com/office/drawing/2014/main" id="{8A0DBF0F-56C3-4B64-A5B6-9CE1F9775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512" y="4295384"/>
            <a:ext cx="3866594" cy="2432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42" name="Text Box 2">
            <a:extLst>
              <a:ext uri="{FF2B5EF4-FFF2-40B4-BE49-F238E27FC236}">
                <a16:creationId xmlns:a16="http://schemas.microsoft.com/office/drawing/2014/main" id="{E43312F3-9F73-4EF6-951B-C7639C7DA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179388"/>
            <a:ext cx="8278813" cy="89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8000"/>
              </a:lnSpc>
              <a:buClrTx/>
              <a:buFontTx/>
              <a:buNone/>
            </a:pPr>
            <a:r>
              <a:rPr lang="nl-BE" altLang="nl-NL" sz="2800" b="1">
                <a:solidFill>
                  <a:srgbClr val="003D64"/>
                </a:solidFill>
                <a:latin typeface="FreeSans" pitchFamily="32" charset="0"/>
              </a:rPr>
              <a:t>View Frustum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43F52DED-6D4C-4D83-9158-70EA8CFDB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260475"/>
            <a:ext cx="9794874" cy="243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57600" rIns="0" bIns="0" anchor="t"/>
          <a:lstStyle>
            <a:lvl1pPr marL="338138" indent="-338138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39775" indent="-282575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37820" indent="-337820"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BE" sz="2400" b="1" dirty="0">
                <a:solidFill>
                  <a:srgbClr val="003D64"/>
                </a:solidFill>
                <a:latin typeface="FreeSans"/>
                <a:ea typeface="ＭＳ Ｐゴシック"/>
              </a:rPr>
              <a:t>Clip de figuren per </a:t>
            </a:r>
            <a:r>
              <a:rPr lang="nl-BE" sz="2400" b="1" dirty="0" err="1">
                <a:solidFill>
                  <a:srgbClr val="003D64"/>
                </a:solidFill>
                <a:latin typeface="FreeSans"/>
                <a:ea typeface="ＭＳ Ｐゴシック"/>
              </a:rPr>
              <a:t>plane</a:t>
            </a:r>
            <a:endParaRPr lang="nl-NL" dirty="0" err="1">
              <a:latin typeface="FreeSans"/>
              <a:ea typeface="ＭＳ Ｐゴシック"/>
            </a:endParaRPr>
          </a:p>
          <a:p>
            <a:pPr marL="800100" lvl="1" indent="-342900">
              <a:lnSpc>
                <a:spcPct val="81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r>
              <a:rPr lang="nl-BE" altLang="nl-NL" sz="2200" dirty="0">
                <a:solidFill>
                  <a:srgbClr val="003D64"/>
                </a:solidFill>
                <a:latin typeface="FreeSans"/>
                <a:ea typeface="ＭＳ Ｐゴシック"/>
                <a:cs typeface="WenQuanYi Zen Hei" charset="0"/>
              </a:rPr>
              <a:t>Behoud, verwijder of vervang faces (zie cursus)</a:t>
            </a:r>
          </a:p>
          <a:p>
            <a:pPr marL="800100" lvl="1" indent="-342900">
              <a:lnSpc>
                <a:spcPct val="81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r>
              <a:rPr lang="nl-BE" altLang="nl-NL" sz="2200" dirty="0">
                <a:solidFill>
                  <a:srgbClr val="003D64"/>
                </a:solidFill>
                <a:latin typeface="FreeSans"/>
                <a:ea typeface="ＭＳ Ｐゴシック"/>
                <a:cs typeface="WenQuanYi Zen Hei" charset="0"/>
              </a:rPr>
              <a:t>Slechts enkele verschillen in implementatie per plane</a:t>
            </a:r>
          </a:p>
          <a:p>
            <a:pPr marL="1257300" lvl="2" indent="-342900">
              <a:lnSpc>
                <a:spcPct val="81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r>
              <a:rPr lang="nl-BE" altLang="nl-NL" sz="2200" dirty="0">
                <a:solidFill>
                  <a:srgbClr val="003D64"/>
                </a:solidFill>
                <a:latin typeface="FreeSans"/>
                <a:ea typeface="ＭＳ Ｐゴシック"/>
                <a:cs typeface="WenQuanYi Zen Hei" charset="0"/>
              </a:rPr>
              <a:t>Is het punt zichtbaar? </a:t>
            </a:r>
          </a:p>
          <a:p>
            <a:pPr marL="1257300" lvl="2" indent="-342900">
              <a:lnSpc>
                <a:spcPct val="81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r>
              <a:rPr lang="nl-BE" altLang="nl-NL" sz="2200" dirty="0">
                <a:solidFill>
                  <a:srgbClr val="003D64"/>
                </a:solidFill>
                <a:latin typeface="FreeSans"/>
                <a:ea typeface="ＭＳ Ｐゴシック"/>
                <a:cs typeface="WenQuanYi Zen Hei" charset="0"/>
              </a:rPr>
              <a:t>Berekening </a:t>
            </a:r>
            <a:r>
              <a:rPr lang="nl-BE" altLang="nl-NL" sz="2200" i="1" dirty="0">
                <a:solidFill>
                  <a:srgbClr val="003D64"/>
                </a:solidFill>
                <a:latin typeface="FreeSans"/>
                <a:ea typeface="ＭＳ Ｐゴシック"/>
                <a:cs typeface="WenQuanYi Zen Hei" charset="0"/>
              </a:rPr>
              <a:t>p </a:t>
            </a:r>
            <a:r>
              <a:rPr lang="nl-BE" altLang="nl-NL" sz="2200" dirty="0">
                <a:solidFill>
                  <a:srgbClr val="003D64"/>
                </a:solidFill>
                <a:latin typeface="FreeSans"/>
                <a:ea typeface="ＭＳ Ｐゴシック"/>
                <a:cs typeface="WenQuanYi Zen Hei" charset="0"/>
              </a:rPr>
              <a:t>in formules</a:t>
            </a:r>
          </a:p>
          <a:p>
            <a:pPr marL="800100" lvl="1" indent="-342900">
              <a:lnSpc>
                <a:spcPct val="81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r>
              <a:rPr lang="nl-BE" altLang="nl-NL" sz="2200" dirty="0">
                <a:solidFill>
                  <a:srgbClr val="003D64"/>
                </a:solidFill>
                <a:latin typeface="FreeSans"/>
                <a:ea typeface="ＭＳ Ｐゴシック"/>
                <a:cs typeface="WenQuanYi Zen Hei" charset="0"/>
              </a:rPr>
              <a:t>Verder exact zelfde gedrag per plane </a:t>
            </a:r>
            <a:r>
              <a:rPr lang="nl-BE" altLang="nl-NL" sz="2200" dirty="0">
                <a:solidFill>
                  <a:srgbClr val="003D64"/>
                </a:solidFill>
                <a:latin typeface="FreeSans"/>
                <a:ea typeface="ＭＳ Ｐゴシック"/>
                <a:cs typeface="WenQuanYi Zen Hei" charset="0"/>
                <a:sym typeface="Wingdings" panose="05000000000000000000" pitchFamily="2" charset="2"/>
              </a:rPr>
              <a:t> minimaliseer code duplication!</a:t>
            </a:r>
            <a:endParaRPr lang="nl-BE" altLang="nl-NL" sz="2200" dirty="0">
              <a:solidFill>
                <a:srgbClr val="003D64"/>
              </a:solidFill>
              <a:latin typeface="FreeSans"/>
              <a:ea typeface="ＭＳ Ｐゴシック"/>
              <a:cs typeface="WenQuanYi Zen Hei" charset="0"/>
            </a:endParaRP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4F7B4815-88CA-4F08-A30F-2BE7D9EDD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588" y="7199313"/>
            <a:ext cx="52212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lnSpc>
                <a:spcPct val="108000"/>
              </a:lnSpc>
              <a:buClrTx/>
              <a:buFontTx/>
              <a:buNone/>
            </a:pPr>
            <a:r>
              <a:rPr lang="en-US" altLang="nl-NL" sz="1400" i="1">
                <a:latin typeface="FreeSans" pitchFamily="32" charset="0"/>
                <a:cs typeface="WenQuanYi Zen Hei" charset="0"/>
              </a:rPr>
              <a:t>Practicum Computer Graphics: 3D-Fractalen</a:t>
            </a:r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63C91805-03C4-4574-A481-04873958B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263" y="7199313"/>
            <a:ext cx="10683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ct val="108000"/>
              </a:lnSpc>
              <a:buClrTx/>
              <a:buFontTx/>
              <a:buNone/>
            </a:pPr>
            <a:fld id="{58BF2C37-879A-4215-9530-43F594E3F1B1}" type="slidenum">
              <a:rPr lang="en-GB" altLang="nl-NL" sz="1400">
                <a:latin typeface="FreeSans" pitchFamily="32" charset="0"/>
              </a:rPr>
              <a:pPr eaLnBrk="1">
                <a:lnSpc>
                  <a:spcPct val="108000"/>
                </a:lnSpc>
                <a:buClrTx/>
                <a:buFontTx/>
                <a:buNone/>
              </a:pPr>
              <a:t>4</a:t>
            </a:fld>
            <a:endParaRPr lang="en-GB" altLang="nl-NL" sz="1400">
              <a:latin typeface="FreeSans" pitchFamily="32" charset="0"/>
            </a:endParaRP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EE3D9C47-5008-4923-8E54-4B66A307B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992CB038-2F92-4822-8044-337AC5AA1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8D16DE96-E873-41BE-B8A0-85FF54DBA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A596FA08-9D49-459B-84ED-022C08F7C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DE4A4451-19DD-45BF-9E5D-86AFB8514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1" name="Rectangle 11">
            <a:extLst>
              <a:ext uri="{FF2B5EF4-FFF2-40B4-BE49-F238E27FC236}">
                <a16:creationId xmlns:a16="http://schemas.microsoft.com/office/drawing/2014/main" id="{63B8BF7D-013F-410D-B3BF-5D22DACCB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2" name="Rectangle 12">
            <a:extLst>
              <a:ext uri="{FF2B5EF4-FFF2-40B4-BE49-F238E27FC236}">
                <a16:creationId xmlns:a16="http://schemas.microsoft.com/office/drawing/2014/main" id="{59580B19-B87E-4FAF-9CA8-EE885F14D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3" name="Rectangle 13">
            <a:extLst>
              <a:ext uri="{FF2B5EF4-FFF2-40B4-BE49-F238E27FC236}">
                <a16:creationId xmlns:a16="http://schemas.microsoft.com/office/drawing/2014/main" id="{174CE5D7-C910-4840-9695-1754049A0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0100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45F1BA2E-47BD-4634-8849-3E42EB795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5" name="Rectangle 15">
            <a:extLst>
              <a:ext uri="{FF2B5EF4-FFF2-40B4-BE49-F238E27FC236}">
                <a16:creationId xmlns:a16="http://schemas.microsoft.com/office/drawing/2014/main" id="{E46EE548-F58C-4A0E-AAF9-549D9F0B0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6" name="Rectangle 16">
            <a:extLst>
              <a:ext uri="{FF2B5EF4-FFF2-40B4-BE49-F238E27FC236}">
                <a16:creationId xmlns:a16="http://schemas.microsoft.com/office/drawing/2014/main" id="{293AC340-E9AE-4585-A33A-B206D7524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7" name="Rectangle 17">
            <a:extLst>
              <a:ext uri="{FF2B5EF4-FFF2-40B4-BE49-F238E27FC236}">
                <a16:creationId xmlns:a16="http://schemas.microsoft.com/office/drawing/2014/main" id="{41220E42-2259-47E7-B7C8-1D7849DEC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0100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8" name="Rectangle 18">
            <a:extLst>
              <a:ext uri="{FF2B5EF4-FFF2-40B4-BE49-F238E27FC236}">
                <a16:creationId xmlns:a16="http://schemas.microsoft.com/office/drawing/2014/main" id="{EF86537E-BD4F-4B89-9B6D-42C838EAB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59" name="Rectangle 19">
            <a:extLst>
              <a:ext uri="{FF2B5EF4-FFF2-40B4-BE49-F238E27FC236}">
                <a16:creationId xmlns:a16="http://schemas.microsoft.com/office/drawing/2014/main" id="{8FBDE3DB-341F-4D8D-A0E1-206AEDCF4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60" name="Rectangle 20">
            <a:extLst>
              <a:ext uri="{FF2B5EF4-FFF2-40B4-BE49-F238E27FC236}">
                <a16:creationId xmlns:a16="http://schemas.microsoft.com/office/drawing/2014/main" id="{ADCB60F5-18A7-4C33-AEC9-5979121AB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0261" name="Rectangle 21">
            <a:extLst>
              <a:ext uri="{FF2B5EF4-FFF2-40B4-BE49-F238E27FC236}">
                <a16:creationId xmlns:a16="http://schemas.microsoft.com/office/drawing/2014/main" id="{DAA32B23-3C01-4DD4-B440-6EB8FE065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106277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5" name="Picture 1">
            <a:extLst>
              <a:ext uri="{FF2B5EF4-FFF2-40B4-BE49-F238E27FC236}">
                <a16:creationId xmlns:a16="http://schemas.microsoft.com/office/drawing/2014/main" id="{900FF2F7-8B9E-4A0B-9524-0E5EDEE53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0" y="3859213"/>
            <a:ext cx="5019675" cy="318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266" name="Text Box 2">
            <a:extLst>
              <a:ext uri="{FF2B5EF4-FFF2-40B4-BE49-F238E27FC236}">
                <a16:creationId xmlns:a16="http://schemas.microsoft.com/office/drawing/2014/main" id="{12380227-A0E1-4238-88EE-A4796480D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179388"/>
            <a:ext cx="8278813" cy="89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8000"/>
              </a:lnSpc>
              <a:buClrTx/>
              <a:buFontTx/>
              <a:buNone/>
            </a:pPr>
            <a:r>
              <a:rPr lang="nl-BE" altLang="nl-NL" sz="2800" b="1">
                <a:solidFill>
                  <a:srgbClr val="003D64"/>
                </a:solidFill>
                <a:latin typeface="FreeSans" pitchFamily="32" charset="0"/>
              </a:rPr>
              <a:t>View Frustum: viewport</a:t>
            </a:r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77A6716F-E909-4C00-BFC3-9655F164A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260475"/>
            <a:ext cx="9326563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57600" rIns="0" bIns="0"/>
          <a:lstStyle>
            <a:lvl1pPr marL="338138" indent="-338138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39775" indent="-282575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BE" altLang="nl-NL" sz="2400" b="1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Variabelen voor clipping planes</a:t>
            </a:r>
          </a:p>
          <a:p>
            <a:pPr marL="800100" lvl="1" indent="-342900">
              <a:lnSpc>
                <a:spcPct val="81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Gegeven: near, far, horizontal field of view (hfov), aspect ratio</a:t>
            </a:r>
          </a:p>
          <a:p>
            <a:pPr marL="800100" lvl="1" indent="-342900">
              <a:lnSpc>
                <a:spcPct val="81000"/>
              </a:lnSpc>
              <a:spcAft>
                <a:spcPts val="1413"/>
              </a:spcAft>
              <a:buFont typeface="Arial" panose="020B0604020202020204" pitchFamily="34" charset="0"/>
              <a:buChar char="•"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Gezocht: right (= -left), top (= -bottom)</a:t>
            </a:r>
          </a:p>
          <a:p>
            <a:pPr marL="741363" lvl="1">
              <a:lnSpc>
                <a:spcPct val="81000"/>
              </a:lnSpc>
              <a:spcAft>
                <a:spcPts val="1413"/>
              </a:spcAft>
              <a:buClrTx/>
              <a:buFontTx/>
              <a:buNone/>
            </a:pPr>
            <a:endParaRPr lang="nl-BE" altLang="nl-NL" sz="2200" dirty="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FE2273C6-03FA-43F9-A33B-B40FAB260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588" y="7199313"/>
            <a:ext cx="52212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lnSpc>
                <a:spcPct val="108000"/>
              </a:lnSpc>
              <a:buClrTx/>
              <a:buFontTx/>
              <a:buNone/>
            </a:pPr>
            <a:r>
              <a:rPr lang="en-US" altLang="nl-NL" sz="1400" i="1">
                <a:latin typeface="FreeSans" pitchFamily="32" charset="0"/>
                <a:cs typeface="WenQuanYi Zen Hei" charset="0"/>
              </a:rPr>
              <a:t>Practicum Computer Graphics: 3D-Fractalen</a:t>
            </a:r>
          </a:p>
        </p:txBody>
      </p:sp>
      <p:sp>
        <p:nvSpPr>
          <p:cNvPr id="11269" name="Text Box 5">
            <a:extLst>
              <a:ext uri="{FF2B5EF4-FFF2-40B4-BE49-F238E27FC236}">
                <a16:creationId xmlns:a16="http://schemas.microsoft.com/office/drawing/2014/main" id="{637DCFF6-33D5-43E6-B13E-4A5FEBAFD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263" y="7199313"/>
            <a:ext cx="10683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ct val="108000"/>
              </a:lnSpc>
              <a:buClrTx/>
              <a:buFontTx/>
              <a:buNone/>
            </a:pPr>
            <a:fld id="{0F4AE84F-FFF9-44CC-9C56-CF4DC58F6A7C}" type="slidenum">
              <a:rPr lang="en-GB" altLang="nl-NL" sz="1400">
                <a:latin typeface="FreeSans" pitchFamily="32" charset="0"/>
              </a:rPr>
              <a:pPr eaLnBrk="1">
                <a:lnSpc>
                  <a:spcPct val="108000"/>
                </a:lnSpc>
                <a:buClrTx/>
                <a:buFontTx/>
                <a:buNone/>
              </a:pPr>
              <a:t>5</a:t>
            </a:fld>
            <a:endParaRPr lang="en-GB" altLang="nl-NL" sz="1400">
              <a:latin typeface="FreeSans" pitchFamily="32" charset="0"/>
            </a:endParaRP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1D512AA9-29FE-4BBB-8DAE-E4928D540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AF808F23-F729-4228-9903-778B234D1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1272" name="Rectangle 8">
            <a:extLst>
              <a:ext uri="{FF2B5EF4-FFF2-40B4-BE49-F238E27FC236}">
                <a16:creationId xmlns:a16="http://schemas.microsoft.com/office/drawing/2014/main" id="{3640BBDA-6847-4D8E-9DC9-016C43446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1273" name="Rectangle 9">
            <a:extLst>
              <a:ext uri="{FF2B5EF4-FFF2-40B4-BE49-F238E27FC236}">
                <a16:creationId xmlns:a16="http://schemas.microsoft.com/office/drawing/2014/main" id="{EA8DCAE0-52CC-4CDB-8904-0F1670D81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1274" name="Rectangle 10">
            <a:extLst>
              <a:ext uri="{FF2B5EF4-FFF2-40B4-BE49-F238E27FC236}">
                <a16:creationId xmlns:a16="http://schemas.microsoft.com/office/drawing/2014/main" id="{CB101618-8569-4437-841C-3CA290496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1275" name="Rectangle 11">
            <a:extLst>
              <a:ext uri="{FF2B5EF4-FFF2-40B4-BE49-F238E27FC236}">
                <a16:creationId xmlns:a16="http://schemas.microsoft.com/office/drawing/2014/main" id="{849E3839-44DF-47F5-8196-A6FB1CA1A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1276" name="Rectangle 12">
            <a:extLst>
              <a:ext uri="{FF2B5EF4-FFF2-40B4-BE49-F238E27FC236}">
                <a16:creationId xmlns:a16="http://schemas.microsoft.com/office/drawing/2014/main" id="{D5FEAB4F-7C85-4747-8813-FE6E20D01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1277" name="Rectangle 13">
            <a:extLst>
              <a:ext uri="{FF2B5EF4-FFF2-40B4-BE49-F238E27FC236}">
                <a16:creationId xmlns:a16="http://schemas.microsoft.com/office/drawing/2014/main" id="{E3D1E70E-E45C-4CCA-B11D-16ED95AF1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0100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1278" name="Rectangle 14">
            <a:extLst>
              <a:ext uri="{FF2B5EF4-FFF2-40B4-BE49-F238E27FC236}">
                <a16:creationId xmlns:a16="http://schemas.microsoft.com/office/drawing/2014/main" id="{294A4730-7C29-4B78-A847-1C7CD2827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1279" name="Rectangle 15">
            <a:extLst>
              <a:ext uri="{FF2B5EF4-FFF2-40B4-BE49-F238E27FC236}">
                <a16:creationId xmlns:a16="http://schemas.microsoft.com/office/drawing/2014/main" id="{FE734382-F252-41C6-9451-869A955E0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1280" name="Rectangle 16">
            <a:extLst>
              <a:ext uri="{FF2B5EF4-FFF2-40B4-BE49-F238E27FC236}">
                <a16:creationId xmlns:a16="http://schemas.microsoft.com/office/drawing/2014/main" id="{7CA25E3F-568C-469D-B2A3-720056752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1281" name="Rectangle 17">
            <a:extLst>
              <a:ext uri="{FF2B5EF4-FFF2-40B4-BE49-F238E27FC236}">
                <a16:creationId xmlns:a16="http://schemas.microsoft.com/office/drawing/2014/main" id="{7DA80109-BFBB-49A9-A071-9C1744CB2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0100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1282" name="Rectangle 18">
            <a:extLst>
              <a:ext uri="{FF2B5EF4-FFF2-40B4-BE49-F238E27FC236}">
                <a16:creationId xmlns:a16="http://schemas.microsoft.com/office/drawing/2014/main" id="{0E8ED2ED-D16A-45F7-81BA-EF91428C5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1283" name="Rectangle 19">
            <a:extLst>
              <a:ext uri="{FF2B5EF4-FFF2-40B4-BE49-F238E27FC236}">
                <a16:creationId xmlns:a16="http://schemas.microsoft.com/office/drawing/2014/main" id="{8A324D02-B9F4-4412-B161-210668437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1284" name="Rectangle 20">
            <a:extLst>
              <a:ext uri="{FF2B5EF4-FFF2-40B4-BE49-F238E27FC236}">
                <a16:creationId xmlns:a16="http://schemas.microsoft.com/office/drawing/2014/main" id="{FA5262B9-C313-48DE-901A-BD8F6B2DC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1285" name="Rectangle 21">
            <a:extLst>
              <a:ext uri="{FF2B5EF4-FFF2-40B4-BE49-F238E27FC236}">
                <a16:creationId xmlns:a16="http://schemas.microsoft.com/office/drawing/2014/main" id="{31EB9409-D942-4F41-A690-36375FB18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1286" name="Text Box 22">
            <a:extLst>
              <a:ext uri="{FF2B5EF4-FFF2-40B4-BE49-F238E27FC236}">
                <a16:creationId xmlns:a16="http://schemas.microsoft.com/office/drawing/2014/main" id="{AD947E8B-C40F-4E78-9DE4-B10DB5433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991" y="2731855"/>
            <a:ext cx="9450272" cy="1811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5000" rIns="90000" bIns="4500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Beschouw de driehoek ABC, met:</a:t>
            </a:r>
          </a:p>
          <a:p>
            <a:pPr>
              <a:buClrTx/>
              <a:buFontTx/>
              <a:buNone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A = eyepoint (0,0,0), B = (0,0,-near), C = (right</a:t>
            </a:r>
            <a:r>
              <a:rPr lang="nl-BE" altLang="nl-NL" sz="220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, 0, </a:t>
            </a: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-near)</a:t>
            </a:r>
          </a:p>
          <a:p>
            <a:pPr>
              <a:buClrTx/>
              <a:buFontTx/>
              <a:buNone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ABC: rechthoekig in B, met |AB| = near, hoek in A = hfov/2</a:t>
            </a:r>
          </a:p>
          <a:p>
            <a:pPr>
              <a:buClrTx/>
              <a:buFontTx/>
              <a:buNone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→ |BC| = right = near * tan(hfov/2)</a:t>
            </a:r>
          </a:p>
          <a:p>
            <a:pPr>
              <a:buClrTx/>
              <a:buFontTx/>
              <a:buNone/>
            </a:pPr>
            <a:endParaRPr lang="nl-BE" altLang="nl-NL" sz="2200" dirty="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  <a:p>
            <a:pPr>
              <a:buClrTx/>
              <a:buFontTx/>
              <a:buNone/>
            </a:pPr>
            <a:r>
              <a:rPr lang="nl-BE" altLang="nl-NL" sz="22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Per definitie: top = right / aspectRatio</a:t>
            </a:r>
          </a:p>
          <a:p>
            <a:pPr>
              <a:buClrTx/>
              <a:buFontTx/>
              <a:buNone/>
            </a:pPr>
            <a:endParaRPr lang="nl-BE" altLang="nl-NL" sz="2200" dirty="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  <a:p>
            <a:pPr>
              <a:buClrTx/>
              <a:buFontTx/>
              <a:buNone/>
            </a:pPr>
            <a:endParaRPr lang="nl-BE" altLang="nl-NL" sz="2200" dirty="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  <a:p>
            <a:pPr>
              <a:buClrTx/>
              <a:buFontTx/>
              <a:buNone/>
            </a:pPr>
            <a:endParaRPr lang="nl-BE" altLang="nl-NL" sz="2200" dirty="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  <a:p>
            <a:pPr>
              <a:buClrTx/>
              <a:buFontTx/>
              <a:buNone/>
            </a:pPr>
            <a:endParaRPr lang="nl-BE" altLang="nl-NL" sz="2200" dirty="0">
              <a:solidFill>
                <a:srgbClr val="003D64"/>
              </a:solidFill>
              <a:latin typeface="FreeSans" pitchFamily="32" charset="0"/>
              <a:cs typeface="WenQuanYi Zen Hei" charset="0"/>
            </a:endParaRPr>
          </a:p>
          <a:p>
            <a:pPr>
              <a:buClrTx/>
              <a:buFontTx/>
              <a:buNone/>
            </a:pPr>
            <a:r>
              <a:rPr lang="nl-BE" altLang="nl-NL" sz="16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dVal = -dNear of -dFar of</a:t>
            </a:r>
          </a:p>
          <a:p>
            <a:pPr>
              <a:buClrTx/>
              <a:buFontTx/>
              <a:buNone/>
            </a:pPr>
            <a:r>
              <a:rPr lang="nl-BE" altLang="nl-NL" sz="16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             right of left of</a:t>
            </a:r>
          </a:p>
          <a:p>
            <a:pPr>
              <a:buClrTx/>
              <a:buFontTx/>
              <a:buNone/>
            </a:pPr>
            <a:r>
              <a:rPr lang="nl-BE" altLang="nl-NL" sz="16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             top of bottom</a:t>
            </a:r>
          </a:p>
          <a:p>
            <a:pPr>
              <a:buClrTx/>
              <a:buFontTx/>
              <a:buNone/>
            </a:pPr>
            <a:r>
              <a:rPr lang="nl-BE" altLang="nl-NL" sz="1600" dirty="0">
                <a:solidFill>
                  <a:srgbClr val="003D64"/>
                </a:solidFill>
                <a:latin typeface="FreeSans" pitchFamily="32" charset="0"/>
                <a:cs typeface="WenQuanYi Zen Hei" charset="0"/>
              </a:rPr>
              <a:t>            (afh. van plane)</a:t>
            </a:r>
          </a:p>
        </p:txBody>
      </p:sp>
      <p:sp>
        <p:nvSpPr>
          <p:cNvPr id="11287" name="Line 23">
            <a:extLst>
              <a:ext uri="{FF2B5EF4-FFF2-40B4-BE49-F238E27FC236}">
                <a16:creationId xmlns:a16="http://schemas.microsoft.com/office/drawing/2014/main" id="{BA8BFD3E-0259-40CD-A780-B7A6E83B63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27638" y="5624513"/>
            <a:ext cx="1612900" cy="1019175"/>
          </a:xfrm>
          <a:prstGeom prst="line">
            <a:avLst/>
          </a:prstGeom>
          <a:noFill/>
          <a:ln w="9360" cap="sq">
            <a:solidFill>
              <a:srgbClr val="33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11288" name="Line 24">
            <a:extLst>
              <a:ext uri="{FF2B5EF4-FFF2-40B4-BE49-F238E27FC236}">
                <a16:creationId xmlns:a16="http://schemas.microsoft.com/office/drawing/2014/main" id="{172C55E3-6C70-44B8-83F9-9025892187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26050" y="5580063"/>
            <a:ext cx="373063" cy="1062037"/>
          </a:xfrm>
          <a:prstGeom prst="line">
            <a:avLst/>
          </a:prstGeom>
          <a:noFill/>
          <a:ln w="6480" cap="sq">
            <a:solidFill>
              <a:srgbClr val="3333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11289" name="Freeform 25">
            <a:extLst>
              <a:ext uri="{FF2B5EF4-FFF2-40B4-BE49-F238E27FC236}">
                <a16:creationId xmlns:a16="http://schemas.microsoft.com/office/drawing/2014/main" id="{562CBFFB-BC2A-4829-810A-8088EDA63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6443663"/>
            <a:ext cx="287337" cy="153987"/>
          </a:xfrm>
          <a:custGeom>
            <a:avLst/>
            <a:gdLst>
              <a:gd name="G0" fmla="+- 1 0 0"/>
              <a:gd name="G1" fmla="+- 1 0 0"/>
              <a:gd name="G2" fmla="+- 1 0 0"/>
              <a:gd name="G3" fmla="+- 1 0 0"/>
              <a:gd name="G4" fmla="+- 1 0 0"/>
              <a:gd name="G5" fmla="+- 1 0 0"/>
              <a:gd name="G6" fmla="+- 1 0 0"/>
              <a:gd name="G7" fmla="+- 1 0 0"/>
              <a:gd name="G8" fmla="+- 1 0 0"/>
              <a:gd name="G9" fmla="+- 1 0 0"/>
              <a:gd name="T0" fmla="*/ 144016 w 288032"/>
              <a:gd name="T1" fmla="*/ 0 h 153517"/>
              <a:gd name="T2" fmla="*/ 288032 w 288032"/>
              <a:gd name="T3" fmla="*/ 76759 h 15351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8032" h="153517" stroke="0">
                <a:moveTo>
                  <a:pt x="144016" y="0"/>
                </a:moveTo>
                <a:cubicBezTo>
                  <a:pt x="223554" y="0"/>
                  <a:pt x="288032" y="34366"/>
                  <a:pt x="288032" y="76759"/>
                </a:cubicBezTo>
                <a:lnTo>
                  <a:pt x="144016" y="76759"/>
                </a:lnTo>
                <a:lnTo>
                  <a:pt x="144016" y="0"/>
                </a:lnTo>
                <a:close/>
              </a:path>
              <a:path w="288032" h="153517" fill="none">
                <a:moveTo>
                  <a:pt x="144016" y="0"/>
                </a:moveTo>
                <a:cubicBezTo>
                  <a:pt x="223554" y="0"/>
                  <a:pt x="288032" y="34366"/>
                  <a:pt x="288032" y="76759"/>
                </a:cubicBezTo>
              </a:path>
            </a:pathLst>
          </a:custGeom>
          <a:solidFill>
            <a:srgbClr val="00B8FF">
              <a:alpha val="0"/>
            </a:srgbClr>
          </a:solidFill>
          <a:ln w="9360" cap="flat">
            <a:solidFill>
              <a:srgbClr val="33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1290" name="Text Box 26">
            <a:extLst>
              <a:ext uri="{FF2B5EF4-FFF2-40B4-BE49-F238E27FC236}">
                <a16:creationId xmlns:a16="http://schemas.microsoft.com/office/drawing/2014/main" id="{600DD055-F558-4549-9843-3249407A58DB}"/>
              </a:ext>
            </a:extLst>
          </p:cNvPr>
          <p:cNvSpPr txBox="1">
            <a:spLocks noChangeArrowheads="1"/>
          </p:cNvSpPr>
          <p:nvPr/>
        </p:nvSpPr>
        <p:spPr bwMode="auto">
          <a:xfrm rot="2400000">
            <a:off x="5334851" y="6253268"/>
            <a:ext cx="589500" cy="21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r>
              <a:rPr lang="nl-BE" altLang="nl-NL" sz="800" dirty="0" err="1">
                <a:solidFill>
                  <a:srgbClr val="0000FF"/>
                </a:solidFill>
              </a:rPr>
              <a:t>hfov</a:t>
            </a:r>
            <a:r>
              <a:rPr lang="nl-BE" altLang="nl-NL" sz="800" dirty="0">
                <a:solidFill>
                  <a:srgbClr val="0000FF"/>
                </a:solidFill>
              </a:rPr>
              <a:t>°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AF49D153-53A2-4F65-90B4-4E4D5448F3B4}"/>
              </a:ext>
            </a:extLst>
          </p:cNvPr>
          <p:cNvSpPr txBox="1"/>
          <p:nvPr/>
        </p:nvSpPr>
        <p:spPr>
          <a:xfrm>
            <a:off x="6127629" y="4952535"/>
            <a:ext cx="29396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nl-NL" dirty="0">
              <a:latin typeface="Arial"/>
              <a:ea typeface="ＭＳ Ｐゴシック"/>
              <a:cs typeface="Arial"/>
            </a:endParaRPr>
          </a:p>
        </p:txBody>
      </p:sp>
      <p:sp>
        <p:nvSpPr>
          <p:cNvPr id="42" name="Line 23">
            <a:extLst>
              <a:ext uri="{FF2B5EF4-FFF2-40B4-BE49-F238E27FC236}">
                <a16:creationId xmlns:a16="http://schemas.microsoft.com/office/drawing/2014/main" id="{35D48DF9-95D2-49E6-BBE5-7A7CAA63C76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86357" y="5641532"/>
            <a:ext cx="629975" cy="6553"/>
          </a:xfrm>
          <a:prstGeom prst="line">
            <a:avLst/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nl-NL"/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F945F948-3003-4AC4-9D22-D01F1EF55A9B}"/>
              </a:ext>
            </a:extLst>
          </p:cNvPr>
          <p:cNvSpPr txBox="1"/>
          <p:nvPr/>
        </p:nvSpPr>
        <p:spPr>
          <a:xfrm>
            <a:off x="5152135" y="6651991"/>
            <a:ext cx="3979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dirty="0">
                <a:solidFill>
                  <a:schemeClr val="tx1"/>
                </a:solidFill>
                <a:latin typeface="Arial"/>
                <a:ea typeface="ＭＳ Ｐゴシック"/>
                <a:cs typeface="Arial"/>
              </a:rPr>
              <a:t>A</a:t>
            </a:r>
          </a:p>
        </p:txBody>
      </p:sp>
      <p:sp>
        <p:nvSpPr>
          <p:cNvPr id="44" name="Tekstvak 43">
            <a:extLst>
              <a:ext uri="{FF2B5EF4-FFF2-40B4-BE49-F238E27FC236}">
                <a16:creationId xmlns:a16="http://schemas.microsoft.com/office/drawing/2014/main" id="{E520F9E0-DD4A-4176-8A90-33A16796475D}"/>
              </a:ext>
            </a:extLst>
          </p:cNvPr>
          <p:cNvSpPr txBox="1"/>
          <p:nvPr/>
        </p:nvSpPr>
        <p:spPr>
          <a:xfrm>
            <a:off x="6893424" y="5451400"/>
            <a:ext cx="3979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dirty="0">
                <a:solidFill>
                  <a:schemeClr val="tx1"/>
                </a:solidFill>
                <a:latin typeface="Arial"/>
                <a:ea typeface="ＭＳ Ｐゴシック"/>
                <a:cs typeface="Arial"/>
              </a:rPr>
              <a:t>C</a:t>
            </a:r>
          </a:p>
        </p:txBody>
      </p:sp>
      <p:sp>
        <p:nvSpPr>
          <p:cNvPr id="45" name="Tekstvak 44">
            <a:extLst>
              <a:ext uri="{FF2B5EF4-FFF2-40B4-BE49-F238E27FC236}">
                <a16:creationId xmlns:a16="http://schemas.microsoft.com/office/drawing/2014/main" id="{E81310F7-1AFF-4413-B636-5C2EBABEA369}"/>
              </a:ext>
            </a:extLst>
          </p:cNvPr>
          <p:cNvSpPr txBox="1"/>
          <p:nvPr/>
        </p:nvSpPr>
        <p:spPr>
          <a:xfrm>
            <a:off x="5929747" y="5404132"/>
            <a:ext cx="3979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nl-NL" dirty="0">
                <a:solidFill>
                  <a:schemeClr val="tx1"/>
                </a:solidFill>
                <a:latin typeface="Arial"/>
                <a:ea typeface="ＭＳ Ｐゴシック"/>
                <a:cs typeface="Arial"/>
              </a:rPr>
              <a:t>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1B352B-ACF2-41DC-BFD7-FC0DFF4CF648}"/>
              </a:ext>
            </a:extLst>
          </p:cNvPr>
          <p:cNvSpPr/>
          <p:nvPr/>
        </p:nvSpPr>
        <p:spPr bwMode="auto">
          <a:xfrm>
            <a:off x="1458912" y="3779837"/>
            <a:ext cx="3048000" cy="381000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nl-BE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2BF742-159D-45D1-A531-770FA13D0467}"/>
              </a:ext>
            </a:extLst>
          </p:cNvPr>
          <p:cNvSpPr/>
          <p:nvPr/>
        </p:nvSpPr>
        <p:spPr bwMode="auto">
          <a:xfrm>
            <a:off x="1839912" y="4431836"/>
            <a:ext cx="2895600" cy="381000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endParaRPr kumimoji="0" lang="nl-BE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7" grpId="0" animBg="1"/>
      <p:bldP spid="11288" grpId="0" animBg="1"/>
      <p:bldP spid="11289" grpId="0" animBg="1"/>
      <p:bldP spid="11290" grpId="0"/>
      <p:bldP spid="42" grpId="0" animBg="1"/>
      <p:bldP spid="16" grpId="0"/>
      <p:bldP spid="44" grpId="0"/>
      <p:bldP spid="45" grpId="0"/>
      <p:bldP spid="2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ext Box 1">
            <a:extLst>
              <a:ext uri="{FF2B5EF4-FFF2-40B4-BE49-F238E27FC236}">
                <a16:creationId xmlns:a16="http://schemas.microsoft.com/office/drawing/2014/main" id="{0643FA32-71A0-4EAD-9FCB-B97336E88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179388"/>
            <a:ext cx="8278813" cy="89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8000"/>
              </a:lnSpc>
              <a:buClrTx/>
              <a:buFontTx/>
              <a:buNone/>
            </a:pPr>
            <a:r>
              <a:rPr lang="nl-BE" altLang="nl-NL" sz="2800" b="1">
                <a:solidFill>
                  <a:srgbClr val="003D64"/>
                </a:solidFill>
                <a:latin typeface="FreeSans" pitchFamily="32" charset="0"/>
              </a:rPr>
              <a:t>View Frustum: tips</a:t>
            </a:r>
          </a:p>
        </p:txBody>
      </p:sp>
      <p:sp>
        <p:nvSpPr>
          <p:cNvPr id="12290" name="Text Box 2">
            <a:extLst>
              <a:ext uri="{FF2B5EF4-FFF2-40B4-BE49-F238E27FC236}">
                <a16:creationId xmlns:a16="http://schemas.microsoft.com/office/drawing/2014/main" id="{74A534A1-EF8C-4BA6-A4CE-1873BFA0C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260475"/>
            <a:ext cx="9007475" cy="523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57600" rIns="0" bIns="0"/>
          <a:lstStyle>
            <a:lvl1pPr marL="338138" indent="-338138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indent="-225425"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5425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5425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5425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5425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8138" algn="l"/>
                <a:tab pos="795338" algn="l"/>
                <a:tab pos="1252538" algn="l"/>
                <a:tab pos="1709738" algn="l"/>
                <a:tab pos="2166938" algn="l"/>
                <a:tab pos="2624138" algn="l"/>
                <a:tab pos="3081338" algn="l"/>
                <a:tab pos="3538538" algn="l"/>
                <a:tab pos="3995738" algn="l"/>
                <a:tab pos="4452938" algn="l"/>
                <a:tab pos="4910138" algn="l"/>
                <a:tab pos="5367338" algn="l"/>
                <a:tab pos="5824538" algn="l"/>
                <a:tab pos="6281738" algn="l"/>
                <a:tab pos="6738938" algn="l"/>
                <a:tab pos="7196138" algn="l"/>
                <a:tab pos="7653338" algn="l"/>
                <a:tab pos="8110538" algn="l"/>
                <a:tab pos="8567738" algn="l"/>
                <a:tab pos="9024938" algn="l"/>
                <a:tab pos="9482138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BE" altLang="nl-NL" sz="2100" dirty="0">
                <a:solidFill>
                  <a:srgbClr val="003D64"/>
                </a:solidFill>
                <a:latin typeface="FreeSans" pitchFamily="32" charset="0"/>
              </a:rPr>
              <a:t>De voorbeeldbestanden met clipping zullen waarschijnlijk crashen vooraleer dit geïmplementeerd is; zonder clipping nemen we aan dat het eyePoint buiten de figuren ligt. </a:t>
            </a:r>
          </a:p>
          <a:p>
            <a: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BE" altLang="nl-NL" sz="2100" dirty="0">
                <a:solidFill>
                  <a:srgbClr val="003D64"/>
                </a:solidFill>
                <a:latin typeface="FreeSans" pitchFamily="32" charset="0"/>
              </a:rPr>
              <a:t>Test je instelbare kijkrichting met non-clipping afbeeldingen door E</a:t>
            </a:r>
            <a:r>
              <a:rPr lang="nl-BE" altLang="nl-NL" sz="2100" baseline="-25000" dirty="0">
                <a:solidFill>
                  <a:srgbClr val="003D64"/>
                </a:solidFill>
                <a:latin typeface="FreeSans" pitchFamily="32" charset="0"/>
              </a:rPr>
              <a:t>dir</a:t>
            </a:r>
            <a:r>
              <a:rPr lang="nl-BE" altLang="nl-NL" sz="2100" dirty="0">
                <a:solidFill>
                  <a:srgbClr val="003D64"/>
                </a:solidFill>
                <a:latin typeface="FreeSans" pitchFamily="32" charset="0"/>
              </a:rPr>
              <a:t> = -E</a:t>
            </a:r>
            <a:r>
              <a:rPr lang="nl-BE" altLang="nl-NL" sz="2100" baseline="-25000" dirty="0">
                <a:solidFill>
                  <a:srgbClr val="003D64"/>
                </a:solidFill>
                <a:latin typeface="FreeSans" pitchFamily="32" charset="0"/>
              </a:rPr>
              <a:t>pos</a:t>
            </a:r>
            <a:r>
              <a:rPr lang="nl-BE" altLang="nl-NL" sz="2100" dirty="0">
                <a:solidFill>
                  <a:srgbClr val="003D64"/>
                </a:solidFill>
                <a:latin typeface="FreeSans" pitchFamily="32" charset="0"/>
              </a:rPr>
              <a:t> te nemen. Dit zou hetzelfde eyepointmatrix en dus dezelfde afbeelding als voorheen moeten opleveren.</a:t>
            </a:r>
          </a:p>
          <a:p>
            <a: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BE" altLang="nl-NL" sz="2100" dirty="0">
                <a:solidFill>
                  <a:srgbClr val="003D64"/>
                </a:solidFill>
                <a:latin typeface="FreeSans" pitchFamily="32" charset="0"/>
              </a:rPr>
              <a:t>In de cursus wordt vertrokken van de verticale field of view, terwijl bij je engine de horizontale gegeven is.</a:t>
            </a:r>
          </a:p>
          <a:p>
            <a: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BE" altLang="nl-NL" sz="2100" dirty="0">
                <a:solidFill>
                  <a:srgbClr val="003D64"/>
                </a:solidFill>
                <a:latin typeface="FreeSans" pitchFamily="32" charset="0"/>
              </a:rPr>
              <a:t>Implementeer eerst near-far clipping.</a:t>
            </a:r>
          </a:p>
          <a:p>
            <a: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BE" altLang="nl-NL" sz="2100" dirty="0">
                <a:solidFill>
                  <a:srgbClr val="003D64"/>
                </a:solidFill>
                <a:latin typeface="FreeSans" pitchFamily="32" charset="0"/>
              </a:rPr>
              <a:t>De code voor je eerste clipping plane kan grotendeels gerecycleerd worden voor de andere; enkel het bepalen of een punt aan de zichtbare kant van het vlak valt, en de berekening van </a:t>
            </a:r>
            <a:r>
              <a:rPr lang="nl-BE" altLang="nl-NL" sz="2100" i="1" dirty="0">
                <a:solidFill>
                  <a:srgbClr val="003D64"/>
                </a:solidFill>
                <a:latin typeface="FreeSans" pitchFamily="32" charset="0"/>
              </a:rPr>
              <a:t>p</a:t>
            </a:r>
            <a:r>
              <a:rPr lang="nl-BE" altLang="nl-NL" sz="2100" dirty="0">
                <a:solidFill>
                  <a:srgbClr val="003D64"/>
                </a:solidFill>
                <a:latin typeface="FreeSans" pitchFamily="32" charset="0"/>
              </a:rPr>
              <a:t> verschilt per plane.</a:t>
            </a:r>
          </a:p>
          <a:p>
            <a: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BE" altLang="nl-NL" sz="2100" dirty="0">
                <a:solidFill>
                  <a:srgbClr val="003D64"/>
                </a:solidFill>
                <a:latin typeface="FreeSans" pitchFamily="32" charset="0"/>
              </a:rPr>
              <a:t>Omdat je camera nu veel dichter op de figuren staat, kunnen er artefacten optreden in de vorm van niet-ingekleurde horizontale/verticale lijnen. Je mag deze negeren.</a:t>
            </a:r>
          </a:p>
          <a:p>
            <a:pPr>
              <a:lnSpc>
                <a:spcPct val="81000"/>
              </a:lnSpc>
              <a:spcAft>
                <a:spcPts val="1413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nl-BE" altLang="nl-NL" sz="2100" dirty="0">
                <a:solidFill>
                  <a:srgbClr val="003D64"/>
                </a:solidFill>
                <a:latin typeface="FreeSans" pitchFamily="32" charset="0"/>
              </a:rPr>
              <a:t>Als je backface culling hebt geïmplementeerd, kan dit voor deze opdracht tot foute resultaten leiden. Schakel backface culling indien nodig uit.</a:t>
            </a:r>
          </a:p>
          <a:p>
            <a:pPr lvl="4">
              <a:lnSpc>
                <a:spcPct val="81000"/>
              </a:lnSpc>
              <a:spcAft>
                <a:spcPts val="288"/>
              </a:spcAft>
              <a:buClrTx/>
              <a:buFontTx/>
              <a:buNone/>
            </a:pPr>
            <a:endParaRPr lang="nl-BE" altLang="nl-NL" sz="2100" dirty="0">
              <a:solidFill>
                <a:srgbClr val="003D64"/>
              </a:solidFill>
              <a:latin typeface="FreeSans" pitchFamily="32" charset="0"/>
            </a:endParaRPr>
          </a:p>
        </p:txBody>
      </p:sp>
      <p:sp>
        <p:nvSpPr>
          <p:cNvPr id="12291" name="Text Box 3">
            <a:extLst>
              <a:ext uri="{FF2B5EF4-FFF2-40B4-BE49-F238E27FC236}">
                <a16:creationId xmlns:a16="http://schemas.microsoft.com/office/drawing/2014/main" id="{5AEB8139-3D09-423E-888F-FD7882A39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588" y="7199313"/>
            <a:ext cx="52212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>
              <a:lnSpc>
                <a:spcPct val="108000"/>
              </a:lnSpc>
              <a:buClrTx/>
              <a:buFontTx/>
              <a:buNone/>
            </a:pPr>
            <a:r>
              <a:rPr lang="en-US" altLang="nl-NL" sz="1400" i="1">
                <a:latin typeface="FreeSans" pitchFamily="32" charset="0"/>
                <a:cs typeface="WenQuanYi Zen Hei" charset="0"/>
              </a:rPr>
              <a:t>Practicum Computer Graphics: 3D-Fractalen</a:t>
            </a:r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BE321BF0-8407-4D50-B56F-B6AC0F369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263" y="7199313"/>
            <a:ext cx="1068387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FFFFFF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>
              <a:lnSpc>
                <a:spcPct val="108000"/>
              </a:lnSpc>
              <a:buClrTx/>
              <a:buFontTx/>
              <a:buNone/>
            </a:pPr>
            <a:fld id="{43BA9E13-70D1-451F-84B0-C68548A3E9B9}" type="slidenum">
              <a:rPr lang="en-GB" altLang="nl-NL" sz="1400">
                <a:latin typeface="FreeSans" pitchFamily="32" charset="0"/>
              </a:rPr>
              <a:pPr eaLnBrk="1">
                <a:lnSpc>
                  <a:spcPct val="108000"/>
                </a:lnSpc>
                <a:buClrTx/>
                <a:buFontTx/>
                <a:buNone/>
              </a:pPr>
              <a:t>6</a:t>
            </a:fld>
            <a:endParaRPr lang="en-GB" altLang="nl-NL" sz="1400">
              <a:latin typeface="FreeSans" pitchFamily="32" charset="0"/>
            </a:endParaRP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DFC8D561-D713-452F-8A0D-D6A04D818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EFE7D44F-E48D-4376-916E-11CD54802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DD411FE0-CB8D-4B7E-A986-5731B39A7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2296" name="Rectangle 8">
            <a:extLst>
              <a:ext uri="{FF2B5EF4-FFF2-40B4-BE49-F238E27FC236}">
                <a16:creationId xmlns:a16="http://schemas.microsoft.com/office/drawing/2014/main" id="{4890A138-D14B-409A-BA35-A0602B283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2297" name="Rectangle 9">
            <a:extLst>
              <a:ext uri="{FF2B5EF4-FFF2-40B4-BE49-F238E27FC236}">
                <a16:creationId xmlns:a16="http://schemas.microsoft.com/office/drawing/2014/main" id="{692BE7CE-F779-4CD3-8324-D254E6513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2298" name="Rectangle 10">
            <a:extLst>
              <a:ext uri="{FF2B5EF4-FFF2-40B4-BE49-F238E27FC236}">
                <a16:creationId xmlns:a16="http://schemas.microsoft.com/office/drawing/2014/main" id="{88EF34FE-1F20-4331-9BD5-A9FEA615D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202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2299" name="Rectangle 11">
            <a:extLst>
              <a:ext uri="{FF2B5EF4-FFF2-40B4-BE49-F238E27FC236}">
                <a16:creationId xmlns:a16="http://schemas.microsoft.com/office/drawing/2014/main" id="{A0FBBC44-0E72-45B3-A3B9-EB0ED224D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2300" name="Rectangle 12">
            <a:extLst>
              <a:ext uri="{FF2B5EF4-FFF2-40B4-BE49-F238E27FC236}">
                <a16:creationId xmlns:a16="http://schemas.microsoft.com/office/drawing/2014/main" id="{54DBAD8F-4B62-4859-8D9A-D2EF369E8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0100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2301" name="Rectangle 13">
            <a:extLst>
              <a:ext uri="{FF2B5EF4-FFF2-40B4-BE49-F238E27FC236}">
                <a16:creationId xmlns:a16="http://schemas.microsoft.com/office/drawing/2014/main" id="{A0F5095D-AD2C-498D-B9E0-BA776F10F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2302" name="Rectangle 14">
            <a:extLst>
              <a:ext uri="{FF2B5EF4-FFF2-40B4-BE49-F238E27FC236}">
                <a16:creationId xmlns:a16="http://schemas.microsoft.com/office/drawing/2014/main" id="{93BF0216-362A-4D4F-87F4-54369F08C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2303" name="Rectangle 15">
            <a:extLst>
              <a:ext uri="{FF2B5EF4-FFF2-40B4-BE49-F238E27FC236}">
                <a16:creationId xmlns:a16="http://schemas.microsoft.com/office/drawing/2014/main" id="{2BE6DF9A-8039-4902-B6CF-D7228CBED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2304" name="Rectangle 16">
            <a:extLst>
              <a:ext uri="{FF2B5EF4-FFF2-40B4-BE49-F238E27FC236}">
                <a16:creationId xmlns:a16="http://schemas.microsoft.com/office/drawing/2014/main" id="{4346249D-A6C4-49A5-A815-CBD176C08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00100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2305" name="Rectangle 17">
            <a:extLst>
              <a:ext uri="{FF2B5EF4-FFF2-40B4-BE49-F238E27FC236}">
                <a16:creationId xmlns:a16="http://schemas.microsoft.com/office/drawing/2014/main" id="{866DF282-01E3-4398-97C8-A48F5A24B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2306" name="Rectangle 18">
            <a:extLst>
              <a:ext uri="{FF2B5EF4-FFF2-40B4-BE49-F238E27FC236}">
                <a16:creationId xmlns:a16="http://schemas.microsoft.com/office/drawing/2014/main" id="{093775E8-75C4-44A4-9D47-55D2A0F5D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2307" name="Rectangle 19">
            <a:extLst>
              <a:ext uri="{FF2B5EF4-FFF2-40B4-BE49-F238E27FC236}">
                <a16:creationId xmlns:a16="http://schemas.microsoft.com/office/drawing/2014/main" id="{12F684D5-CD1E-4094-86B6-F672B065D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12308" name="Rectangle 20">
            <a:extLst>
              <a:ext uri="{FF2B5EF4-FFF2-40B4-BE49-F238E27FC236}">
                <a16:creationId xmlns:a16="http://schemas.microsoft.com/office/drawing/2014/main" id="{D0DD5F0C-45E3-4582-A222-9059A03BD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0080625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Kantoorthema">
  <a:themeElements>
    <a:clrScheme name="Kantoorthem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toorthema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nl-NL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nl-NL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Kantoorthem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antoorthem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them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toorthema">
      <a:majorFont>
        <a:latin typeface="FreeSans"/>
        <a:ea typeface="ＭＳ Ｐゴシック"/>
        <a:cs typeface=""/>
      </a:majorFont>
      <a:minorFont>
        <a:latin typeface="FreeSan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nl-NL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nl-NL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Kantoorthem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antoorthem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antoorthem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</Words>
  <Application>Microsoft Macintosh PowerPoint</Application>
  <PresentationFormat>Custom</PresentationFormat>
  <Paragraphs>84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FreeSans</vt:lpstr>
      <vt:lpstr>Times New Roman</vt:lpstr>
      <vt:lpstr>Verdana</vt:lpstr>
      <vt:lpstr>WenQuanYi Zen Hei</vt:lpstr>
      <vt:lpstr>Wingdings</vt:lpstr>
      <vt:lpstr>Kantoorthema</vt:lpstr>
      <vt:lpstr>Kantoorthema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</dc:title>
  <cp:lastModifiedBy>Tim Apers</cp:lastModifiedBy>
  <cp:revision>575</cp:revision>
  <cp:lastPrinted>1601-01-01T00:00:00Z</cp:lastPrinted>
  <dcterms:created xsi:type="dcterms:W3CDTF">2011-10-06T12:04:05Z</dcterms:created>
  <dcterms:modified xsi:type="dcterms:W3CDTF">2026-05-11T09:50:05Z</dcterms:modified>
</cp:coreProperties>
</file>